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av" ContentType="audio/x-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Override3.xml" ContentType="application/vnd.openxmlformats-officedocument.themeOverride+xml"/>
  <Override PartName="/ppt/theme/themeOverride4.xml" ContentType="application/vnd.openxmlformats-officedocument.themeOverrid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 id="2147483799" r:id="rId2"/>
    <p:sldMasterId id="2147483811" r:id="rId3"/>
    <p:sldMasterId id="2147483823" r:id="rId4"/>
  </p:sldMasterIdLst>
  <p:notesMasterIdLst>
    <p:notesMasterId r:id="rId90"/>
  </p:notesMasterIdLst>
  <p:handoutMasterIdLst>
    <p:handoutMasterId r:id="rId91"/>
  </p:handoutMasterIdLst>
  <p:sldIdLst>
    <p:sldId id="298" r:id="rId5"/>
    <p:sldId id="297" r:id="rId6"/>
    <p:sldId id="359" r:id="rId7"/>
    <p:sldId id="299" r:id="rId8"/>
    <p:sldId id="295" r:id="rId9"/>
    <p:sldId id="296" r:id="rId10"/>
    <p:sldId id="267" r:id="rId11"/>
    <p:sldId id="257" r:id="rId12"/>
    <p:sldId id="259" r:id="rId13"/>
    <p:sldId id="276" r:id="rId14"/>
    <p:sldId id="260" r:id="rId15"/>
    <p:sldId id="277" r:id="rId16"/>
    <p:sldId id="261" r:id="rId17"/>
    <p:sldId id="279" r:id="rId18"/>
    <p:sldId id="262" r:id="rId19"/>
    <p:sldId id="263" r:id="rId20"/>
    <p:sldId id="273" r:id="rId21"/>
    <p:sldId id="264" r:id="rId22"/>
    <p:sldId id="265" r:id="rId23"/>
    <p:sldId id="256" r:id="rId24"/>
    <p:sldId id="300" r:id="rId25"/>
    <p:sldId id="258" r:id="rId26"/>
    <p:sldId id="271" r:id="rId27"/>
    <p:sldId id="301" r:id="rId28"/>
    <p:sldId id="302" r:id="rId29"/>
    <p:sldId id="272" r:id="rId30"/>
    <p:sldId id="303" r:id="rId31"/>
    <p:sldId id="304" r:id="rId32"/>
    <p:sldId id="305" r:id="rId33"/>
    <p:sldId id="306" r:id="rId34"/>
    <p:sldId id="274" r:id="rId35"/>
    <p:sldId id="307" r:id="rId36"/>
    <p:sldId id="310" r:id="rId37"/>
    <p:sldId id="308" r:id="rId38"/>
    <p:sldId id="269" r:id="rId39"/>
    <p:sldId id="266" r:id="rId40"/>
    <p:sldId id="311" r:id="rId41"/>
    <p:sldId id="270" r:id="rId42"/>
    <p:sldId id="309" r:id="rId43"/>
    <p:sldId id="268" r:id="rId44"/>
    <p:sldId id="331" r:id="rId45"/>
    <p:sldId id="333" r:id="rId46"/>
    <p:sldId id="314" r:id="rId47"/>
    <p:sldId id="315" r:id="rId48"/>
    <p:sldId id="316" r:id="rId49"/>
    <p:sldId id="317" r:id="rId50"/>
    <p:sldId id="318" r:id="rId51"/>
    <p:sldId id="319" r:id="rId52"/>
    <p:sldId id="320" r:id="rId53"/>
    <p:sldId id="321" r:id="rId54"/>
    <p:sldId id="322" r:id="rId55"/>
    <p:sldId id="323" r:id="rId56"/>
    <p:sldId id="324" r:id="rId57"/>
    <p:sldId id="325" r:id="rId58"/>
    <p:sldId id="326" r:id="rId59"/>
    <p:sldId id="327" r:id="rId60"/>
    <p:sldId id="328" r:id="rId61"/>
    <p:sldId id="329" r:id="rId62"/>
    <p:sldId id="275" r:id="rId63"/>
    <p:sldId id="330" r:id="rId64"/>
    <p:sldId id="334" r:id="rId65"/>
    <p:sldId id="335" r:id="rId66"/>
    <p:sldId id="336" r:id="rId67"/>
    <p:sldId id="337" r:id="rId68"/>
    <p:sldId id="338" r:id="rId69"/>
    <p:sldId id="339" r:id="rId70"/>
    <p:sldId id="340" r:id="rId71"/>
    <p:sldId id="341" r:id="rId72"/>
    <p:sldId id="342" r:id="rId73"/>
    <p:sldId id="343" r:id="rId74"/>
    <p:sldId id="344" r:id="rId75"/>
    <p:sldId id="345" r:id="rId76"/>
    <p:sldId id="346" r:id="rId77"/>
    <p:sldId id="347" r:id="rId78"/>
    <p:sldId id="348" r:id="rId79"/>
    <p:sldId id="349" r:id="rId80"/>
    <p:sldId id="350" r:id="rId81"/>
    <p:sldId id="351" r:id="rId82"/>
    <p:sldId id="352" r:id="rId83"/>
    <p:sldId id="353" r:id="rId84"/>
    <p:sldId id="354" r:id="rId85"/>
    <p:sldId id="355" r:id="rId86"/>
    <p:sldId id="356" r:id="rId87"/>
    <p:sldId id="357" r:id="rId88"/>
    <p:sldId id="358" r:id="rId89"/>
  </p:sldIdLst>
  <p:sldSz cx="9144000" cy="6858000" type="screen4x3"/>
  <p:notesSz cx="6858000" cy="9144000"/>
  <p:defaultTextStyle>
    <a:defPPr>
      <a:defRPr lang="zh-CN"/>
    </a:defPPr>
    <a:lvl1pPr algn="l" rtl="0" eaLnBrk="0" fontAlgn="base" hangingPunct="0">
      <a:spcBef>
        <a:spcPct val="0"/>
      </a:spcBef>
      <a:spcAft>
        <a:spcPct val="0"/>
      </a:spcAft>
      <a:defRPr kumimoji="1" sz="4800" kern="1200">
        <a:solidFill>
          <a:srgbClr val="000000"/>
        </a:solidFill>
        <a:latin typeface="华文彩云" panose="02010800040101010101" pitchFamily="2" charset="-122"/>
        <a:ea typeface="华文彩云" panose="02010800040101010101" pitchFamily="2" charset="-122"/>
        <a:cs typeface="+mn-cs"/>
      </a:defRPr>
    </a:lvl1pPr>
    <a:lvl2pPr marL="457200" algn="l" rtl="0" eaLnBrk="0" fontAlgn="base" hangingPunct="0">
      <a:spcBef>
        <a:spcPct val="0"/>
      </a:spcBef>
      <a:spcAft>
        <a:spcPct val="0"/>
      </a:spcAft>
      <a:defRPr kumimoji="1" sz="4800" kern="1200">
        <a:solidFill>
          <a:srgbClr val="000000"/>
        </a:solidFill>
        <a:latin typeface="华文彩云" panose="02010800040101010101" pitchFamily="2" charset="-122"/>
        <a:ea typeface="华文彩云" panose="02010800040101010101" pitchFamily="2" charset="-122"/>
        <a:cs typeface="+mn-cs"/>
      </a:defRPr>
    </a:lvl2pPr>
    <a:lvl3pPr marL="914400" algn="l" rtl="0" eaLnBrk="0" fontAlgn="base" hangingPunct="0">
      <a:spcBef>
        <a:spcPct val="0"/>
      </a:spcBef>
      <a:spcAft>
        <a:spcPct val="0"/>
      </a:spcAft>
      <a:defRPr kumimoji="1" sz="4800" kern="1200">
        <a:solidFill>
          <a:srgbClr val="000000"/>
        </a:solidFill>
        <a:latin typeface="华文彩云" panose="02010800040101010101" pitchFamily="2" charset="-122"/>
        <a:ea typeface="华文彩云" panose="02010800040101010101" pitchFamily="2" charset="-122"/>
        <a:cs typeface="+mn-cs"/>
      </a:defRPr>
    </a:lvl3pPr>
    <a:lvl4pPr marL="1371600" algn="l" rtl="0" eaLnBrk="0" fontAlgn="base" hangingPunct="0">
      <a:spcBef>
        <a:spcPct val="0"/>
      </a:spcBef>
      <a:spcAft>
        <a:spcPct val="0"/>
      </a:spcAft>
      <a:defRPr kumimoji="1" sz="4800" kern="1200">
        <a:solidFill>
          <a:srgbClr val="000000"/>
        </a:solidFill>
        <a:latin typeface="华文彩云" panose="02010800040101010101" pitchFamily="2" charset="-122"/>
        <a:ea typeface="华文彩云" panose="02010800040101010101" pitchFamily="2" charset="-122"/>
        <a:cs typeface="+mn-cs"/>
      </a:defRPr>
    </a:lvl4pPr>
    <a:lvl5pPr marL="1828800" algn="l" rtl="0" eaLnBrk="0" fontAlgn="base" hangingPunct="0">
      <a:spcBef>
        <a:spcPct val="0"/>
      </a:spcBef>
      <a:spcAft>
        <a:spcPct val="0"/>
      </a:spcAft>
      <a:defRPr kumimoji="1" sz="4800" kern="1200">
        <a:solidFill>
          <a:srgbClr val="000000"/>
        </a:solidFill>
        <a:latin typeface="华文彩云" panose="02010800040101010101" pitchFamily="2" charset="-122"/>
        <a:ea typeface="华文彩云" panose="02010800040101010101" pitchFamily="2" charset="-122"/>
        <a:cs typeface="+mn-cs"/>
      </a:defRPr>
    </a:lvl5pPr>
    <a:lvl6pPr marL="2286000" algn="l" defTabSz="914400" rtl="0" eaLnBrk="1" latinLnBrk="0" hangingPunct="1">
      <a:defRPr kumimoji="1" sz="4800" kern="1200">
        <a:solidFill>
          <a:srgbClr val="000000"/>
        </a:solidFill>
        <a:latin typeface="华文彩云" panose="02010800040101010101" pitchFamily="2" charset="-122"/>
        <a:ea typeface="华文彩云" panose="02010800040101010101" pitchFamily="2" charset="-122"/>
        <a:cs typeface="+mn-cs"/>
      </a:defRPr>
    </a:lvl6pPr>
    <a:lvl7pPr marL="2743200" algn="l" defTabSz="914400" rtl="0" eaLnBrk="1" latinLnBrk="0" hangingPunct="1">
      <a:defRPr kumimoji="1" sz="4800" kern="1200">
        <a:solidFill>
          <a:srgbClr val="000000"/>
        </a:solidFill>
        <a:latin typeface="华文彩云" panose="02010800040101010101" pitchFamily="2" charset="-122"/>
        <a:ea typeface="华文彩云" panose="02010800040101010101" pitchFamily="2" charset="-122"/>
        <a:cs typeface="+mn-cs"/>
      </a:defRPr>
    </a:lvl7pPr>
    <a:lvl8pPr marL="3200400" algn="l" defTabSz="914400" rtl="0" eaLnBrk="1" latinLnBrk="0" hangingPunct="1">
      <a:defRPr kumimoji="1" sz="4800" kern="1200">
        <a:solidFill>
          <a:srgbClr val="000000"/>
        </a:solidFill>
        <a:latin typeface="华文彩云" panose="02010800040101010101" pitchFamily="2" charset="-122"/>
        <a:ea typeface="华文彩云" panose="02010800040101010101" pitchFamily="2" charset="-122"/>
        <a:cs typeface="+mn-cs"/>
      </a:defRPr>
    </a:lvl8pPr>
    <a:lvl9pPr marL="3657600" algn="l" defTabSz="914400" rtl="0" eaLnBrk="1" latinLnBrk="0" hangingPunct="1">
      <a:defRPr kumimoji="1" sz="4800" kern="1200">
        <a:solidFill>
          <a:srgbClr val="000000"/>
        </a:solidFill>
        <a:latin typeface="华文彩云" panose="02010800040101010101" pitchFamily="2" charset="-122"/>
        <a:ea typeface="华文彩云" panose="0201080004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00D400"/>
    <a:srgbClr val="FF66FF"/>
    <a:srgbClr val="00FF00"/>
    <a:srgbClr val="D0FCFB"/>
    <a:srgbClr val="FFFF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760" autoAdjust="0"/>
    <p:restoredTop sz="94660"/>
  </p:normalViewPr>
  <p:slideViewPr>
    <p:cSldViewPr>
      <p:cViewPr varScale="1">
        <p:scale>
          <a:sx n="106" d="100"/>
          <a:sy n="106" d="100"/>
        </p:scale>
        <p:origin x="1674" y="108"/>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Lst>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46" d="100"/>
          <a:sy n="46" d="100"/>
        </p:scale>
        <p:origin x="-1362" y="-7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notesMaster" Target="notesMasters/notesMaster1.xml"/><Relationship Id="rId95" Type="http://schemas.openxmlformats.org/officeDocument/2006/relationships/tableStyles" Target="tableStyle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slide" Target="slides/slide81.xml"/><Relationship Id="rId93"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handoutMaster" Target="handoutMasters/handoutMaster1.xml"/><Relationship Id="rId9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presProps" Target="presProps.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s>
</file>

<file path=ppt/_rels/viewProps.xml.rels><?xml version="1.0" encoding="UTF-8" standalone="yes"?>
<Relationships xmlns="http://schemas.openxmlformats.org/package/2006/relationships"><Relationship Id="rId8" Type="http://schemas.openxmlformats.org/officeDocument/2006/relationships/slide" Target="slides/slide30.xml"/><Relationship Id="rId13" Type="http://schemas.openxmlformats.org/officeDocument/2006/relationships/slide" Target="slides/slide36.xml"/><Relationship Id="rId3" Type="http://schemas.openxmlformats.org/officeDocument/2006/relationships/slide" Target="slides/slide22.xml"/><Relationship Id="rId7" Type="http://schemas.openxmlformats.org/officeDocument/2006/relationships/slide" Target="slides/slide29.xml"/><Relationship Id="rId12" Type="http://schemas.openxmlformats.org/officeDocument/2006/relationships/slide" Target="slides/slide35.xml"/><Relationship Id="rId17" Type="http://schemas.openxmlformats.org/officeDocument/2006/relationships/slide" Target="slides/slide84.xml"/><Relationship Id="rId2" Type="http://schemas.openxmlformats.org/officeDocument/2006/relationships/slide" Target="slides/slide21.xml"/><Relationship Id="rId16" Type="http://schemas.openxmlformats.org/officeDocument/2006/relationships/slide" Target="slides/slide40.xml"/><Relationship Id="rId1" Type="http://schemas.openxmlformats.org/officeDocument/2006/relationships/slide" Target="slides/slide20.xml"/><Relationship Id="rId6" Type="http://schemas.openxmlformats.org/officeDocument/2006/relationships/slide" Target="slides/slide27.xml"/><Relationship Id="rId11" Type="http://schemas.openxmlformats.org/officeDocument/2006/relationships/slide" Target="slides/slide34.xml"/><Relationship Id="rId5" Type="http://schemas.openxmlformats.org/officeDocument/2006/relationships/slide" Target="slides/slide25.xml"/><Relationship Id="rId15" Type="http://schemas.openxmlformats.org/officeDocument/2006/relationships/slide" Target="slides/slide39.xml"/><Relationship Id="rId10" Type="http://schemas.openxmlformats.org/officeDocument/2006/relationships/slide" Target="slides/slide33.xml"/><Relationship Id="rId4" Type="http://schemas.openxmlformats.org/officeDocument/2006/relationships/slide" Target="slides/slide24.xml"/><Relationship Id="rId9" Type="http://schemas.openxmlformats.org/officeDocument/2006/relationships/slide" Target="slides/slide32.xml"/><Relationship Id="rId14" Type="http://schemas.openxmlformats.org/officeDocument/2006/relationships/slide" Target="slides/slide3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ngyuXiao" userId="86e03c77-53a3-454b-af0c-e096b7b7ab83" providerId="ADAL" clId="{F4A44B08-F816-44C0-9588-02493AD4028C}"/>
    <pc:docChg chg="custSel modSld">
      <pc:chgData name="MingyuXiao" userId="86e03c77-53a3-454b-af0c-e096b7b7ab83" providerId="ADAL" clId="{F4A44B08-F816-44C0-9588-02493AD4028C}" dt="2024-04-11T06:43:42.252" v="11"/>
      <pc:docMkLst>
        <pc:docMk/>
      </pc:docMkLst>
      <pc:sldChg chg="delSp">
        <pc:chgData name="MingyuXiao" userId="86e03c77-53a3-454b-af0c-e096b7b7ab83" providerId="ADAL" clId="{F4A44B08-F816-44C0-9588-02493AD4028C}" dt="2024-03-28T07:24:53.551" v="0" actId="478"/>
        <pc:sldMkLst>
          <pc:docMk/>
          <pc:sldMk cId="0" sldId="266"/>
        </pc:sldMkLst>
        <pc:spChg chg="del">
          <ac:chgData name="MingyuXiao" userId="86e03c77-53a3-454b-af0c-e096b7b7ab83" providerId="ADAL" clId="{F4A44B08-F816-44C0-9588-02493AD4028C}" dt="2024-03-28T07:24:53.551" v="0" actId="478"/>
          <ac:spMkLst>
            <pc:docMk/>
            <pc:sldMk cId="0" sldId="266"/>
            <ac:spMk id="2" creationId="{477FF0ED-F423-4A10-BFF1-2439FBACC728}"/>
          </ac:spMkLst>
        </pc:spChg>
      </pc:sldChg>
      <pc:sldChg chg="modSp">
        <pc:chgData name="MingyuXiao" userId="86e03c77-53a3-454b-af0c-e096b7b7ab83" providerId="ADAL" clId="{F4A44B08-F816-44C0-9588-02493AD4028C}" dt="2024-04-11T06:43:42.252" v="11"/>
        <pc:sldMkLst>
          <pc:docMk/>
          <pc:sldMk cId="0" sldId="345"/>
        </pc:sldMkLst>
        <pc:spChg chg="mod">
          <ac:chgData name="MingyuXiao" userId="86e03c77-53a3-454b-af0c-e096b7b7ab83" providerId="ADAL" clId="{F4A44B08-F816-44C0-9588-02493AD4028C}" dt="2024-04-11T06:43:42.252" v="11"/>
          <ac:spMkLst>
            <pc:docMk/>
            <pc:sldMk cId="0" sldId="345"/>
            <ac:spMk id="11270" creationId="{4323CDD0-F7AC-43F7-98ED-69738CCEA1B4}"/>
          </ac:spMkLst>
        </pc:spChg>
      </pc:sldChg>
      <pc:sldChg chg="addSp delSp modSp mod delAnim modAnim">
        <pc:chgData name="MingyuXiao" userId="86e03c77-53a3-454b-af0c-e096b7b7ab83" providerId="ADAL" clId="{F4A44B08-F816-44C0-9588-02493AD4028C}" dt="2024-03-28T08:46:10.047" v="9" actId="27636"/>
        <pc:sldMkLst>
          <pc:docMk/>
          <pc:sldMk cId="0" sldId="347"/>
        </pc:sldMkLst>
        <pc:spChg chg="add mod">
          <ac:chgData name="MingyuXiao" userId="86e03c77-53a3-454b-af0c-e096b7b7ab83" providerId="ADAL" clId="{F4A44B08-F816-44C0-9588-02493AD4028C}" dt="2024-03-28T08:46:05.677" v="6" actId="27636"/>
          <ac:spMkLst>
            <pc:docMk/>
            <pc:sldMk cId="0" sldId="347"/>
            <ac:spMk id="3077" creationId="{BA8EC760-0C45-48BA-9B13-CDE1EFDC4856}"/>
          </ac:spMkLst>
        </pc:spChg>
        <pc:spChg chg="add mod">
          <ac:chgData name="MingyuXiao" userId="86e03c77-53a3-454b-af0c-e096b7b7ab83" providerId="ADAL" clId="{F4A44B08-F816-44C0-9588-02493AD4028C}" dt="2024-03-28T08:45:51.290" v="3" actId="27636"/>
          <ac:spMkLst>
            <pc:docMk/>
            <pc:sldMk cId="0" sldId="347"/>
            <ac:spMk id="3079" creationId="{85872B2F-020D-4742-9DD1-9EC288F5F42C}"/>
          </ac:spMkLst>
        </pc:spChg>
        <pc:spChg chg="add mod">
          <ac:chgData name="MingyuXiao" userId="86e03c77-53a3-454b-af0c-e096b7b7ab83" providerId="ADAL" clId="{F4A44B08-F816-44C0-9588-02493AD4028C}" dt="2024-03-28T08:46:10.047" v="9" actId="27636"/>
          <ac:spMkLst>
            <pc:docMk/>
            <pc:sldMk cId="0" sldId="347"/>
            <ac:spMk id="3081" creationId="{2475BE8E-CA1B-4CC2-9B1A-23146BF927BA}"/>
          </ac:spMkLst>
        </pc:spChg>
        <pc:graphicFrameChg chg="del mod replId">
          <ac:chgData name="MingyuXiao" userId="86e03c77-53a3-454b-af0c-e096b7b7ab83" providerId="ADAL" clId="{F4A44B08-F816-44C0-9588-02493AD4028C}" dt="2024-03-28T08:45:51.103" v="2"/>
          <ac:graphicFrameMkLst>
            <pc:docMk/>
            <pc:sldMk cId="0" sldId="347"/>
            <ac:graphicFrameMk id="2" creationId="{85872B2F-020D-4742-9DD1-9EC288F5F42C}"/>
          </ac:graphicFrameMkLst>
        </pc:graphicFrameChg>
        <pc:graphicFrameChg chg="del mod replId">
          <ac:chgData name="MingyuXiao" userId="86e03c77-53a3-454b-af0c-e096b7b7ab83" providerId="ADAL" clId="{F4A44B08-F816-44C0-9588-02493AD4028C}" dt="2024-03-28T08:46:05.551" v="5"/>
          <ac:graphicFrameMkLst>
            <pc:docMk/>
            <pc:sldMk cId="0" sldId="347"/>
            <ac:graphicFrameMk id="4" creationId="{BA8EC760-0C45-48BA-9B13-CDE1EFDC4856}"/>
          </ac:graphicFrameMkLst>
        </pc:graphicFrameChg>
        <pc:graphicFrameChg chg="del mod replId">
          <ac:chgData name="MingyuXiao" userId="86e03c77-53a3-454b-af0c-e096b7b7ab83" providerId="ADAL" clId="{F4A44B08-F816-44C0-9588-02493AD4028C}" dt="2024-03-28T08:46:09.930" v="8"/>
          <ac:graphicFrameMkLst>
            <pc:docMk/>
            <pc:sldMk cId="0" sldId="347"/>
            <ac:graphicFrameMk id="6" creationId="{2475BE8E-CA1B-4CC2-9B1A-23146BF927BA}"/>
          </ac:graphicFrameMkLst>
        </pc:graphicFrameChg>
      </pc:sldChg>
    </pc:docChg>
  </pc:docChgLst>
  <pc:docChgLst>
    <pc:chgData name="MingyuXiao" userId="86e03c77-53a3-454b-af0c-e096b7b7ab83" providerId="ADAL" clId="{68F68626-8EDB-430E-804A-EDFF897FA187}"/>
    <pc:docChg chg="custSel addSld modSld">
      <pc:chgData name="MingyuXiao" userId="86e03c77-53a3-454b-af0c-e096b7b7ab83" providerId="ADAL" clId="{68F68626-8EDB-430E-804A-EDFF897FA187}" dt="2025-11-06T08:12:40.044" v="63" actId="1076"/>
      <pc:docMkLst>
        <pc:docMk/>
      </pc:docMkLst>
      <pc:sldChg chg="addSp delSp modSp new mod">
        <pc:chgData name="MingyuXiao" userId="86e03c77-53a3-454b-af0c-e096b7b7ab83" providerId="ADAL" clId="{68F68626-8EDB-430E-804A-EDFF897FA187}" dt="2025-11-06T08:12:40.044" v="63" actId="1076"/>
        <pc:sldMkLst>
          <pc:docMk/>
          <pc:sldMk cId="933826570" sldId="359"/>
        </pc:sldMkLst>
        <pc:spChg chg="mod">
          <ac:chgData name="MingyuXiao" userId="86e03c77-53a3-454b-af0c-e096b7b7ab83" providerId="ADAL" clId="{68F68626-8EDB-430E-804A-EDFF897FA187}" dt="2025-11-06T08:12:37.867" v="62" actId="14100"/>
          <ac:spMkLst>
            <pc:docMk/>
            <pc:sldMk cId="933826570" sldId="359"/>
            <ac:spMk id="2" creationId="{8A901DC9-2456-4633-91D2-0264E7F87062}"/>
          </ac:spMkLst>
        </pc:spChg>
        <pc:spChg chg="del">
          <ac:chgData name="MingyuXiao" userId="86e03c77-53a3-454b-af0c-e096b7b7ab83" providerId="ADAL" clId="{68F68626-8EDB-430E-804A-EDFF897FA187}" dt="2025-11-06T08:07:42.812" v="42" actId="478"/>
          <ac:spMkLst>
            <pc:docMk/>
            <pc:sldMk cId="933826570" sldId="359"/>
            <ac:spMk id="3" creationId="{706C7D18-43FD-4387-AE14-4C231DD88EE6}"/>
          </ac:spMkLst>
        </pc:spChg>
        <pc:picChg chg="add del mod">
          <ac:chgData name="MingyuXiao" userId="86e03c77-53a3-454b-af0c-e096b7b7ab83" providerId="ADAL" clId="{68F68626-8EDB-430E-804A-EDFF897FA187}" dt="2025-11-06T08:12:20.975" v="48" actId="478"/>
          <ac:picMkLst>
            <pc:docMk/>
            <pc:sldMk cId="933826570" sldId="359"/>
            <ac:picMk id="7" creationId="{2872E38D-04DE-4EA1-AF06-D5D1BB2AE916}"/>
          </ac:picMkLst>
        </pc:picChg>
        <pc:picChg chg="add mod">
          <ac:chgData name="MingyuXiao" userId="86e03c77-53a3-454b-af0c-e096b7b7ab83" providerId="ADAL" clId="{68F68626-8EDB-430E-804A-EDFF897FA187}" dt="2025-11-06T08:12:40.044" v="63" actId="1076"/>
          <ac:picMkLst>
            <pc:docMk/>
            <pc:sldMk cId="933826570" sldId="359"/>
            <ac:picMk id="9" creationId="{0E8BAC64-FC8B-4DBB-887E-A5E959C35AF8}"/>
          </ac:picMkLst>
        </pc:picChg>
      </pc:sldChg>
    </pc:docChg>
  </pc:docChgLst>
  <pc:docChgLst>
    <pc:chgData name="MingyuXiao" userId="86e03c77-53a3-454b-af0c-e096b7b7ab83" providerId="ADAL" clId="{CAD08E2A-F6F8-4AD5-8ADD-81302AF1D08D}"/>
    <pc:docChg chg="undo custSel addSld delSld modSld sldOrd addMainMaster delMainMaster modMainMaster">
      <pc:chgData name="MingyuXiao" userId="86e03c77-53a3-454b-af0c-e096b7b7ab83" providerId="ADAL" clId="{CAD08E2A-F6F8-4AD5-8ADD-81302AF1D08D}" dt="2024-03-13T08:38:13.106" v="361" actId="20577"/>
      <pc:docMkLst>
        <pc:docMk/>
      </pc:docMkLst>
      <pc:sldChg chg="add del modTransition">
        <pc:chgData name="MingyuXiao" userId="86e03c77-53a3-454b-af0c-e096b7b7ab83" providerId="ADAL" clId="{CAD08E2A-F6F8-4AD5-8ADD-81302AF1D08D}" dt="2024-03-13T08:26:53.725" v="331" actId="47"/>
        <pc:sldMkLst>
          <pc:docMk/>
          <pc:sldMk cId="0" sldId="256"/>
        </pc:sldMkLst>
      </pc:sldChg>
      <pc:sldChg chg="add del modTransition">
        <pc:chgData name="MingyuXiao" userId="86e03c77-53a3-454b-af0c-e096b7b7ab83" providerId="ADAL" clId="{CAD08E2A-F6F8-4AD5-8ADD-81302AF1D08D}" dt="2024-03-13T08:26:53.725" v="331" actId="47"/>
        <pc:sldMkLst>
          <pc:docMk/>
          <pc:sldMk cId="0" sldId="257"/>
        </pc:sldMkLst>
      </pc:sldChg>
      <pc:sldChg chg="add del modTransition">
        <pc:chgData name="MingyuXiao" userId="86e03c77-53a3-454b-af0c-e096b7b7ab83" providerId="ADAL" clId="{CAD08E2A-F6F8-4AD5-8ADD-81302AF1D08D}" dt="2024-03-13T08:26:53.725" v="331" actId="47"/>
        <pc:sldMkLst>
          <pc:docMk/>
          <pc:sldMk cId="0" sldId="258"/>
        </pc:sldMkLst>
      </pc:sldChg>
      <pc:sldChg chg="modSp add del mod modTransition modAnim">
        <pc:chgData name="MingyuXiao" userId="86e03c77-53a3-454b-af0c-e096b7b7ab83" providerId="ADAL" clId="{CAD08E2A-F6F8-4AD5-8ADD-81302AF1D08D}" dt="2024-03-13T08:26:53.725" v="331" actId="47"/>
        <pc:sldMkLst>
          <pc:docMk/>
          <pc:sldMk cId="0" sldId="259"/>
        </pc:sldMkLst>
        <pc:spChg chg="mod">
          <ac:chgData name="MingyuXiao" userId="86e03c77-53a3-454b-af0c-e096b7b7ab83" providerId="ADAL" clId="{CAD08E2A-F6F8-4AD5-8ADD-81302AF1D08D}" dt="2024-03-13T07:28:36.360" v="16" actId="14100"/>
          <ac:spMkLst>
            <pc:docMk/>
            <pc:sldMk cId="0" sldId="259"/>
            <ac:spMk id="10243" creationId="{AF019555-063B-4609-8AE2-532765272585}"/>
          </ac:spMkLst>
        </pc:spChg>
        <pc:graphicFrameChg chg="mod">
          <ac:chgData name="MingyuXiao" userId="86e03c77-53a3-454b-af0c-e096b7b7ab83" providerId="ADAL" clId="{CAD08E2A-F6F8-4AD5-8ADD-81302AF1D08D}" dt="2024-03-13T07:28:36.360" v="16" actId="14100"/>
          <ac:graphicFrameMkLst>
            <pc:docMk/>
            <pc:sldMk cId="0" sldId="259"/>
            <ac:graphicFrameMk id="10255" creationId="{522D496A-5B89-4955-8387-603163C255F8}"/>
          </ac:graphicFrameMkLst>
        </pc:graphicFrameChg>
        <pc:graphicFrameChg chg="mod">
          <ac:chgData name="MingyuXiao" userId="86e03c77-53a3-454b-af0c-e096b7b7ab83" providerId="ADAL" clId="{CAD08E2A-F6F8-4AD5-8ADD-81302AF1D08D}" dt="2024-03-13T07:28:36.360" v="16" actId="14100"/>
          <ac:graphicFrameMkLst>
            <pc:docMk/>
            <pc:sldMk cId="0" sldId="259"/>
            <ac:graphicFrameMk id="10257" creationId="{3A7659B4-8E63-4802-ABBA-DBC339B4C7D2}"/>
          </ac:graphicFrameMkLst>
        </pc:graphicFrameChg>
        <pc:graphicFrameChg chg="mod">
          <ac:chgData name="MingyuXiao" userId="86e03c77-53a3-454b-af0c-e096b7b7ab83" providerId="ADAL" clId="{CAD08E2A-F6F8-4AD5-8ADD-81302AF1D08D}" dt="2024-03-13T07:28:36.360" v="16" actId="14100"/>
          <ac:graphicFrameMkLst>
            <pc:docMk/>
            <pc:sldMk cId="0" sldId="259"/>
            <ac:graphicFrameMk id="10263" creationId="{862728DD-01FF-4881-8C3A-C6CBB1B57644}"/>
          </ac:graphicFrameMkLst>
        </pc:graphicFrameChg>
        <pc:graphicFrameChg chg="mod">
          <ac:chgData name="MingyuXiao" userId="86e03c77-53a3-454b-af0c-e096b7b7ab83" providerId="ADAL" clId="{CAD08E2A-F6F8-4AD5-8ADD-81302AF1D08D}" dt="2024-03-13T07:28:36.360" v="16" actId="14100"/>
          <ac:graphicFrameMkLst>
            <pc:docMk/>
            <pc:sldMk cId="0" sldId="259"/>
            <ac:graphicFrameMk id="10264" creationId="{92D8E49E-914D-4741-8D37-EF28F4B11D8B}"/>
          </ac:graphicFrameMkLst>
        </pc:graphicFrameChg>
        <pc:picChg chg="mod">
          <ac:chgData name="MingyuXiao" userId="86e03c77-53a3-454b-af0c-e096b7b7ab83" providerId="ADAL" clId="{CAD08E2A-F6F8-4AD5-8ADD-81302AF1D08D}" dt="2024-03-13T07:28:36.360" v="16" actId="14100"/>
          <ac:picMkLst>
            <pc:docMk/>
            <pc:sldMk cId="0" sldId="259"/>
            <ac:picMk id="10253" creationId="{13FF3399-F9E4-47CF-9CD6-B1F007302401}"/>
          </ac:picMkLst>
        </pc:picChg>
        <pc:picChg chg="mod">
          <ac:chgData name="MingyuXiao" userId="86e03c77-53a3-454b-af0c-e096b7b7ab83" providerId="ADAL" clId="{CAD08E2A-F6F8-4AD5-8ADD-81302AF1D08D}" dt="2024-03-13T07:28:36.360" v="16" actId="14100"/>
          <ac:picMkLst>
            <pc:docMk/>
            <pc:sldMk cId="0" sldId="259"/>
            <ac:picMk id="10259" creationId="{A29D866C-DB7C-4CB1-8307-7B754808C140}"/>
          </ac:picMkLst>
        </pc:picChg>
        <pc:picChg chg="mod">
          <ac:chgData name="MingyuXiao" userId="86e03c77-53a3-454b-af0c-e096b7b7ab83" providerId="ADAL" clId="{CAD08E2A-F6F8-4AD5-8ADD-81302AF1D08D}" dt="2024-03-13T07:28:36.360" v="16" actId="14100"/>
          <ac:picMkLst>
            <pc:docMk/>
            <pc:sldMk cId="0" sldId="259"/>
            <ac:picMk id="10260" creationId="{AB8CDE27-C498-4CCC-AC38-CC4EDE2623A2}"/>
          </ac:picMkLst>
        </pc:picChg>
        <pc:picChg chg="mod">
          <ac:chgData name="MingyuXiao" userId="86e03c77-53a3-454b-af0c-e096b7b7ab83" providerId="ADAL" clId="{CAD08E2A-F6F8-4AD5-8ADD-81302AF1D08D}" dt="2024-03-13T07:28:36.360" v="16" actId="14100"/>
          <ac:picMkLst>
            <pc:docMk/>
            <pc:sldMk cId="0" sldId="259"/>
            <ac:picMk id="10262" creationId="{18AE37C2-87E4-4BBA-836D-CA634D9B5F10}"/>
          </ac:picMkLst>
        </pc:picChg>
        <pc:picChg chg="mod">
          <ac:chgData name="MingyuXiao" userId="86e03c77-53a3-454b-af0c-e096b7b7ab83" providerId="ADAL" clId="{CAD08E2A-F6F8-4AD5-8ADD-81302AF1D08D}" dt="2024-03-13T07:28:36.360" v="16" actId="14100"/>
          <ac:picMkLst>
            <pc:docMk/>
            <pc:sldMk cId="0" sldId="259"/>
            <ac:picMk id="10266" creationId="{464DAD94-FF9E-4A15-8377-26D4AABCB111}"/>
          </ac:picMkLst>
        </pc:picChg>
      </pc:sldChg>
      <pc:sldChg chg="add del modTransition">
        <pc:chgData name="MingyuXiao" userId="86e03c77-53a3-454b-af0c-e096b7b7ab83" providerId="ADAL" clId="{CAD08E2A-F6F8-4AD5-8ADD-81302AF1D08D}" dt="2024-03-13T08:26:53.725" v="331" actId="47"/>
        <pc:sldMkLst>
          <pc:docMk/>
          <pc:sldMk cId="0" sldId="260"/>
        </pc:sldMkLst>
      </pc:sldChg>
      <pc:sldChg chg="add del modTransition modAnim">
        <pc:chgData name="MingyuXiao" userId="86e03c77-53a3-454b-af0c-e096b7b7ab83" providerId="ADAL" clId="{CAD08E2A-F6F8-4AD5-8ADD-81302AF1D08D}" dt="2024-03-13T08:26:53.725" v="331" actId="47"/>
        <pc:sldMkLst>
          <pc:docMk/>
          <pc:sldMk cId="0" sldId="261"/>
        </pc:sldMkLst>
      </pc:sldChg>
      <pc:sldChg chg="addSp modSp add del modTransition modAnim">
        <pc:chgData name="MingyuXiao" userId="86e03c77-53a3-454b-af0c-e096b7b7ab83" providerId="ADAL" clId="{CAD08E2A-F6F8-4AD5-8ADD-81302AF1D08D}" dt="2024-03-13T08:26:53.725" v="331" actId="47"/>
        <pc:sldMkLst>
          <pc:docMk/>
          <pc:sldMk cId="0" sldId="262"/>
        </pc:sldMkLst>
        <pc:spChg chg="mod">
          <ac:chgData name="MingyuXiao" userId="86e03c77-53a3-454b-af0c-e096b7b7ab83" providerId="ADAL" clId="{CAD08E2A-F6F8-4AD5-8ADD-81302AF1D08D}" dt="2024-03-13T07:30:14.914" v="23" actId="164"/>
          <ac:spMkLst>
            <pc:docMk/>
            <pc:sldMk cId="0" sldId="262"/>
            <ac:spMk id="2" creationId="{71A4CED1-6B3B-416A-BCA8-D8EB6E8B9F36}"/>
          </ac:spMkLst>
        </pc:spChg>
        <pc:spChg chg="mod">
          <ac:chgData name="MingyuXiao" userId="86e03c77-53a3-454b-af0c-e096b7b7ab83" providerId="ADAL" clId="{CAD08E2A-F6F8-4AD5-8ADD-81302AF1D08D}" dt="2024-03-13T07:30:14.914" v="23" actId="164"/>
          <ac:spMkLst>
            <pc:docMk/>
            <pc:sldMk cId="0" sldId="262"/>
            <ac:spMk id="5" creationId="{61EF1A7C-9EDC-4C3F-B014-A3116AD739D0}"/>
          </ac:spMkLst>
        </pc:spChg>
        <pc:spChg chg="mod">
          <ac:chgData name="MingyuXiao" userId="86e03c77-53a3-454b-af0c-e096b7b7ab83" providerId="ADAL" clId="{CAD08E2A-F6F8-4AD5-8ADD-81302AF1D08D}" dt="2024-03-13T07:30:14.914" v="23" actId="164"/>
          <ac:spMkLst>
            <pc:docMk/>
            <pc:sldMk cId="0" sldId="262"/>
            <ac:spMk id="6" creationId="{92D02B25-33AD-4799-9BB8-4F94C2B586E4}"/>
          </ac:spMkLst>
        </pc:spChg>
        <pc:spChg chg="mod">
          <ac:chgData name="MingyuXiao" userId="86e03c77-53a3-454b-af0c-e096b7b7ab83" providerId="ADAL" clId="{CAD08E2A-F6F8-4AD5-8ADD-81302AF1D08D}" dt="2024-03-13T07:30:14.914" v="23" actId="164"/>
          <ac:spMkLst>
            <pc:docMk/>
            <pc:sldMk cId="0" sldId="262"/>
            <ac:spMk id="7" creationId="{581DBC20-1E49-435C-AFC8-4B61265C5DE3}"/>
          </ac:spMkLst>
        </pc:spChg>
        <pc:spChg chg="mod">
          <ac:chgData name="MingyuXiao" userId="86e03c77-53a3-454b-af0c-e096b7b7ab83" providerId="ADAL" clId="{CAD08E2A-F6F8-4AD5-8ADD-81302AF1D08D}" dt="2024-03-13T07:30:14.914" v="23" actId="164"/>
          <ac:spMkLst>
            <pc:docMk/>
            <pc:sldMk cId="0" sldId="262"/>
            <ac:spMk id="8" creationId="{9A289B41-261A-4B01-B6F8-933FD6882DCB}"/>
          </ac:spMkLst>
        </pc:spChg>
        <pc:spChg chg="mod">
          <ac:chgData name="MingyuXiao" userId="86e03c77-53a3-454b-af0c-e096b7b7ab83" providerId="ADAL" clId="{CAD08E2A-F6F8-4AD5-8ADD-81302AF1D08D}" dt="2024-03-13T07:30:14.914" v="23" actId="164"/>
          <ac:spMkLst>
            <pc:docMk/>
            <pc:sldMk cId="0" sldId="262"/>
            <ac:spMk id="9" creationId="{69F22B18-EB5B-45DA-BF6B-4A9978FFEE66}"/>
          </ac:spMkLst>
        </pc:spChg>
        <pc:spChg chg="mod">
          <ac:chgData name="MingyuXiao" userId="86e03c77-53a3-454b-af0c-e096b7b7ab83" providerId="ADAL" clId="{CAD08E2A-F6F8-4AD5-8ADD-81302AF1D08D}" dt="2024-03-13T07:30:14.914" v="23" actId="164"/>
          <ac:spMkLst>
            <pc:docMk/>
            <pc:sldMk cId="0" sldId="262"/>
            <ac:spMk id="13" creationId="{A8792210-6506-4B56-924A-B955D8F51D7C}"/>
          </ac:spMkLst>
        </pc:spChg>
        <pc:spChg chg="mod">
          <ac:chgData name="MingyuXiao" userId="86e03c77-53a3-454b-af0c-e096b7b7ab83" providerId="ADAL" clId="{CAD08E2A-F6F8-4AD5-8ADD-81302AF1D08D}" dt="2024-03-13T07:30:14.914" v="23" actId="164"/>
          <ac:spMkLst>
            <pc:docMk/>
            <pc:sldMk cId="0" sldId="262"/>
            <ac:spMk id="14" creationId="{B4DCC301-B667-47DA-8DA5-CCE857351901}"/>
          </ac:spMkLst>
        </pc:spChg>
        <pc:spChg chg="mod">
          <ac:chgData name="MingyuXiao" userId="86e03c77-53a3-454b-af0c-e096b7b7ab83" providerId="ADAL" clId="{CAD08E2A-F6F8-4AD5-8ADD-81302AF1D08D}" dt="2024-03-13T07:30:14.914" v="23" actId="164"/>
          <ac:spMkLst>
            <pc:docMk/>
            <pc:sldMk cId="0" sldId="262"/>
            <ac:spMk id="15" creationId="{49F73A96-B508-4931-A690-614ACF629EDE}"/>
          </ac:spMkLst>
        </pc:spChg>
        <pc:spChg chg="mod">
          <ac:chgData name="MingyuXiao" userId="86e03c77-53a3-454b-af0c-e096b7b7ab83" providerId="ADAL" clId="{CAD08E2A-F6F8-4AD5-8ADD-81302AF1D08D}" dt="2024-03-13T07:30:14.914" v="23" actId="164"/>
          <ac:spMkLst>
            <pc:docMk/>
            <pc:sldMk cId="0" sldId="262"/>
            <ac:spMk id="16" creationId="{ED7C1503-AF83-4502-B240-A98363F37790}"/>
          </ac:spMkLst>
        </pc:spChg>
        <pc:spChg chg="mod">
          <ac:chgData name="MingyuXiao" userId="86e03c77-53a3-454b-af0c-e096b7b7ab83" providerId="ADAL" clId="{CAD08E2A-F6F8-4AD5-8ADD-81302AF1D08D}" dt="2024-03-13T07:30:14.914" v="23" actId="164"/>
          <ac:spMkLst>
            <pc:docMk/>
            <pc:sldMk cId="0" sldId="262"/>
            <ac:spMk id="17" creationId="{546DF52C-5BE8-420D-BB5D-24086BDF8C9F}"/>
          </ac:spMkLst>
        </pc:spChg>
        <pc:spChg chg="mod">
          <ac:chgData name="MingyuXiao" userId="86e03c77-53a3-454b-af0c-e096b7b7ab83" providerId="ADAL" clId="{CAD08E2A-F6F8-4AD5-8ADD-81302AF1D08D}" dt="2024-03-13T07:31:36.860" v="29" actId="164"/>
          <ac:spMkLst>
            <pc:docMk/>
            <pc:sldMk cId="0" sldId="262"/>
            <ac:spMk id="20489" creationId="{E2313231-77F0-43E4-8939-B81B6BD46E01}"/>
          </ac:spMkLst>
        </pc:spChg>
        <pc:spChg chg="mod">
          <ac:chgData name="MingyuXiao" userId="86e03c77-53a3-454b-af0c-e096b7b7ab83" providerId="ADAL" clId="{CAD08E2A-F6F8-4AD5-8ADD-81302AF1D08D}" dt="2024-03-13T07:30:14.914" v="23" actId="164"/>
          <ac:spMkLst>
            <pc:docMk/>
            <pc:sldMk cId="0" sldId="262"/>
            <ac:spMk id="20490" creationId="{6B3FFFF4-4014-4F47-82FF-0BAD718E17F2}"/>
          </ac:spMkLst>
        </pc:spChg>
        <pc:spChg chg="mod">
          <ac:chgData name="MingyuXiao" userId="86e03c77-53a3-454b-af0c-e096b7b7ab83" providerId="ADAL" clId="{CAD08E2A-F6F8-4AD5-8ADD-81302AF1D08D}" dt="2024-03-13T07:30:14.914" v="23" actId="164"/>
          <ac:spMkLst>
            <pc:docMk/>
            <pc:sldMk cId="0" sldId="262"/>
            <ac:spMk id="20491" creationId="{44DD6A4A-2226-48B2-9E39-B1EDEE8F9166}"/>
          </ac:spMkLst>
        </pc:spChg>
        <pc:spChg chg="mod">
          <ac:chgData name="MingyuXiao" userId="86e03c77-53a3-454b-af0c-e096b7b7ab83" providerId="ADAL" clId="{CAD08E2A-F6F8-4AD5-8ADD-81302AF1D08D}" dt="2024-03-13T07:30:14.914" v="23" actId="164"/>
          <ac:spMkLst>
            <pc:docMk/>
            <pc:sldMk cId="0" sldId="262"/>
            <ac:spMk id="20492" creationId="{C782F88F-8493-494F-BE1C-5FDE55459E55}"/>
          </ac:spMkLst>
        </pc:spChg>
        <pc:grpChg chg="add mod">
          <ac:chgData name="MingyuXiao" userId="86e03c77-53a3-454b-af0c-e096b7b7ab83" providerId="ADAL" clId="{CAD08E2A-F6F8-4AD5-8ADD-81302AF1D08D}" dt="2024-03-13T07:31:36.860" v="29" actId="164"/>
          <ac:grpSpMkLst>
            <pc:docMk/>
            <pc:sldMk cId="0" sldId="262"/>
            <ac:grpSpMk id="3" creationId="{DD41B7B0-E4E6-48B0-8AA5-121CA57A3DB6}"/>
          </ac:grpSpMkLst>
        </pc:grpChg>
        <pc:grpChg chg="add mod">
          <ac:chgData name="MingyuXiao" userId="86e03c77-53a3-454b-af0c-e096b7b7ab83" providerId="ADAL" clId="{CAD08E2A-F6F8-4AD5-8ADD-81302AF1D08D}" dt="2024-03-13T07:31:36.860" v="29" actId="164"/>
          <ac:grpSpMkLst>
            <pc:docMk/>
            <pc:sldMk cId="0" sldId="262"/>
            <ac:grpSpMk id="4" creationId="{FB6AE25D-FEAF-4F91-92A1-778508B922C6}"/>
          </ac:grpSpMkLst>
        </pc:grpChg>
      </pc:sldChg>
      <pc:sldChg chg="modSp add del modTransition modAnim">
        <pc:chgData name="MingyuXiao" userId="86e03c77-53a3-454b-af0c-e096b7b7ab83" providerId="ADAL" clId="{CAD08E2A-F6F8-4AD5-8ADD-81302AF1D08D}" dt="2024-03-13T08:26:53.725" v="331" actId="47"/>
        <pc:sldMkLst>
          <pc:docMk/>
          <pc:sldMk cId="0" sldId="263"/>
        </pc:sldMkLst>
        <pc:spChg chg="mod">
          <ac:chgData name="MingyuXiao" userId="86e03c77-53a3-454b-af0c-e096b7b7ab83" providerId="ADAL" clId="{CAD08E2A-F6F8-4AD5-8ADD-81302AF1D08D}" dt="2024-03-13T07:33:09.640" v="38" actId="14100"/>
          <ac:spMkLst>
            <pc:docMk/>
            <pc:sldMk cId="0" sldId="263"/>
            <ac:spMk id="18435" creationId="{33E0AF8C-F73B-4D7D-98E6-539F0E81C10B}"/>
          </ac:spMkLst>
        </pc:spChg>
      </pc:sldChg>
      <pc:sldChg chg="modSp add del mod modTransition">
        <pc:chgData name="MingyuXiao" userId="86e03c77-53a3-454b-af0c-e096b7b7ab83" providerId="ADAL" clId="{CAD08E2A-F6F8-4AD5-8ADD-81302AF1D08D}" dt="2024-03-13T08:26:53.725" v="331" actId="47"/>
        <pc:sldMkLst>
          <pc:docMk/>
          <pc:sldMk cId="0" sldId="264"/>
        </pc:sldMkLst>
        <pc:spChg chg="mod">
          <ac:chgData name="MingyuXiao" userId="86e03c77-53a3-454b-af0c-e096b7b7ab83" providerId="ADAL" clId="{CAD08E2A-F6F8-4AD5-8ADD-81302AF1D08D}" dt="2024-03-13T07:35:26.608" v="67" actId="1076"/>
          <ac:spMkLst>
            <pc:docMk/>
            <pc:sldMk cId="0" sldId="264"/>
            <ac:spMk id="20482" creationId="{5B7976B0-D7F1-4CFB-8F55-52522486DA99}"/>
          </ac:spMkLst>
        </pc:spChg>
        <pc:spChg chg="mod">
          <ac:chgData name="MingyuXiao" userId="86e03c77-53a3-454b-af0c-e096b7b7ab83" providerId="ADAL" clId="{CAD08E2A-F6F8-4AD5-8ADD-81302AF1D08D}" dt="2024-03-13T07:34:24.569" v="46" actId="1076"/>
          <ac:spMkLst>
            <pc:docMk/>
            <pc:sldMk cId="0" sldId="264"/>
            <ac:spMk id="20483" creationId="{E97E40EB-DA23-4F49-9101-425564A5C7E2}"/>
          </ac:spMkLst>
        </pc:spChg>
        <pc:spChg chg="mod">
          <ac:chgData name="MingyuXiao" userId="86e03c77-53a3-454b-af0c-e096b7b7ab83" providerId="ADAL" clId="{CAD08E2A-F6F8-4AD5-8ADD-81302AF1D08D}" dt="2024-03-13T07:34:55.699" v="59" actId="1076"/>
          <ac:spMkLst>
            <pc:docMk/>
            <pc:sldMk cId="0" sldId="264"/>
            <ac:spMk id="20484" creationId="{8E56BC42-FA9B-478D-89BB-AEF204884200}"/>
          </ac:spMkLst>
        </pc:spChg>
        <pc:spChg chg="mod">
          <ac:chgData name="MingyuXiao" userId="86e03c77-53a3-454b-af0c-e096b7b7ab83" providerId="ADAL" clId="{CAD08E2A-F6F8-4AD5-8ADD-81302AF1D08D}" dt="2024-03-13T07:35:02.203" v="61" actId="1076"/>
          <ac:spMkLst>
            <pc:docMk/>
            <pc:sldMk cId="0" sldId="264"/>
            <ac:spMk id="20485" creationId="{9676ED4E-F8EE-4F85-9A53-C5E3E91DB2A2}"/>
          </ac:spMkLst>
        </pc:spChg>
        <pc:spChg chg="mod">
          <ac:chgData name="MingyuXiao" userId="86e03c77-53a3-454b-af0c-e096b7b7ab83" providerId="ADAL" clId="{CAD08E2A-F6F8-4AD5-8ADD-81302AF1D08D}" dt="2024-03-13T07:35:05.545" v="62" actId="1076"/>
          <ac:spMkLst>
            <pc:docMk/>
            <pc:sldMk cId="0" sldId="264"/>
            <ac:spMk id="20486" creationId="{8796887B-467A-4979-A7D5-53497CC38BEE}"/>
          </ac:spMkLst>
        </pc:spChg>
      </pc:sldChg>
      <pc:sldChg chg="add del modTransition">
        <pc:chgData name="MingyuXiao" userId="86e03c77-53a3-454b-af0c-e096b7b7ab83" providerId="ADAL" clId="{CAD08E2A-F6F8-4AD5-8ADD-81302AF1D08D}" dt="2024-03-13T08:26:53.725" v="331" actId="47"/>
        <pc:sldMkLst>
          <pc:docMk/>
          <pc:sldMk cId="0" sldId="265"/>
        </pc:sldMkLst>
      </pc:sldChg>
      <pc:sldChg chg="addSp delSp modSp add del mod modTransition modAnim">
        <pc:chgData name="MingyuXiao" userId="86e03c77-53a3-454b-af0c-e096b7b7ab83" providerId="ADAL" clId="{CAD08E2A-F6F8-4AD5-8ADD-81302AF1D08D}" dt="2024-03-13T08:26:53.725" v="331" actId="47"/>
        <pc:sldMkLst>
          <pc:docMk/>
          <pc:sldMk cId="0" sldId="266"/>
        </pc:sldMkLst>
        <pc:spChg chg="add mod">
          <ac:chgData name="MingyuXiao" userId="86e03c77-53a3-454b-af0c-e096b7b7ab83" providerId="ADAL" clId="{CAD08E2A-F6F8-4AD5-8ADD-81302AF1D08D}" dt="2024-03-13T08:08:26.191" v="261"/>
          <ac:spMkLst>
            <pc:docMk/>
            <pc:sldMk cId="0" sldId="266"/>
            <ac:spMk id="2" creationId="{477FF0ED-F423-4A10-BFF1-2439FBACC728}"/>
          </ac:spMkLst>
        </pc:spChg>
        <pc:spChg chg="del">
          <ac:chgData name="MingyuXiao" userId="86e03c77-53a3-454b-af0c-e096b7b7ab83" providerId="ADAL" clId="{CAD08E2A-F6F8-4AD5-8ADD-81302AF1D08D}" dt="2024-03-13T07:45:05.441" v="109" actId="478"/>
          <ac:spMkLst>
            <pc:docMk/>
            <pc:sldMk cId="0" sldId="266"/>
            <ac:spMk id="577539" creationId="{CD2AFEDC-A126-4CC7-9096-53C0DB3EA1A7}"/>
          </ac:spMkLst>
        </pc:spChg>
        <pc:spChg chg="del">
          <ac:chgData name="MingyuXiao" userId="86e03c77-53a3-454b-af0c-e096b7b7ab83" providerId="ADAL" clId="{CAD08E2A-F6F8-4AD5-8ADD-81302AF1D08D}" dt="2024-03-13T07:45:01.392" v="108" actId="478"/>
          <ac:spMkLst>
            <pc:docMk/>
            <pc:sldMk cId="0" sldId="266"/>
            <ac:spMk id="577542" creationId="{FBADA80D-12A9-47A3-83CA-43223B6BF795}"/>
          </ac:spMkLst>
        </pc:spChg>
        <pc:graphicFrameChg chg="del">
          <ac:chgData name="MingyuXiao" userId="86e03c77-53a3-454b-af0c-e096b7b7ab83" providerId="ADAL" clId="{CAD08E2A-F6F8-4AD5-8ADD-81302AF1D08D}" dt="2024-03-13T07:45:01.392" v="108" actId="478"/>
          <ac:graphicFrameMkLst>
            <pc:docMk/>
            <pc:sldMk cId="0" sldId="266"/>
            <ac:graphicFrameMk id="40966" creationId="{449DFB4A-4830-4023-909F-4086B837CE8E}"/>
          </ac:graphicFrameMkLst>
        </pc:graphicFrameChg>
      </pc:sldChg>
      <pc:sldChg chg="modSp add del mod modTransition">
        <pc:chgData name="MingyuXiao" userId="86e03c77-53a3-454b-af0c-e096b7b7ab83" providerId="ADAL" clId="{CAD08E2A-F6F8-4AD5-8ADD-81302AF1D08D}" dt="2024-03-13T08:26:53.725" v="331" actId="47"/>
        <pc:sldMkLst>
          <pc:docMk/>
          <pc:sldMk cId="0" sldId="267"/>
        </pc:sldMkLst>
        <pc:spChg chg="mod">
          <ac:chgData name="MingyuXiao" userId="86e03c77-53a3-454b-af0c-e096b7b7ab83" providerId="ADAL" clId="{CAD08E2A-F6F8-4AD5-8ADD-81302AF1D08D}" dt="2024-03-13T08:08:26.191" v="261"/>
          <ac:spMkLst>
            <pc:docMk/>
            <pc:sldMk cId="0" sldId="267"/>
            <ac:spMk id="45058" creationId="{B7ADE7A3-9291-4DFF-895F-F5EF69F47CF3}"/>
          </ac:spMkLst>
        </pc:spChg>
      </pc:sldChg>
      <pc:sldChg chg="add del modTransition">
        <pc:chgData name="MingyuXiao" userId="86e03c77-53a3-454b-af0c-e096b7b7ab83" providerId="ADAL" clId="{CAD08E2A-F6F8-4AD5-8ADD-81302AF1D08D}" dt="2024-03-13T08:26:53.725" v="331" actId="47"/>
        <pc:sldMkLst>
          <pc:docMk/>
          <pc:sldMk cId="0" sldId="268"/>
        </pc:sldMkLst>
      </pc:sldChg>
      <pc:sldChg chg="modSp add del modTransition">
        <pc:chgData name="MingyuXiao" userId="86e03c77-53a3-454b-af0c-e096b7b7ab83" providerId="ADAL" clId="{CAD08E2A-F6F8-4AD5-8ADD-81302AF1D08D}" dt="2024-03-13T08:26:53.725" v="331" actId="47"/>
        <pc:sldMkLst>
          <pc:docMk/>
          <pc:sldMk cId="0" sldId="269"/>
        </pc:sldMkLst>
        <pc:spChg chg="mod">
          <ac:chgData name="MingyuXiao" userId="86e03c77-53a3-454b-af0c-e096b7b7ab83" providerId="ADAL" clId="{CAD08E2A-F6F8-4AD5-8ADD-81302AF1D08D}" dt="2024-03-13T07:44:17.066" v="106" actId="20577"/>
          <ac:spMkLst>
            <pc:docMk/>
            <pc:sldMk cId="0" sldId="269"/>
            <ac:spMk id="611336" creationId="{371AFCCB-8793-4C49-AD76-04E6EE66F438}"/>
          </ac:spMkLst>
        </pc:spChg>
      </pc:sldChg>
      <pc:sldChg chg="add del modTransition">
        <pc:chgData name="MingyuXiao" userId="86e03c77-53a3-454b-af0c-e096b7b7ab83" providerId="ADAL" clId="{CAD08E2A-F6F8-4AD5-8ADD-81302AF1D08D}" dt="2024-03-13T08:26:53.725" v="331" actId="47"/>
        <pc:sldMkLst>
          <pc:docMk/>
          <pc:sldMk cId="0" sldId="270"/>
        </pc:sldMkLst>
      </pc:sldChg>
      <pc:sldChg chg="modSp add del mod modTransition">
        <pc:chgData name="MingyuXiao" userId="86e03c77-53a3-454b-af0c-e096b7b7ab83" providerId="ADAL" clId="{CAD08E2A-F6F8-4AD5-8ADD-81302AF1D08D}" dt="2024-03-13T08:30:37.508" v="359" actId="20577"/>
        <pc:sldMkLst>
          <pc:docMk/>
          <pc:sldMk cId="0" sldId="271"/>
        </pc:sldMkLst>
        <pc:spChg chg="mod">
          <ac:chgData name="MingyuXiao" userId="86e03c77-53a3-454b-af0c-e096b7b7ab83" providerId="ADAL" clId="{CAD08E2A-F6F8-4AD5-8ADD-81302AF1D08D}" dt="2024-03-13T08:30:37.508" v="359" actId="20577"/>
          <ac:spMkLst>
            <pc:docMk/>
            <pc:sldMk cId="0" sldId="271"/>
            <ac:spMk id="28674" creationId="{5EF37872-1D66-480A-95C4-55015AF2DA7D}"/>
          </ac:spMkLst>
        </pc:spChg>
      </pc:sldChg>
      <pc:sldChg chg="add del modTransition">
        <pc:chgData name="MingyuXiao" userId="86e03c77-53a3-454b-af0c-e096b7b7ab83" providerId="ADAL" clId="{CAD08E2A-F6F8-4AD5-8ADD-81302AF1D08D}" dt="2024-03-13T08:26:53.725" v="331" actId="47"/>
        <pc:sldMkLst>
          <pc:docMk/>
          <pc:sldMk cId="0" sldId="272"/>
        </pc:sldMkLst>
      </pc:sldChg>
      <pc:sldChg chg="add del modTransition">
        <pc:chgData name="MingyuXiao" userId="86e03c77-53a3-454b-af0c-e096b7b7ab83" providerId="ADAL" clId="{CAD08E2A-F6F8-4AD5-8ADD-81302AF1D08D}" dt="2024-03-13T08:26:53.725" v="331" actId="47"/>
        <pc:sldMkLst>
          <pc:docMk/>
          <pc:sldMk cId="0" sldId="273"/>
        </pc:sldMkLst>
      </pc:sldChg>
      <pc:sldChg chg="add del modTransition">
        <pc:chgData name="MingyuXiao" userId="86e03c77-53a3-454b-af0c-e096b7b7ab83" providerId="ADAL" clId="{CAD08E2A-F6F8-4AD5-8ADD-81302AF1D08D}" dt="2024-03-13T08:26:53.725" v="331" actId="47"/>
        <pc:sldMkLst>
          <pc:docMk/>
          <pc:sldMk cId="0" sldId="274"/>
        </pc:sldMkLst>
      </pc:sldChg>
      <pc:sldChg chg="modSp add del modTransition">
        <pc:chgData name="MingyuXiao" userId="86e03c77-53a3-454b-af0c-e096b7b7ab83" providerId="ADAL" clId="{CAD08E2A-F6F8-4AD5-8ADD-81302AF1D08D}" dt="2024-03-13T08:26:53.725" v="331" actId="47"/>
        <pc:sldMkLst>
          <pc:docMk/>
          <pc:sldMk cId="0" sldId="275"/>
        </pc:sldMkLst>
        <pc:spChg chg="mod">
          <ac:chgData name="MingyuXiao" userId="86e03c77-53a3-454b-af0c-e096b7b7ab83" providerId="ADAL" clId="{CAD08E2A-F6F8-4AD5-8ADD-81302AF1D08D}" dt="2024-03-13T08:22:40.846" v="315" actId="20577"/>
          <ac:spMkLst>
            <pc:docMk/>
            <pc:sldMk cId="0" sldId="275"/>
            <ac:spMk id="23555" creationId="{E23D84F1-6581-4093-B95C-54FFF1CC6890}"/>
          </ac:spMkLst>
        </pc:spChg>
      </pc:sldChg>
      <pc:sldChg chg="add del modTransition">
        <pc:chgData name="MingyuXiao" userId="86e03c77-53a3-454b-af0c-e096b7b7ab83" providerId="ADAL" clId="{CAD08E2A-F6F8-4AD5-8ADD-81302AF1D08D}" dt="2024-03-13T08:26:53.725" v="331" actId="47"/>
        <pc:sldMkLst>
          <pc:docMk/>
          <pc:sldMk cId="0" sldId="276"/>
        </pc:sldMkLst>
      </pc:sldChg>
      <pc:sldChg chg="add del modTransition">
        <pc:chgData name="MingyuXiao" userId="86e03c77-53a3-454b-af0c-e096b7b7ab83" providerId="ADAL" clId="{CAD08E2A-F6F8-4AD5-8ADD-81302AF1D08D}" dt="2024-03-13T08:26:53.725" v="331" actId="47"/>
        <pc:sldMkLst>
          <pc:docMk/>
          <pc:sldMk cId="0" sldId="277"/>
        </pc:sldMkLst>
      </pc:sldChg>
      <pc:sldChg chg="add del modTransition modAnim">
        <pc:chgData name="MingyuXiao" userId="86e03c77-53a3-454b-af0c-e096b7b7ab83" providerId="ADAL" clId="{CAD08E2A-F6F8-4AD5-8ADD-81302AF1D08D}" dt="2024-03-13T08:26:53.725" v="331" actId="47"/>
        <pc:sldMkLst>
          <pc:docMk/>
          <pc:sldMk cId="0" sldId="279"/>
        </pc:sldMkLst>
      </pc:sldChg>
      <pc:sldChg chg="add del modTransition">
        <pc:chgData name="MingyuXiao" userId="86e03c77-53a3-454b-af0c-e096b7b7ab83" providerId="ADAL" clId="{CAD08E2A-F6F8-4AD5-8ADD-81302AF1D08D}" dt="2024-03-13T08:26:53.725" v="331" actId="47"/>
        <pc:sldMkLst>
          <pc:docMk/>
          <pc:sldMk cId="0" sldId="295"/>
        </pc:sldMkLst>
      </pc:sldChg>
      <pc:sldChg chg="add del modTransition">
        <pc:chgData name="MingyuXiao" userId="86e03c77-53a3-454b-af0c-e096b7b7ab83" providerId="ADAL" clId="{CAD08E2A-F6F8-4AD5-8ADD-81302AF1D08D}" dt="2024-03-13T08:26:53.725" v="331" actId="47"/>
        <pc:sldMkLst>
          <pc:docMk/>
          <pc:sldMk cId="0" sldId="296"/>
        </pc:sldMkLst>
      </pc:sldChg>
      <pc:sldChg chg="add del modTransition">
        <pc:chgData name="MingyuXiao" userId="86e03c77-53a3-454b-af0c-e096b7b7ab83" providerId="ADAL" clId="{CAD08E2A-F6F8-4AD5-8ADD-81302AF1D08D}" dt="2024-03-13T08:26:53.725" v="331" actId="47"/>
        <pc:sldMkLst>
          <pc:docMk/>
          <pc:sldMk cId="0" sldId="297"/>
        </pc:sldMkLst>
      </pc:sldChg>
      <pc:sldChg chg="modSp add del mod modTransition">
        <pc:chgData name="MingyuXiao" userId="86e03c77-53a3-454b-af0c-e096b7b7ab83" providerId="ADAL" clId="{CAD08E2A-F6F8-4AD5-8ADD-81302AF1D08D}" dt="2024-03-13T08:26:53.725" v="331" actId="47"/>
        <pc:sldMkLst>
          <pc:docMk/>
          <pc:sldMk cId="0" sldId="298"/>
        </pc:sldMkLst>
        <pc:spChg chg="mod">
          <ac:chgData name="MingyuXiao" userId="86e03c77-53a3-454b-af0c-e096b7b7ab83" providerId="ADAL" clId="{CAD08E2A-F6F8-4AD5-8ADD-81302AF1D08D}" dt="2024-03-13T08:08:26.191" v="261"/>
          <ac:spMkLst>
            <pc:docMk/>
            <pc:sldMk cId="0" sldId="298"/>
            <ac:spMk id="4" creationId="{98D9527E-E755-41B3-A944-29F314DC5A65}"/>
          </ac:spMkLst>
        </pc:spChg>
        <pc:spChg chg="mod">
          <ac:chgData name="MingyuXiao" userId="86e03c77-53a3-454b-af0c-e096b7b7ab83" providerId="ADAL" clId="{CAD08E2A-F6F8-4AD5-8ADD-81302AF1D08D}" dt="2024-03-13T08:08:26.191" v="261"/>
          <ac:spMkLst>
            <pc:docMk/>
            <pc:sldMk cId="0" sldId="298"/>
            <ac:spMk id="7170" creationId="{3A885C4E-4BFA-4B06-BBC0-29B1470BA29A}"/>
          </ac:spMkLst>
        </pc:spChg>
        <pc:spChg chg="mod">
          <ac:chgData name="MingyuXiao" userId="86e03c77-53a3-454b-af0c-e096b7b7ab83" providerId="ADAL" clId="{CAD08E2A-F6F8-4AD5-8ADD-81302AF1D08D}" dt="2024-03-13T08:08:26.191" v="261"/>
          <ac:spMkLst>
            <pc:docMk/>
            <pc:sldMk cId="0" sldId="298"/>
            <ac:spMk id="7171" creationId="{42F72418-62EC-4765-A891-C38DF61F42AB}"/>
          </ac:spMkLst>
        </pc:spChg>
        <pc:spChg chg="mod">
          <ac:chgData name="MingyuXiao" userId="86e03c77-53a3-454b-af0c-e096b7b7ab83" providerId="ADAL" clId="{CAD08E2A-F6F8-4AD5-8ADD-81302AF1D08D}" dt="2024-03-13T08:08:26.191" v="261"/>
          <ac:spMkLst>
            <pc:docMk/>
            <pc:sldMk cId="0" sldId="298"/>
            <ac:spMk id="7173" creationId="{CC1594A0-918C-4283-B9DB-BAB39D752AD7}"/>
          </ac:spMkLst>
        </pc:spChg>
      </pc:sldChg>
      <pc:sldChg chg="add del modTransition">
        <pc:chgData name="MingyuXiao" userId="86e03c77-53a3-454b-af0c-e096b7b7ab83" providerId="ADAL" clId="{CAD08E2A-F6F8-4AD5-8ADD-81302AF1D08D}" dt="2024-03-13T08:26:53.725" v="331" actId="47"/>
        <pc:sldMkLst>
          <pc:docMk/>
          <pc:sldMk cId="0" sldId="299"/>
        </pc:sldMkLst>
      </pc:sldChg>
      <pc:sldChg chg="modSp add del mod modTransition">
        <pc:chgData name="MingyuXiao" userId="86e03c77-53a3-454b-af0c-e096b7b7ab83" providerId="ADAL" clId="{CAD08E2A-F6F8-4AD5-8ADD-81302AF1D08D}" dt="2024-03-13T08:26:53.725" v="331" actId="47"/>
        <pc:sldMkLst>
          <pc:docMk/>
          <pc:sldMk cId="0" sldId="300"/>
        </pc:sldMkLst>
        <pc:spChg chg="mod">
          <ac:chgData name="MingyuXiao" userId="86e03c77-53a3-454b-af0c-e096b7b7ab83" providerId="ADAL" clId="{CAD08E2A-F6F8-4AD5-8ADD-81302AF1D08D}" dt="2024-03-13T07:36:16.798" v="68" actId="20577"/>
          <ac:spMkLst>
            <pc:docMk/>
            <pc:sldMk cId="0" sldId="300"/>
            <ac:spMk id="565250" creationId="{FD4E1FAE-B22C-41CE-B7AC-3D0A021BB06E}"/>
          </ac:spMkLst>
        </pc:spChg>
      </pc:sldChg>
      <pc:sldChg chg="add del modTransition">
        <pc:chgData name="MingyuXiao" userId="86e03c77-53a3-454b-af0c-e096b7b7ab83" providerId="ADAL" clId="{CAD08E2A-F6F8-4AD5-8ADD-81302AF1D08D}" dt="2024-03-13T08:26:53.725" v="331" actId="47"/>
        <pc:sldMkLst>
          <pc:docMk/>
          <pc:sldMk cId="0" sldId="301"/>
        </pc:sldMkLst>
      </pc:sldChg>
      <pc:sldChg chg="add del modTransition">
        <pc:chgData name="MingyuXiao" userId="86e03c77-53a3-454b-af0c-e096b7b7ab83" providerId="ADAL" clId="{CAD08E2A-F6F8-4AD5-8ADD-81302AF1D08D}" dt="2024-03-13T08:26:53.725" v="331" actId="47"/>
        <pc:sldMkLst>
          <pc:docMk/>
          <pc:sldMk cId="0" sldId="302"/>
        </pc:sldMkLst>
      </pc:sldChg>
      <pc:sldChg chg="modSp add del mod modTransition">
        <pc:chgData name="MingyuXiao" userId="86e03c77-53a3-454b-af0c-e096b7b7ab83" providerId="ADAL" clId="{CAD08E2A-F6F8-4AD5-8ADD-81302AF1D08D}" dt="2024-03-13T08:26:53.725" v="331" actId="47"/>
        <pc:sldMkLst>
          <pc:docMk/>
          <pc:sldMk cId="0" sldId="303"/>
        </pc:sldMkLst>
        <pc:spChg chg="mod">
          <ac:chgData name="MingyuXiao" userId="86e03c77-53a3-454b-af0c-e096b7b7ab83" providerId="ADAL" clId="{CAD08E2A-F6F8-4AD5-8ADD-81302AF1D08D}" dt="2024-03-13T08:08:26.191" v="261"/>
          <ac:spMkLst>
            <pc:docMk/>
            <pc:sldMk cId="0" sldId="303"/>
            <ac:spMk id="569347" creationId="{FD88473A-8AA6-45C9-A934-AD0829AC531E}"/>
          </ac:spMkLst>
        </pc:spChg>
      </pc:sldChg>
      <pc:sldChg chg="modSp add del mod modTransition">
        <pc:chgData name="MingyuXiao" userId="86e03c77-53a3-454b-af0c-e096b7b7ab83" providerId="ADAL" clId="{CAD08E2A-F6F8-4AD5-8ADD-81302AF1D08D}" dt="2024-03-13T08:26:53.725" v="331" actId="47"/>
        <pc:sldMkLst>
          <pc:docMk/>
          <pc:sldMk cId="0" sldId="304"/>
        </pc:sldMkLst>
        <pc:spChg chg="mod">
          <ac:chgData name="MingyuXiao" userId="86e03c77-53a3-454b-af0c-e096b7b7ab83" providerId="ADAL" clId="{CAD08E2A-F6F8-4AD5-8ADD-81302AF1D08D}" dt="2024-03-13T07:25:57.808" v="2" actId="20577"/>
          <ac:spMkLst>
            <pc:docMk/>
            <pc:sldMk cId="0" sldId="304"/>
            <ac:spMk id="615427" creationId="{5EA601BF-2B22-41F4-9AAB-E9DA4154BC5F}"/>
          </ac:spMkLst>
        </pc:spChg>
      </pc:sldChg>
      <pc:sldChg chg="add del modTransition">
        <pc:chgData name="MingyuXiao" userId="86e03c77-53a3-454b-af0c-e096b7b7ab83" providerId="ADAL" clId="{CAD08E2A-F6F8-4AD5-8ADD-81302AF1D08D}" dt="2024-03-13T08:26:53.725" v="331" actId="47"/>
        <pc:sldMkLst>
          <pc:docMk/>
          <pc:sldMk cId="0" sldId="305"/>
        </pc:sldMkLst>
      </pc:sldChg>
      <pc:sldChg chg="add del modTransition modAnim">
        <pc:chgData name="MingyuXiao" userId="86e03c77-53a3-454b-af0c-e096b7b7ab83" providerId="ADAL" clId="{CAD08E2A-F6F8-4AD5-8ADD-81302AF1D08D}" dt="2024-03-13T08:26:53.725" v="331" actId="47"/>
        <pc:sldMkLst>
          <pc:docMk/>
          <pc:sldMk cId="0" sldId="306"/>
        </pc:sldMkLst>
      </pc:sldChg>
      <pc:sldChg chg="add del modTransition">
        <pc:chgData name="MingyuXiao" userId="86e03c77-53a3-454b-af0c-e096b7b7ab83" providerId="ADAL" clId="{CAD08E2A-F6F8-4AD5-8ADD-81302AF1D08D}" dt="2024-03-13T08:26:53.725" v="331" actId="47"/>
        <pc:sldMkLst>
          <pc:docMk/>
          <pc:sldMk cId="0" sldId="307"/>
        </pc:sldMkLst>
      </pc:sldChg>
      <pc:sldChg chg="modSp add del mod modTransition modAnim">
        <pc:chgData name="MingyuXiao" userId="86e03c77-53a3-454b-af0c-e096b7b7ab83" providerId="ADAL" clId="{CAD08E2A-F6F8-4AD5-8ADD-81302AF1D08D}" dt="2024-03-13T08:26:53.725" v="331" actId="47"/>
        <pc:sldMkLst>
          <pc:docMk/>
          <pc:sldMk cId="0" sldId="308"/>
        </pc:sldMkLst>
        <pc:spChg chg="mod">
          <ac:chgData name="MingyuXiao" userId="86e03c77-53a3-454b-af0c-e096b7b7ab83" providerId="ADAL" clId="{CAD08E2A-F6F8-4AD5-8ADD-81302AF1D08D}" dt="2024-03-13T08:08:26.191" v="261"/>
          <ac:spMkLst>
            <pc:docMk/>
            <pc:sldMk cId="0" sldId="308"/>
            <ac:spMk id="573443" creationId="{8F4379F4-9653-4186-B8D5-BDA309BE9514}"/>
          </ac:spMkLst>
        </pc:spChg>
      </pc:sldChg>
      <pc:sldChg chg="add del modTransition modAnim">
        <pc:chgData name="MingyuXiao" userId="86e03c77-53a3-454b-af0c-e096b7b7ab83" providerId="ADAL" clId="{CAD08E2A-F6F8-4AD5-8ADD-81302AF1D08D}" dt="2024-03-13T08:26:53.725" v="331" actId="47"/>
        <pc:sldMkLst>
          <pc:docMk/>
          <pc:sldMk cId="0" sldId="309"/>
        </pc:sldMkLst>
      </pc:sldChg>
      <pc:sldChg chg="addSp delSp modSp add del mod ord modTransition">
        <pc:chgData name="MingyuXiao" userId="86e03c77-53a3-454b-af0c-e096b7b7ab83" providerId="ADAL" clId="{CAD08E2A-F6F8-4AD5-8ADD-81302AF1D08D}" dt="2024-03-13T08:26:53.725" v="331" actId="47"/>
        <pc:sldMkLst>
          <pc:docMk/>
          <pc:sldMk cId="2002063897" sldId="310"/>
        </pc:sldMkLst>
        <pc:spChg chg="add del mod">
          <ac:chgData name="MingyuXiao" userId="86e03c77-53a3-454b-af0c-e096b7b7ab83" providerId="ADAL" clId="{CAD08E2A-F6F8-4AD5-8ADD-81302AF1D08D}" dt="2024-03-13T07:42:44.609" v="99" actId="478"/>
          <ac:spMkLst>
            <pc:docMk/>
            <pc:sldMk cId="2002063897" sldId="310"/>
            <ac:spMk id="2" creationId="{65160E92-313D-4C23-ADA5-F04FEA7CBED6}"/>
          </ac:spMkLst>
        </pc:spChg>
        <pc:spChg chg="del">
          <ac:chgData name="MingyuXiao" userId="86e03c77-53a3-454b-af0c-e096b7b7ab83" providerId="ADAL" clId="{CAD08E2A-F6F8-4AD5-8ADD-81302AF1D08D}" dt="2024-03-13T07:42:10.362" v="96" actId="478"/>
          <ac:spMkLst>
            <pc:docMk/>
            <pc:sldMk cId="2002063897" sldId="310"/>
            <ac:spMk id="38917" creationId="{35AA3E6F-C880-4494-940B-90D3E390CD39}"/>
          </ac:spMkLst>
        </pc:spChg>
        <pc:spChg chg="mod">
          <ac:chgData name="MingyuXiao" userId="86e03c77-53a3-454b-af0c-e096b7b7ab83" providerId="ADAL" clId="{CAD08E2A-F6F8-4AD5-8ADD-81302AF1D08D}" dt="2024-03-13T08:08:26.191" v="261"/>
          <ac:spMkLst>
            <pc:docMk/>
            <pc:sldMk cId="2002063897" sldId="310"/>
            <ac:spMk id="573443" creationId="{8F4379F4-9653-4186-B8D5-BDA309BE9514}"/>
          </ac:spMkLst>
        </pc:spChg>
        <pc:spChg chg="del">
          <ac:chgData name="MingyuXiao" userId="86e03c77-53a3-454b-af0c-e096b7b7ab83" providerId="ADAL" clId="{CAD08E2A-F6F8-4AD5-8ADD-81302AF1D08D}" dt="2024-03-13T07:42:10.362" v="96" actId="478"/>
          <ac:spMkLst>
            <pc:docMk/>
            <pc:sldMk cId="2002063897" sldId="310"/>
            <ac:spMk id="573444" creationId="{9403CC5F-298A-4A27-AB75-21740A360F21}"/>
          </ac:spMkLst>
        </pc:spChg>
        <pc:graphicFrameChg chg="del">
          <ac:chgData name="MingyuXiao" userId="86e03c77-53a3-454b-af0c-e096b7b7ab83" providerId="ADAL" clId="{CAD08E2A-F6F8-4AD5-8ADD-81302AF1D08D}" dt="2024-03-13T07:42:10.362" v="96" actId="478"/>
          <ac:graphicFrameMkLst>
            <pc:docMk/>
            <pc:sldMk cId="2002063897" sldId="310"/>
            <ac:graphicFrameMk id="573452" creationId="{827E06E7-72CD-4CC2-936A-D30A915AB84F}"/>
          </ac:graphicFrameMkLst>
        </pc:graphicFrameChg>
      </pc:sldChg>
      <pc:sldChg chg="add del modTransition">
        <pc:chgData name="MingyuXiao" userId="86e03c77-53a3-454b-af0c-e096b7b7ab83" providerId="ADAL" clId="{CAD08E2A-F6F8-4AD5-8ADD-81302AF1D08D}" dt="2024-03-13T08:26:53.725" v="331" actId="47"/>
        <pc:sldMkLst>
          <pc:docMk/>
          <pc:sldMk cId="1294703145" sldId="311"/>
        </pc:sldMkLst>
      </pc:sldChg>
      <pc:sldChg chg="add del ord modTransition setBg">
        <pc:chgData name="MingyuXiao" userId="86e03c77-53a3-454b-af0c-e096b7b7ab83" providerId="ADAL" clId="{CAD08E2A-F6F8-4AD5-8ADD-81302AF1D08D}" dt="2024-03-13T07:52:24.437" v="128" actId="47"/>
        <pc:sldMkLst>
          <pc:docMk/>
          <pc:sldMk cId="0" sldId="312"/>
        </pc:sldMkLst>
      </pc:sldChg>
      <pc:sldChg chg="add del modTransition">
        <pc:chgData name="MingyuXiao" userId="86e03c77-53a3-454b-af0c-e096b7b7ab83" providerId="ADAL" clId="{CAD08E2A-F6F8-4AD5-8ADD-81302AF1D08D}" dt="2024-03-13T07:55:23.029" v="145" actId="47"/>
        <pc:sldMkLst>
          <pc:docMk/>
          <pc:sldMk cId="0" sldId="313"/>
        </pc:sldMkLst>
      </pc:sldChg>
      <pc:sldChg chg="add del modTransition">
        <pc:chgData name="MingyuXiao" userId="86e03c77-53a3-454b-af0c-e096b7b7ab83" providerId="ADAL" clId="{CAD08E2A-F6F8-4AD5-8ADD-81302AF1D08D}" dt="2024-03-13T08:26:53.725" v="331" actId="47"/>
        <pc:sldMkLst>
          <pc:docMk/>
          <pc:sldMk cId="0" sldId="314"/>
        </pc:sldMkLst>
      </pc:sldChg>
      <pc:sldChg chg="add del modTransition">
        <pc:chgData name="MingyuXiao" userId="86e03c77-53a3-454b-af0c-e096b7b7ab83" providerId="ADAL" clId="{CAD08E2A-F6F8-4AD5-8ADD-81302AF1D08D}" dt="2024-03-13T08:26:53.725" v="331" actId="47"/>
        <pc:sldMkLst>
          <pc:docMk/>
          <pc:sldMk cId="0" sldId="315"/>
        </pc:sldMkLst>
      </pc:sldChg>
      <pc:sldChg chg="modSp add del modTransition modAnim">
        <pc:chgData name="MingyuXiao" userId="86e03c77-53a3-454b-af0c-e096b7b7ab83" providerId="ADAL" clId="{CAD08E2A-F6F8-4AD5-8ADD-81302AF1D08D}" dt="2024-03-13T08:26:53.725" v="331" actId="47"/>
        <pc:sldMkLst>
          <pc:docMk/>
          <pc:sldMk cId="0" sldId="316"/>
        </pc:sldMkLst>
        <pc:spChg chg="mod">
          <ac:chgData name="MingyuXiao" userId="86e03c77-53a3-454b-af0c-e096b7b7ab83" providerId="ADAL" clId="{CAD08E2A-F6F8-4AD5-8ADD-81302AF1D08D}" dt="2024-03-13T07:59:20.828" v="151" actId="6549"/>
          <ac:spMkLst>
            <pc:docMk/>
            <pc:sldMk cId="0" sldId="316"/>
            <ac:spMk id="9" creationId="{32D70D3E-BE78-4DCF-B1EC-2C746F8C4699}"/>
          </ac:spMkLst>
        </pc:spChg>
        <pc:spChg chg="mod">
          <ac:chgData name="MingyuXiao" userId="86e03c77-53a3-454b-af0c-e096b7b7ab83" providerId="ADAL" clId="{CAD08E2A-F6F8-4AD5-8ADD-81302AF1D08D}" dt="2024-03-13T07:59:34.957" v="161" actId="20577"/>
          <ac:spMkLst>
            <pc:docMk/>
            <pc:sldMk cId="0" sldId="316"/>
            <ac:spMk id="9223" creationId="{F36A6AA5-B388-4897-94D0-5D0A825EA44E}"/>
          </ac:spMkLst>
        </pc:spChg>
      </pc:sldChg>
      <pc:sldChg chg="addSp delSp modSp add del mod modTransition">
        <pc:chgData name="MingyuXiao" userId="86e03c77-53a3-454b-af0c-e096b7b7ab83" providerId="ADAL" clId="{CAD08E2A-F6F8-4AD5-8ADD-81302AF1D08D}" dt="2024-03-13T08:26:53.725" v="331" actId="47"/>
        <pc:sldMkLst>
          <pc:docMk/>
          <pc:sldMk cId="0" sldId="317"/>
        </pc:sldMkLst>
        <pc:spChg chg="add del mod">
          <ac:chgData name="MingyuXiao" userId="86e03c77-53a3-454b-af0c-e096b7b7ab83" providerId="ADAL" clId="{CAD08E2A-F6F8-4AD5-8ADD-81302AF1D08D}" dt="2024-03-13T08:09:16.236" v="267" actId="478"/>
          <ac:spMkLst>
            <pc:docMk/>
            <pc:sldMk cId="0" sldId="317"/>
            <ac:spMk id="9" creationId="{B42DF126-04DE-43C6-9D27-F6A9B6D24DB1}"/>
          </ac:spMkLst>
        </pc:spChg>
        <pc:spChg chg="add del mod">
          <ac:chgData name="MingyuXiao" userId="86e03c77-53a3-454b-af0c-e096b7b7ab83" providerId="ADAL" clId="{CAD08E2A-F6F8-4AD5-8ADD-81302AF1D08D}" dt="2024-03-13T08:09:12.788" v="266"/>
          <ac:spMkLst>
            <pc:docMk/>
            <pc:sldMk cId="0" sldId="317"/>
            <ac:spMk id="10" creationId="{60F644A4-95BB-41A2-B626-FDE151EC5D69}"/>
          </ac:spMkLst>
        </pc:spChg>
        <pc:spChg chg="add mod">
          <ac:chgData name="MingyuXiao" userId="86e03c77-53a3-454b-af0c-e096b7b7ab83" providerId="ADAL" clId="{CAD08E2A-F6F8-4AD5-8ADD-81302AF1D08D}" dt="2024-03-13T08:14:34.794" v="295" actId="1076"/>
          <ac:spMkLst>
            <pc:docMk/>
            <pc:sldMk cId="0" sldId="317"/>
            <ac:spMk id="11" creationId="{88BC730E-8298-4450-98D1-619E9FA33479}"/>
          </ac:spMkLst>
        </pc:spChg>
        <pc:spChg chg="add del mod">
          <ac:chgData name="MingyuXiao" userId="86e03c77-53a3-454b-af0c-e096b7b7ab83" providerId="ADAL" clId="{CAD08E2A-F6F8-4AD5-8ADD-81302AF1D08D}" dt="2024-03-13T08:06:24.044" v="224" actId="478"/>
          <ac:spMkLst>
            <pc:docMk/>
            <pc:sldMk cId="0" sldId="317"/>
            <ac:spMk id="12" creationId="{5D04A49C-11F7-4862-94A4-CBC38DD3AF49}"/>
          </ac:spMkLst>
        </pc:spChg>
        <pc:spChg chg="add mod">
          <ac:chgData name="MingyuXiao" userId="86e03c77-53a3-454b-af0c-e096b7b7ab83" providerId="ADAL" clId="{CAD08E2A-F6F8-4AD5-8ADD-81302AF1D08D}" dt="2024-03-13T08:12:51.836" v="288" actId="1076"/>
          <ac:spMkLst>
            <pc:docMk/>
            <pc:sldMk cId="0" sldId="317"/>
            <ac:spMk id="17" creationId="{B91ED3BD-1D07-468C-8EEE-14200D104FEC}"/>
          </ac:spMkLst>
        </pc:spChg>
        <pc:spChg chg="add mod">
          <ac:chgData name="MingyuXiao" userId="86e03c77-53a3-454b-af0c-e096b7b7ab83" providerId="ADAL" clId="{CAD08E2A-F6F8-4AD5-8ADD-81302AF1D08D}" dt="2024-03-13T08:13:14.069" v="291" actId="14100"/>
          <ac:spMkLst>
            <pc:docMk/>
            <pc:sldMk cId="0" sldId="317"/>
            <ac:spMk id="19" creationId="{BBD5A157-9690-4270-AAC3-79DF467FFCC4}"/>
          </ac:spMkLst>
        </pc:spChg>
        <pc:spChg chg="del mod">
          <ac:chgData name="MingyuXiao" userId="86e03c77-53a3-454b-af0c-e096b7b7ab83" providerId="ADAL" clId="{CAD08E2A-F6F8-4AD5-8ADD-81302AF1D08D}" dt="2024-03-13T08:04:00.217" v="167" actId="478"/>
          <ac:spMkLst>
            <pc:docMk/>
            <pc:sldMk cId="0" sldId="317"/>
            <ac:spMk id="15363" creationId="{86FA9A00-8BFA-473C-8323-F647ECB31451}"/>
          </ac:spMkLst>
        </pc:spChg>
        <pc:spChg chg="mod">
          <ac:chgData name="MingyuXiao" userId="86e03c77-53a3-454b-af0c-e096b7b7ab83" providerId="ADAL" clId="{CAD08E2A-F6F8-4AD5-8ADD-81302AF1D08D}" dt="2024-03-13T08:05:48.710" v="220" actId="20577"/>
          <ac:spMkLst>
            <pc:docMk/>
            <pc:sldMk cId="0" sldId="317"/>
            <ac:spMk id="15364" creationId="{02D17431-77ED-4692-A4D6-578D669C0E54}"/>
          </ac:spMkLst>
        </pc:spChg>
        <pc:cxnChg chg="add mod">
          <ac:chgData name="MingyuXiao" userId="86e03c77-53a3-454b-af0c-e096b7b7ab83" providerId="ADAL" clId="{CAD08E2A-F6F8-4AD5-8ADD-81302AF1D08D}" dt="2024-03-13T08:04:25.879" v="170" actId="14100"/>
          <ac:cxnSpMkLst>
            <pc:docMk/>
            <pc:sldMk cId="0" sldId="317"/>
            <ac:cxnSpMk id="3" creationId="{0221F9E5-A5E8-4B1F-82C5-803308DE800F}"/>
          </ac:cxnSpMkLst>
        </pc:cxnChg>
        <pc:cxnChg chg="add mod">
          <ac:chgData name="MingyuXiao" userId="86e03c77-53a3-454b-af0c-e096b7b7ab83" providerId="ADAL" clId="{CAD08E2A-F6F8-4AD5-8ADD-81302AF1D08D}" dt="2024-03-13T08:05:58.392" v="221" actId="14100"/>
          <ac:cxnSpMkLst>
            <pc:docMk/>
            <pc:sldMk cId="0" sldId="317"/>
            <ac:cxnSpMk id="5" creationId="{323B5F83-6E21-41D7-916C-BBC506C5BC22}"/>
          </ac:cxnSpMkLst>
        </pc:cxnChg>
      </pc:sldChg>
      <pc:sldChg chg="modSp add del mod modTransition">
        <pc:chgData name="MingyuXiao" userId="86e03c77-53a3-454b-af0c-e096b7b7ab83" providerId="ADAL" clId="{CAD08E2A-F6F8-4AD5-8ADD-81302AF1D08D}" dt="2024-03-13T08:38:13.106" v="361" actId="20577"/>
        <pc:sldMkLst>
          <pc:docMk/>
          <pc:sldMk cId="0" sldId="318"/>
        </pc:sldMkLst>
        <pc:spChg chg="mod">
          <ac:chgData name="MingyuXiao" userId="86e03c77-53a3-454b-af0c-e096b7b7ab83" providerId="ADAL" clId="{CAD08E2A-F6F8-4AD5-8ADD-81302AF1D08D}" dt="2024-03-13T08:38:13.106" v="361" actId="20577"/>
          <ac:spMkLst>
            <pc:docMk/>
            <pc:sldMk cId="0" sldId="318"/>
            <ac:spMk id="11267" creationId="{09BEECDA-A539-4A74-9642-BEF0C16D3BCA}"/>
          </ac:spMkLst>
        </pc:spChg>
      </pc:sldChg>
      <pc:sldChg chg="modSp add del mod modTransition">
        <pc:chgData name="MingyuXiao" userId="86e03c77-53a3-454b-af0c-e096b7b7ab83" providerId="ADAL" clId="{CAD08E2A-F6F8-4AD5-8ADD-81302AF1D08D}" dt="2024-03-13T08:26:53.725" v="331" actId="47"/>
        <pc:sldMkLst>
          <pc:docMk/>
          <pc:sldMk cId="0" sldId="319"/>
        </pc:sldMkLst>
        <pc:spChg chg="mod">
          <ac:chgData name="MingyuXiao" userId="86e03c77-53a3-454b-af0c-e096b7b7ab83" providerId="ADAL" clId="{CAD08E2A-F6F8-4AD5-8ADD-81302AF1D08D}" dt="2024-03-13T08:08:26.191" v="261"/>
          <ac:spMkLst>
            <pc:docMk/>
            <pc:sldMk cId="0" sldId="319"/>
            <ac:spMk id="12291" creationId="{400F6864-F427-43C5-B3FC-DD4C33F007C9}"/>
          </ac:spMkLst>
        </pc:spChg>
      </pc:sldChg>
      <pc:sldChg chg="modSp add del mod modTransition">
        <pc:chgData name="MingyuXiao" userId="86e03c77-53a3-454b-af0c-e096b7b7ab83" providerId="ADAL" clId="{CAD08E2A-F6F8-4AD5-8ADD-81302AF1D08D}" dt="2024-03-13T08:26:53.725" v="331" actId="47"/>
        <pc:sldMkLst>
          <pc:docMk/>
          <pc:sldMk cId="0" sldId="320"/>
        </pc:sldMkLst>
        <pc:spChg chg="mod">
          <ac:chgData name="MingyuXiao" userId="86e03c77-53a3-454b-af0c-e096b7b7ab83" providerId="ADAL" clId="{CAD08E2A-F6F8-4AD5-8ADD-81302AF1D08D}" dt="2024-03-13T08:08:26.191" v="261"/>
          <ac:spMkLst>
            <pc:docMk/>
            <pc:sldMk cId="0" sldId="320"/>
            <ac:spMk id="13314" creationId="{B8545842-0A77-47B4-9DF2-B1CE413E914D}"/>
          </ac:spMkLst>
        </pc:spChg>
      </pc:sldChg>
      <pc:sldChg chg="add del modTransition">
        <pc:chgData name="MingyuXiao" userId="86e03c77-53a3-454b-af0c-e096b7b7ab83" providerId="ADAL" clId="{CAD08E2A-F6F8-4AD5-8ADD-81302AF1D08D}" dt="2024-03-13T08:26:53.725" v="331" actId="47"/>
        <pc:sldMkLst>
          <pc:docMk/>
          <pc:sldMk cId="0" sldId="321"/>
        </pc:sldMkLst>
      </pc:sldChg>
      <pc:sldChg chg="add del modTransition">
        <pc:chgData name="MingyuXiao" userId="86e03c77-53a3-454b-af0c-e096b7b7ab83" providerId="ADAL" clId="{CAD08E2A-F6F8-4AD5-8ADD-81302AF1D08D}" dt="2024-03-13T08:26:53.725" v="331" actId="47"/>
        <pc:sldMkLst>
          <pc:docMk/>
          <pc:sldMk cId="0" sldId="322"/>
        </pc:sldMkLst>
      </pc:sldChg>
      <pc:sldChg chg="modSp add del mod modTransition modAnim">
        <pc:chgData name="MingyuXiao" userId="86e03c77-53a3-454b-af0c-e096b7b7ab83" providerId="ADAL" clId="{CAD08E2A-F6F8-4AD5-8ADD-81302AF1D08D}" dt="2024-03-13T08:26:53.725" v="331" actId="47"/>
        <pc:sldMkLst>
          <pc:docMk/>
          <pc:sldMk cId="0" sldId="323"/>
        </pc:sldMkLst>
        <pc:spChg chg="mod">
          <ac:chgData name="MingyuXiao" userId="86e03c77-53a3-454b-af0c-e096b7b7ab83" providerId="ADAL" clId="{CAD08E2A-F6F8-4AD5-8ADD-81302AF1D08D}" dt="2024-03-13T08:17:19.378" v="311" actId="1076"/>
          <ac:spMkLst>
            <pc:docMk/>
            <pc:sldMk cId="0" sldId="323"/>
            <ac:spMk id="9" creationId="{A742137F-A287-4377-80C4-42484736EFEE}"/>
          </ac:spMkLst>
        </pc:spChg>
        <pc:spChg chg="mod">
          <ac:chgData name="MingyuXiao" userId="86e03c77-53a3-454b-af0c-e096b7b7ab83" providerId="ADAL" clId="{CAD08E2A-F6F8-4AD5-8ADD-81302AF1D08D}" dt="2024-03-13T08:08:26.191" v="261"/>
          <ac:spMkLst>
            <pc:docMk/>
            <pc:sldMk cId="0" sldId="323"/>
            <ac:spMk id="16386" creationId="{B84793A5-6A08-4550-AF2E-105154F9E51F}"/>
          </ac:spMkLst>
        </pc:spChg>
        <pc:spChg chg="mod">
          <ac:chgData name="MingyuXiao" userId="86e03c77-53a3-454b-af0c-e096b7b7ab83" providerId="ADAL" clId="{CAD08E2A-F6F8-4AD5-8ADD-81302AF1D08D}" dt="2024-03-13T08:17:10.385" v="310" actId="20577"/>
          <ac:spMkLst>
            <pc:docMk/>
            <pc:sldMk cId="0" sldId="323"/>
            <ac:spMk id="16390" creationId="{185084E9-E25E-4811-91D7-C0FCF2BC7E6A}"/>
          </ac:spMkLst>
        </pc:spChg>
      </pc:sldChg>
      <pc:sldChg chg="add del modTransition">
        <pc:chgData name="MingyuXiao" userId="86e03c77-53a3-454b-af0c-e096b7b7ab83" providerId="ADAL" clId="{CAD08E2A-F6F8-4AD5-8ADD-81302AF1D08D}" dt="2024-03-13T08:26:53.725" v="331" actId="47"/>
        <pc:sldMkLst>
          <pc:docMk/>
          <pc:sldMk cId="0" sldId="324"/>
        </pc:sldMkLst>
      </pc:sldChg>
      <pc:sldChg chg="add del modTransition">
        <pc:chgData name="MingyuXiao" userId="86e03c77-53a3-454b-af0c-e096b7b7ab83" providerId="ADAL" clId="{CAD08E2A-F6F8-4AD5-8ADD-81302AF1D08D}" dt="2024-03-13T08:26:53.725" v="331" actId="47"/>
        <pc:sldMkLst>
          <pc:docMk/>
          <pc:sldMk cId="0" sldId="325"/>
        </pc:sldMkLst>
      </pc:sldChg>
      <pc:sldChg chg="modSp add del modTransition">
        <pc:chgData name="MingyuXiao" userId="86e03c77-53a3-454b-af0c-e096b7b7ab83" providerId="ADAL" clId="{CAD08E2A-F6F8-4AD5-8ADD-81302AF1D08D}" dt="2024-03-13T08:26:53.725" v="331" actId="47"/>
        <pc:sldMkLst>
          <pc:docMk/>
          <pc:sldMk cId="0" sldId="326"/>
        </pc:sldMkLst>
        <pc:spChg chg="mod">
          <ac:chgData name="MingyuXiao" userId="86e03c77-53a3-454b-af0c-e096b7b7ab83" providerId="ADAL" clId="{CAD08E2A-F6F8-4AD5-8ADD-81302AF1D08D}" dt="2024-03-13T08:23:05.731" v="323" actId="20577"/>
          <ac:spMkLst>
            <pc:docMk/>
            <pc:sldMk cId="0" sldId="326"/>
            <ac:spMk id="19459" creationId="{7B12A087-11E6-4BAF-B744-CAC034DE136A}"/>
          </ac:spMkLst>
        </pc:spChg>
      </pc:sldChg>
      <pc:sldChg chg="modSp add del mod modTransition">
        <pc:chgData name="MingyuXiao" userId="86e03c77-53a3-454b-af0c-e096b7b7ab83" providerId="ADAL" clId="{CAD08E2A-F6F8-4AD5-8ADD-81302AF1D08D}" dt="2024-03-13T08:26:53.725" v="331" actId="47"/>
        <pc:sldMkLst>
          <pc:docMk/>
          <pc:sldMk cId="0" sldId="327"/>
        </pc:sldMkLst>
        <pc:spChg chg="mod">
          <ac:chgData name="MingyuXiao" userId="86e03c77-53a3-454b-af0c-e096b7b7ab83" providerId="ADAL" clId="{CAD08E2A-F6F8-4AD5-8ADD-81302AF1D08D}" dt="2024-03-13T08:22:59.969" v="322" actId="20577"/>
          <ac:spMkLst>
            <pc:docMk/>
            <pc:sldMk cId="0" sldId="327"/>
            <ac:spMk id="2052" creationId="{A473BB02-91C9-4C4B-9825-0A6B195AE8ED}"/>
          </ac:spMkLst>
        </pc:spChg>
      </pc:sldChg>
      <pc:sldChg chg="modSp add del modTransition modAnim">
        <pc:chgData name="MingyuXiao" userId="86e03c77-53a3-454b-af0c-e096b7b7ab83" providerId="ADAL" clId="{CAD08E2A-F6F8-4AD5-8ADD-81302AF1D08D}" dt="2024-03-13T08:26:53.725" v="331" actId="47"/>
        <pc:sldMkLst>
          <pc:docMk/>
          <pc:sldMk cId="0" sldId="328"/>
        </pc:sldMkLst>
        <pc:spChg chg="mod">
          <ac:chgData name="MingyuXiao" userId="86e03c77-53a3-454b-af0c-e096b7b7ab83" providerId="ADAL" clId="{CAD08E2A-F6F8-4AD5-8ADD-81302AF1D08D}" dt="2024-03-13T08:22:50.972" v="320" actId="20577"/>
          <ac:spMkLst>
            <pc:docMk/>
            <pc:sldMk cId="0" sldId="328"/>
            <ac:spMk id="21507" creationId="{46329583-A515-4DD5-9BA0-C59A1EC571F5}"/>
          </ac:spMkLst>
        </pc:spChg>
      </pc:sldChg>
      <pc:sldChg chg="modSp add del modTransition modAnim">
        <pc:chgData name="MingyuXiao" userId="86e03c77-53a3-454b-af0c-e096b7b7ab83" providerId="ADAL" clId="{CAD08E2A-F6F8-4AD5-8ADD-81302AF1D08D}" dt="2024-03-13T08:26:53.725" v="331" actId="47"/>
        <pc:sldMkLst>
          <pc:docMk/>
          <pc:sldMk cId="0" sldId="329"/>
        </pc:sldMkLst>
        <pc:spChg chg="mod">
          <ac:chgData name="MingyuXiao" userId="86e03c77-53a3-454b-af0c-e096b7b7ab83" providerId="ADAL" clId="{CAD08E2A-F6F8-4AD5-8ADD-81302AF1D08D}" dt="2024-03-13T08:22:47.084" v="319" actId="20577"/>
          <ac:spMkLst>
            <pc:docMk/>
            <pc:sldMk cId="0" sldId="329"/>
            <ac:spMk id="22531" creationId="{1102AC11-8619-4907-9812-AE21BDAB4BAC}"/>
          </ac:spMkLst>
        </pc:spChg>
      </pc:sldChg>
      <pc:sldChg chg="add del modTransition">
        <pc:chgData name="MingyuXiao" userId="86e03c77-53a3-454b-af0c-e096b7b7ab83" providerId="ADAL" clId="{CAD08E2A-F6F8-4AD5-8ADD-81302AF1D08D}" dt="2024-03-13T08:26:53.725" v="331" actId="47"/>
        <pc:sldMkLst>
          <pc:docMk/>
          <pc:sldMk cId="0" sldId="330"/>
        </pc:sldMkLst>
      </pc:sldChg>
      <pc:sldChg chg="addSp delSp modSp new add del mod modTransition modAnim">
        <pc:chgData name="MingyuXiao" userId="86e03c77-53a3-454b-af0c-e096b7b7ab83" providerId="ADAL" clId="{CAD08E2A-F6F8-4AD5-8ADD-81302AF1D08D}" dt="2024-03-13T08:26:53.725" v="331" actId="47"/>
        <pc:sldMkLst>
          <pc:docMk/>
          <pc:sldMk cId="3444558463" sldId="331"/>
        </pc:sldMkLst>
        <pc:spChg chg="del">
          <ac:chgData name="MingyuXiao" userId="86e03c77-53a3-454b-af0c-e096b7b7ab83" providerId="ADAL" clId="{CAD08E2A-F6F8-4AD5-8ADD-81302AF1D08D}" dt="2024-03-13T07:51:57.487" v="122" actId="478"/>
          <ac:spMkLst>
            <pc:docMk/>
            <pc:sldMk cId="3444558463" sldId="331"/>
            <ac:spMk id="2" creationId="{BB6DCFA3-3A54-4244-9867-40D31006C7A6}"/>
          </ac:spMkLst>
        </pc:spChg>
        <pc:spChg chg="del">
          <ac:chgData name="MingyuXiao" userId="86e03c77-53a3-454b-af0c-e096b7b7ab83" providerId="ADAL" clId="{CAD08E2A-F6F8-4AD5-8ADD-81302AF1D08D}" dt="2024-03-13T07:51:57.487" v="122" actId="478"/>
          <ac:spMkLst>
            <pc:docMk/>
            <pc:sldMk cId="3444558463" sldId="331"/>
            <ac:spMk id="3" creationId="{4B8EF7A2-DA2B-4801-BE0C-0416A649D3EE}"/>
          </ac:spMkLst>
        </pc:spChg>
        <pc:spChg chg="del">
          <ac:chgData name="MingyuXiao" userId="86e03c77-53a3-454b-af0c-e096b7b7ab83" providerId="ADAL" clId="{CAD08E2A-F6F8-4AD5-8ADD-81302AF1D08D}" dt="2024-03-13T07:51:57.487" v="122" actId="478"/>
          <ac:spMkLst>
            <pc:docMk/>
            <pc:sldMk cId="3444558463" sldId="331"/>
            <ac:spMk id="4" creationId="{B0C402BB-AE5B-45BB-88D2-BFAFFFBD4C91}"/>
          </ac:spMkLst>
        </pc:spChg>
        <pc:spChg chg="mod">
          <ac:chgData name="MingyuXiao" userId="86e03c77-53a3-454b-af0c-e096b7b7ab83" providerId="ADAL" clId="{CAD08E2A-F6F8-4AD5-8ADD-81302AF1D08D}" dt="2024-03-13T08:08:26.191" v="261"/>
          <ac:spMkLst>
            <pc:docMk/>
            <pc:sldMk cId="3444558463" sldId="331"/>
            <ac:spMk id="5" creationId="{66CF4EEE-07C2-48C3-A273-9BF5C916720C}"/>
          </ac:spMkLst>
        </pc:spChg>
        <pc:spChg chg="mod">
          <ac:chgData name="MingyuXiao" userId="86e03c77-53a3-454b-af0c-e096b7b7ab83" providerId="ADAL" clId="{CAD08E2A-F6F8-4AD5-8ADD-81302AF1D08D}" dt="2024-03-13T08:08:26.191" v="261"/>
          <ac:spMkLst>
            <pc:docMk/>
            <pc:sldMk cId="3444558463" sldId="331"/>
            <ac:spMk id="6" creationId="{50374E20-67F2-446C-A5BA-A8242BD797EF}"/>
          </ac:spMkLst>
        </pc:spChg>
        <pc:spChg chg="add del mod">
          <ac:chgData name="MingyuXiao" userId="86e03c77-53a3-454b-af0c-e096b7b7ab83" providerId="ADAL" clId="{CAD08E2A-F6F8-4AD5-8ADD-81302AF1D08D}" dt="2024-03-13T07:51:52.838" v="121"/>
          <ac:spMkLst>
            <pc:docMk/>
            <pc:sldMk cId="3444558463" sldId="331"/>
            <ac:spMk id="7" creationId="{95123EA0-35A1-4187-B972-96CD534610C8}"/>
          </ac:spMkLst>
        </pc:spChg>
        <pc:spChg chg="add del mod">
          <ac:chgData name="MingyuXiao" userId="86e03c77-53a3-454b-af0c-e096b7b7ab83" providerId="ADAL" clId="{CAD08E2A-F6F8-4AD5-8ADD-81302AF1D08D}" dt="2024-03-13T07:51:52.838" v="121"/>
          <ac:spMkLst>
            <pc:docMk/>
            <pc:sldMk cId="3444558463" sldId="331"/>
            <ac:spMk id="8" creationId="{428F95A4-3B93-463C-984D-F346987FF35A}"/>
          </ac:spMkLst>
        </pc:spChg>
        <pc:spChg chg="add mod">
          <ac:chgData name="MingyuXiao" userId="86e03c77-53a3-454b-af0c-e096b7b7ab83" providerId="ADAL" clId="{CAD08E2A-F6F8-4AD5-8ADD-81302AF1D08D}" dt="2024-03-13T07:52:22.008" v="127" actId="207"/>
          <ac:spMkLst>
            <pc:docMk/>
            <pc:sldMk cId="3444558463" sldId="331"/>
            <ac:spMk id="9" creationId="{7FDC50C2-8380-49E9-BC29-BF1E3F3F5110}"/>
          </ac:spMkLst>
        </pc:spChg>
        <pc:spChg chg="add mod">
          <ac:chgData name="MingyuXiao" userId="86e03c77-53a3-454b-af0c-e096b7b7ab83" providerId="ADAL" clId="{CAD08E2A-F6F8-4AD5-8ADD-81302AF1D08D}" dt="2024-03-13T07:54:34.695" v="142" actId="14100"/>
          <ac:spMkLst>
            <pc:docMk/>
            <pc:sldMk cId="3444558463" sldId="331"/>
            <ac:spMk id="10" creationId="{DB57C9D2-4821-4B43-BE9A-CEBEE6F07D94}"/>
          </ac:spMkLst>
        </pc:spChg>
      </pc:sldChg>
      <pc:sldChg chg="new del">
        <pc:chgData name="MingyuXiao" userId="86e03c77-53a3-454b-af0c-e096b7b7ab83" providerId="ADAL" clId="{CAD08E2A-F6F8-4AD5-8ADD-81302AF1D08D}" dt="2024-03-13T07:51:27.530" v="116" actId="47"/>
        <pc:sldMkLst>
          <pc:docMk/>
          <pc:sldMk cId="3836403194" sldId="331"/>
        </pc:sldMkLst>
      </pc:sldChg>
      <pc:sldChg chg="add del modTransition">
        <pc:chgData name="MingyuXiao" userId="86e03c77-53a3-454b-af0c-e096b7b7ab83" providerId="ADAL" clId="{CAD08E2A-F6F8-4AD5-8ADD-81302AF1D08D}" dt="2024-03-13T07:56:50.872" v="147" actId="47"/>
        <pc:sldMkLst>
          <pc:docMk/>
          <pc:sldMk cId="0" sldId="332"/>
        </pc:sldMkLst>
      </pc:sldChg>
      <pc:sldChg chg="add del">
        <pc:chgData name="MingyuXiao" userId="86e03c77-53a3-454b-af0c-e096b7b7ab83" providerId="ADAL" clId="{CAD08E2A-F6F8-4AD5-8ADD-81302AF1D08D}" dt="2024-03-13T08:26:53.725" v="331" actId="47"/>
        <pc:sldMkLst>
          <pc:docMk/>
          <pc:sldMk cId="0" sldId="333"/>
        </pc:sldMkLst>
      </pc:sldChg>
      <pc:sldChg chg="modSp add del modTransition">
        <pc:chgData name="MingyuXiao" userId="86e03c77-53a3-454b-af0c-e096b7b7ab83" providerId="ADAL" clId="{CAD08E2A-F6F8-4AD5-8ADD-81302AF1D08D}" dt="2024-03-13T08:27:23.613" v="345" actId="20577"/>
        <pc:sldMkLst>
          <pc:docMk/>
          <pc:sldMk cId="0" sldId="334"/>
        </pc:sldMkLst>
        <pc:spChg chg="mod">
          <ac:chgData name="MingyuXiao" userId="86e03c77-53a3-454b-af0c-e096b7b7ab83" providerId="ADAL" clId="{CAD08E2A-F6F8-4AD5-8ADD-81302AF1D08D}" dt="2024-03-13T08:27:23.613" v="345" actId="20577"/>
          <ac:spMkLst>
            <pc:docMk/>
            <pc:sldMk cId="0" sldId="334"/>
            <ac:spMk id="2050" creationId="{E238A9EB-4991-4079-99CF-C2C51827D655}"/>
          </ac:spMkLst>
        </pc:spChg>
      </pc:sldChg>
      <pc:sldChg chg="add del modTransition">
        <pc:chgData name="MingyuXiao" userId="86e03c77-53a3-454b-af0c-e096b7b7ab83" providerId="ADAL" clId="{CAD08E2A-F6F8-4AD5-8ADD-81302AF1D08D}" dt="2024-03-13T08:25:29.413" v="328" actId="47"/>
        <pc:sldMkLst>
          <pc:docMk/>
          <pc:sldMk cId="0" sldId="335"/>
        </pc:sldMkLst>
      </pc:sldChg>
      <pc:sldChg chg="modSp add del mod modTransition">
        <pc:chgData name="MingyuXiao" userId="86e03c77-53a3-454b-af0c-e096b7b7ab83" providerId="ADAL" clId="{CAD08E2A-F6F8-4AD5-8ADD-81302AF1D08D}" dt="2024-03-13T08:27:06.593" v="334" actId="47"/>
        <pc:sldMkLst>
          <pc:docMk/>
          <pc:sldMk cId="0" sldId="336"/>
        </pc:sldMkLst>
        <pc:graphicFrameChg chg="mod">
          <ac:chgData name="MingyuXiao" userId="86e03c77-53a3-454b-af0c-e096b7b7ab83" providerId="ADAL" clId="{CAD08E2A-F6F8-4AD5-8ADD-81302AF1D08D}" dt="2024-03-13T08:25:36.379" v="329" actId="1076"/>
          <ac:graphicFrameMkLst>
            <pc:docMk/>
            <pc:sldMk cId="0" sldId="336"/>
            <ac:graphicFrameMk id="3075" creationId="{54871C0A-96D1-4950-9B38-4F0495E292B4}"/>
          </ac:graphicFrameMkLst>
        </pc:graphicFrameChg>
      </pc:sldChg>
      <pc:sldChg chg="add del modTransition">
        <pc:chgData name="MingyuXiao" userId="86e03c77-53a3-454b-af0c-e096b7b7ab83" providerId="ADAL" clId="{CAD08E2A-F6F8-4AD5-8ADD-81302AF1D08D}" dt="2024-03-13T08:27:07.257" v="335" actId="47"/>
        <pc:sldMkLst>
          <pc:docMk/>
          <pc:sldMk cId="0" sldId="337"/>
        </pc:sldMkLst>
      </pc:sldChg>
      <pc:sldChg chg="add del modTransition">
        <pc:chgData name="MingyuXiao" userId="86e03c77-53a3-454b-af0c-e096b7b7ab83" providerId="ADAL" clId="{CAD08E2A-F6F8-4AD5-8ADD-81302AF1D08D}" dt="2024-03-13T08:27:07.869" v="336" actId="47"/>
        <pc:sldMkLst>
          <pc:docMk/>
          <pc:sldMk cId="0" sldId="338"/>
        </pc:sldMkLst>
      </pc:sldChg>
      <pc:sldChg chg="add del modTransition">
        <pc:chgData name="MingyuXiao" userId="86e03c77-53a3-454b-af0c-e096b7b7ab83" providerId="ADAL" clId="{CAD08E2A-F6F8-4AD5-8ADD-81302AF1D08D}" dt="2024-03-13T08:27:08.734" v="337" actId="47"/>
        <pc:sldMkLst>
          <pc:docMk/>
          <pc:sldMk cId="0" sldId="339"/>
        </pc:sldMkLst>
      </pc:sldChg>
      <pc:sldChg chg="add del modTransition">
        <pc:chgData name="MingyuXiao" userId="86e03c77-53a3-454b-af0c-e096b7b7ab83" providerId="ADAL" clId="{CAD08E2A-F6F8-4AD5-8ADD-81302AF1D08D}" dt="2024-03-13T08:27:09.511" v="338" actId="47"/>
        <pc:sldMkLst>
          <pc:docMk/>
          <pc:sldMk cId="0" sldId="340"/>
        </pc:sldMkLst>
      </pc:sldChg>
      <pc:sldChg chg="add del modTransition">
        <pc:chgData name="MingyuXiao" userId="86e03c77-53a3-454b-af0c-e096b7b7ab83" providerId="ADAL" clId="{CAD08E2A-F6F8-4AD5-8ADD-81302AF1D08D}" dt="2024-03-13T08:27:10.467" v="339" actId="47"/>
        <pc:sldMkLst>
          <pc:docMk/>
          <pc:sldMk cId="0" sldId="341"/>
        </pc:sldMkLst>
      </pc:sldChg>
      <pc:sldChg chg="add del modTransition">
        <pc:chgData name="MingyuXiao" userId="86e03c77-53a3-454b-af0c-e096b7b7ab83" providerId="ADAL" clId="{CAD08E2A-F6F8-4AD5-8ADD-81302AF1D08D}" dt="2024-03-13T08:27:11.033" v="340" actId="47"/>
        <pc:sldMkLst>
          <pc:docMk/>
          <pc:sldMk cId="0" sldId="342"/>
        </pc:sldMkLst>
      </pc:sldChg>
      <pc:sldChg chg="add del modTransition">
        <pc:chgData name="MingyuXiao" userId="86e03c77-53a3-454b-af0c-e096b7b7ab83" providerId="ADAL" clId="{CAD08E2A-F6F8-4AD5-8ADD-81302AF1D08D}" dt="2024-03-13T08:27:11.775" v="341" actId="47"/>
        <pc:sldMkLst>
          <pc:docMk/>
          <pc:sldMk cId="0" sldId="343"/>
        </pc:sldMkLst>
      </pc:sldChg>
      <pc:sldChg chg="add del modTransition">
        <pc:chgData name="MingyuXiao" userId="86e03c77-53a3-454b-af0c-e096b7b7ab83" providerId="ADAL" clId="{CAD08E2A-F6F8-4AD5-8ADD-81302AF1D08D}" dt="2024-03-13T08:27:12.483" v="342" actId="47"/>
        <pc:sldMkLst>
          <pc:docMk/>
          <pc:sldMk cId="0" sldId="344"/>
        </pc:sldMkLst>
      </pc:sldChg>
      <pc:sldChg chg="add del modTransition">
        <pc:chgData name="MingyuXiao" userId="86e03c77-53a3-454b-af0c-e096b7b7ab83" providerId="ADAL" clId="{CAD08E2A-F6F8-4AD5-8ADD-81302AF1D08D}" dt="2024-03-13T08:27:13.125" v="343" actId="47"/>
        <pc:sldMkLst>
          <pc:docMk/>
          <pc:sldMk cId="0" sldId="345"/>
        </pc:sldMkLst>
      </pc:sldChg>
      <pc:sldChg chg="add del">
        <pc:chgData name="MingyuXiao" userId="86e03c77-53a3-454b-af0c-e096b7b7ab83" providerId="ADAL" clId="{CAD08E2A-F6F8-4AD5-8ADD-81302AF1D08D}" dt="2024-03-13T08:27:05.911" v="333" actId="47"/>
        <pc:sldMkLst>
          <pc:docMk/>
          <pc:sldMk cId="0" sldId="346"/>
        </pc:sldMkLst>
      </pc:sldChg>
      <pc:sldMasterChg chg="add del addSldLayout delSldLayout">
        <pc:chgData name="MingyuXiao" userId="86e03c77-53a3-454b-af0c-e096b7b7ab83" providerId="ADAL" clId="{CAD08E2A-F6F8-4AD5-8ADD-81302AF1D08D}" dt="2024-03-13T08:26:53.725" v="331" actId="47"/>
        <pc:sldMasterMkLst>
          <pc:docMk/>
          <pc:sldMasterMk cId="2437680441" sldId="2147483799"/>
        </pc:sldMasterMkLst>
        <pc:sldLayoutChg chg="add del">
          <pc:chgData name="MingyuXiao" userId="86e03c77-53a3-454b-af0c-e096b7b7ab83" providerId="ADAL" clId="{CAD08E2A-F6F8-4AD5-8ADD-81302AF1D08D}" dt="2024-03-13T08:26:53.725" v="331" actId="47"/>
          <pc:sldLayoutMkLst>
            <pc:docMk/>
            <pc:sldMasterMk cId="2437680441" sldId="2147483799"/>
            <pc:sldLayoutMk cId="3253487951" sldId="2147483800"/>
          </pc:sldLayoutMkLst>
        </pc:sldLayoutChg>
        <pc:sldLayoutChg chg="add del">
          <pc:chgData name="MingyuXiao" userId="86e03c77-53a3-454b-af0c-e096b7b7ab83" providerId="ADAL" clId="{CAD08E2A-F6F8-4AD5-8ADD-81302AF1D08D}" dt="2024-03-13T08:26:53.725" v="331" actId="47"/>
          <pc:sldLayoutMkLst>
            <pc:docMk/>
            <pc:sldMasterMk cId="2437680441" sldId="2147483799"/>
            <pc:sldLayoutMk cId="1337790225" sldId="2147483801"/>
          </pc:sldLayoutMkLst>
        </pc:sldLayoutChg>
        <pc:sldLayoutChg chg="add del">
          <pc:chgData name="MingyuXiao" userId="86e03c77-53a3-454b-af0c-e096b7b7ab83" providerId="ADAL" clId="{CAD08E2A-F6F8-4AD5-8ADD-81302AF1D08D}" dt="2024-03-13T08:26:53.725" v="331" actId="47"/>
          <pc:sldLayoutMkLst>
            <pc:docMk/>
            <pc:sldMasterMk cId="2437680441" sldId="2147483799"/>
            <pc:sldLayoutMk cId="4093007362" sldId="2147483802"/>
          </pc:sldLayoutMkLst>
        </pc:sldLayoutChg>
        <pc:sldLayoutChg chg="add del">
          <pc:chgData name="MingyuXiao" userId="86e03c77-53a3-454b-af0c-e096b7b7ab83" providerId="ADAL" clId="{CAD08E2A-F6F8-4AD5-8ADD-81302AF1D08D}" dt="2024-03-13T08:26:53.725" v="331" actId="47"/>
          <pc:sldLayoutMkLst>
            <pc:docMk/>
            <pc:sldMasterMk cId="2437680441" sldId="2147483799"/>
            <pc:sldLayoutMk cId="2246566305" sldId="2147483803"/>
          </pc:sldLayoutMkLst>
        </pc:sldLayoutChg>
        <pc:sldLayoutChg chg="add del">
          <pc:chgData name="MingyuXiao" userId="86e03c77-53a3-454b-af0c-e096b7b7ab83" providerId="ADAL" clId="{CAD08E2A-F6F8-4AD5-8ADD-81302AF1D08D}" dt="2024-03-13T08:26:53.725" v="331" actId="47"/>
          <pc:sldLayoutMkLst>
            <pc:docMk/>
            <pc:sldMasterMk cId="2437680441" sldId="2147483799"/>
            <pc:sldLayoutMk cId="3988702565" sldId="2147483804"/>
          </pc:sldLayoutMkLst>
        </pc:sldLayoutChg>
        <pc:sldLayoutChg chg="add del">
          <pc:chgData name="MingyuXiao" userId="86e03c77-53a3-454b-af0c-e096b7b7ab83" providerId="ADAL" clId="{CAD08E2A-F6F8-4AD5-8ADD-81302AF1D08D}" dt="2024-03-13T08:26:53.725" v="331" actId="47"/>
          <pc:sldLayoutMkLst>
            <pc:docMk/>
            <pc:sldMasterMk cId="2437680441" sldId="2147483799"/>
            <pc:sldLayoutMk cId="92127682" sldId="2147483805"/>
          </pc:sldLayoutMkLst>
        </pc:sldLayoutChg>
        <pc:sldLayoutChg chg="add del">
          <pc:chgData name="MingyuXiao" userId="86e03c77-53a3-454b-af0c-e096b7b7ab83" providerId="ADAL" clId="{CAD08E2A-F6F8-4AD5-8ADD-81302AF1D08D}" dt="2024-03-13T08:26:53.725" v="331" actId="47"/>
          <pc:sldLayoutMkLst>
            <pc:docMk/>
            <pc:sldMasterMk cId="2437680441" sldId="2147483799"/>
            <pc:sldLayoutMk cId="3162818866" sldId="2147483806"/>
          </pc:sldLayoutMkLst>
        </pc:sldLayoutChg>
        <pc:sldLayoutChg chg="add del">
          <pc:chgData name="MingyuXiao" userId="86e03c77-53a3-454b-af0c-e096b7b7ab83" providerId="ADAL" clId="{CAD08E2A-F6F8-4AD5-8ADD-81302AF1D08D}" dt="2024-03-13T08:26:53.725" v="331" actId="47"/>
          <pc:sldLayoutMkLst>
            <pc:docMk/>
            <pc:sldMasterMk cId="2437680441" sldId="2147483799"/>
            <pc:sldLayoutMk cId="2191702983" sldId="2147483807"/>
          </pc:sldLayoutMkLst>
        </pc:sldLayoutChg>
        <pc:sldLayoutChg chg="add del">
          <pc:chgData name="MingyuXiao" userId="86e03c77-53a3-454b-af0c-e096b7b7ab83" providerId="ADAL" clId="{CAD08E2A-F6F8-4AD5-8ADD-81302AF1D08D}" dt="2024-03-13T08:26:53.725" v="331" actId="47"/>
          <pc:sldLayoutMkLst>
            <pc:docMk/>
            <pc:sldMasterMk cId="2437680441" sldId="2147483799"/>
            <pc:sldLayoutMk cId="1919890670" sldId="2147483808"/>
          </pc:sldLayoutMkLst>
        </pc:sldLayoutChg>
        <pc:sldLayoutChg chg="add del">
          <pc:chgData name="MingyuXiao" userId="86e03c77-53a3-454b-af0c-e096b7b7ab83" providerId="ADAL" clId="{CAD08E2A-F6F8-4AD5-8ADD-81302AF1D08D}" dt="2024-03-13T08:26:53.725" v="331" actId="47"/>
          <pc:sldLayoutMkLst>
            <pc:docMk/>
            <pc:sldMasterMk cId="2437680441" sldId="2147483799"/>
            <pc:sldLayoutMk cId="1032878737" sldId="2147483809"/>
          </pc:sldLayoutMkLst>
        </pc:sldLayoutChg>
        <pc:sldLayoutChg chg="add del">
          <pc:chgData name="MingyuXiao" userId="86e03c77-53a3-454b-af0c-e096b7b7ab83" providerId="ADAL" clId="{CAD08E2A-F6F8-4AD5-8ADD-81302AF1D08D}" dt="2024-03-13T08:26:53.725" v="331" actId="47"/>
          <pc:sldLayoutMkLst>
            <pc:docMk/>
            <pc:sldMasterMk cId="2437680441" sldId="2147483799"/>
            <pc:sldLayoutMk cId="559326752" sldId="2147483810"/>
          </pc:sldLayoutMkLst>
        </pc:sldLayoutChg>
      </pc:sldMasterChg>
      <pc:sldMasterChg chg="add del addSldLayout delSldLayout">
        <pc:chgData name="MingyuXiao" userId="86e03c77-53a3-454b-af0c-e096b7b7ab83" providerId="ADAL" clId="{CAD08E2A-F6F8-4AD5-8ADD-81302AF1D08D}" dt="2024-03-13T08:27:05.911" v="333" actId="47"/>
        <pc:sldMasterMkLst>
          <pc:docMk/>
          <pc:sldMasterMk cId="277366840" sldId="2147483811"/>
        </pc:sldMasterMkLst>
        <pc:sldLayoutChg chg="add del">
          <pc:chgData name="MingyuXiao" userId="86e03c77-53a3-454b-af0c-e096b7b7ab83" providerId="ADAL" clId="{CAD08E2A-F6F8-4AD5-8ADD-81302AF1D08D}" dt="2024-03-13T08:27:05.911" v="333" actId="47"/>
          <pc:sldLayoutMkLst>
            <pc:docMk/>
            <pc:sldMasterMk cId="277366840" sldId="2147483811"/>
            <pc:sldLayoutMk cId="1941022630" sldId="2147483812"/>
          </pc:sldLayoutMkLst>
        </pc:sldLayoutChg>
        <pc:sldLayoutChg chg="add del">
          <pc:chgData name="MingyuXiao" userId="86e03c77-53a3-454b-af0c-e096b7b7ab83" providerId="ADAL" clId="{CAD08E2A-F6F8-4AD5-8ADD-81302AF1D08D}" dt="2024-03-13T08:27:05.911" v="333" actId="47"/>
          <pc:sldLayoutMkLst>
            <pc:docMk/>
            <pc:sldMasterMk cId="277366840" sldId="2147483811"/>
            <pc:sldLayoutMk cId="2697585902" sldId="2147483813"/>
          </pc:sldLayoutMkLst>
        </pc:sldLayoutChg>
        <pc:sldLayoutChg chg="add del">
          <pc:chgData name="MingyuXiao" userId="86e03c77-53a3-454b-af0c-e096b7b7ab83" providerId="ADAL" clId="{CAD08E2A-F6F8-4AD5-8ADD-81302AF1D08D}" dt="2024-03-13T08:27:05.911" v="333" actId="47"/>
          <pc:sldLayoutMkLst>
            <pc:docMk/>
            <pc:sldMasterMk cId="277366840" sldId="2147483811"/>
            <pc:sldLayoutMk cId="291416994" sldId="2147483814"/>
          </pc:sldLayoutMkLst>
        </pc:sldLayoutChg>
        <pc:sldLayoutChg chg="add del">
          <pc:chgData name="MingyuXiao" userId="86e03c77-53a3-454b-af0c-e096b7b7ab83" providerId="ADAL" clId="{CAD08E2A-F6F8-4AD5-8ADD-81302AF1D08D}" dt="2024-03-13T08:27:05.911" v="333" actId="47"/>
          <pc:sldLayoutMkLst>
            <pc:docMk/>
            <pc:sldMasterMk cId="277366840" sldId="2147483811"/>
            <pc:sldLayoutMk cId="1128068356" sldId="2147483815"/>
          </pc:sldLayoutMkLst>
        </pc:sldLayoutChg>
        <pc:sldLayoutChg chg="add del">
          <pc:chgData name="MingyuXiao" userId="86e03c77-53a3-454b-af0c-e096b7b7ab83" providerId="ADAL" clId="{CAD08E2A-F6F8-4AD5-8ADD-81302AF1D08D}" dt="2024-03-13T08:27:05.911" v="333" actId="47"/>
          <pc:sldLayoutMkLst>
            <pc:docMk/>
            <pc:sldMasterMk cId="277366840" sldId="2147483811"/>
            <pc:sldLayoutMk cId="2044626761" sldId="2147483816"/>
          </pc:sldLayoutMkLst>
        </pc:sldLayoutChg>
        <pc:sldLayoutChg chg="add del">
          <pc:chgData name="MingyuXiao" userId="86e03c77-53a3-454b-af0c-e096b7b7ab83" providerId="ADAL" clId="{CAD08E2A-F6F8-4AD5-8ADD-81302AF1D08D}" dt="2024-03-13T08:27:05.911" v="333" actId="47"/>
          <pc:sldLayoutMkLst>
            <pc:docMk/>
            <pc:sldMasterMk cId="277366840" sldId="2147483811"/>
            <pc:sldLayoutMk cId="3063790288" sldId="2147483817"/>
          </pc:sldLayoutMkLst>
        </pc:sldLayoutChg>
        <pc:sldLayoutChg chg="add del">
          <pc:chgData name="MingyuXiao" userId="86e03c77-53a3-454b-af0c-e096b7b7ab83" providerId="ADAL" clId="{CAD08E2A-F6F8-4AD5-8ADD-81302AF1D08D}" dt="2024-03-13T08:27:05.911" v="333" actId="47"/>
          <pc:sldLayoutMkLst>
            <pc:docMk/>
            <pc:sldMasterMk cId="277366840" sldId="2147483811"/>
            <pc:sldLayoutMk cId="1710960809" sldId="2147483818"/>
          </pc:sldLayoutMkLst>
        </pc:sldLayoutChg>
        <pc:sldLayoutChg chg="add del">
          <pc:chgData name="MingyuXiao" userId="86e03c77-53a3-454b-af0c-e096b7b7ab83" providerId="ADAL" clId="{CAD08E2A-F6F8-4AD5-8ADD-81302AF1D08D}" dt="2024-03-13T08:27:05.911" v="333" actId="47"/>
          <pc:sldLayoutMkLst>
            <pc:docMk/>
            <pc:sldMasterMk cId="277366840" sldId="2147483811"/>
            <pc:sldLayoutMk cId="3804825748" sldId="2147483819"/>
          </pc:sldLayoutMkLst>
        </pc:sldLayoutChg>
        <pc:sldLayoutChg chg="add del">
          <pc:chgData name="MingyuXiao" userId="86e03c77-53a3-454b-af0c-e096b7b7ab83" providerId="ADAL" clId="{CAD08E2A-F6F8-4AD5-8ADD-81302AF1D08D}" dt="2024-03-13T08:27:05.911" v="333" actId="47"/>
          <pc:sldLayoutMkLst>
            <pc:docMk/>
            <pc:sldMasterMk cId="277366840" sldId="2147483811"/>
            <pc:sldLayoutMk cId="1896099661" sldId="2147483820"/>
          </pc:sldLayoutMkLst>
        </pc:sldLayoutChg>
        <pc:sldLayoutChg chg="add del">
          <pc:chgData name="MingyuXiao" userId="86e03c77-53a3-454b-af0c-e096b7b7ab83" providerId="ADAL" clId="{CAD08E2A-F6F8-4AD5-8ADD-81302AF1D08D}" dt="2024-03-13T08:27:05.911" v="333" actId="47"/>
          <pc:sldLayoutMkLst>
            <pc:docMk/>
            <pc:sldMasterMk cId="277366840" sldId="2147483811"/>
            <pc:sldLayoutMk cId="1704643659" sldId="2147483821"/>
          </pc:sldLayoutMkLst>
        </pc:sldLayoutChg>
        <pc:sldLayoutChg chg="add del">
          <pc:chgData name="MingyuXiao" userId="86e03c77-53a3-454b-af0c-e096b7b7ab83" providerId="ADAL" clId="{CAD08E2A-F6F8-4AD5-8ADD-81302AF1D08D}" dt="2024-03-13T08:27:05.911" v="333" actId="47"/>
          <pc:sldLayoutMkLst>
            <pc:docMk/>
            <pc:sldMasterMk cId="277366840" sldId="2147483811"/>
            <pc:sldLayoutMk cId="2914461769" sldId="2147483822"/>
          </pc:sldLayoutMkLst>
        </pc:sldLayoutChg>
      </pc:sldMasterChg>
      <pc:sldMasterChg chg="modTransition modSldLayout">
        <pc:chgData name="MingyuXiao" userId="86e03c77-53a3-454b-af0c-e096b7b7ab83" providerId="ADAL" clId="{CAD08E2A-F6F8-4AD5-8ADD-81302AF1D08D}" dt="2024-03-13T08:08:26.191" v="261"/>
        <pc:sldMasterMkLst>
          <pc:docMk/>
          <pc:sldMasterMk cId="3057160678" sldId="2147483811"/>
        </pc:sldMasterMkLst>
        <pc:sldLayoutChg chg="modTransition">
          <pc:chgData name="MingyuXiao" userId="86e03c77-53a3-454b-af0c-e096b7b7ab83" providerId="ADAL" clId="{CAD08E2A-F6F8-4AD5-8ADD-81302AF1D08D}" dt="2024-03-13T08:08:26.191" v="261"/>
          <pc:sldLayoutMkLst>
            <pc:docMk/>
            <pc:sldMasterMk cId="3057160678" sldId="2147483811"/>
            <pc:sldLayoutMk cId="3190821191" sldId="2147483812"/>
          </pc:sldLayoutMkLst>
        </pc:sldLayoutChg>
        <pc:sldLayoutChg chg="modTransition">
          <pc:chgData name="MingyuXiao" userId="86e03c77-53a3-454b-af0c-e096b7b7ab83" providerId="ADAL" clId="{CAD08E2A-F6F8-4AD5-8ADD-81302AF1D08D}" dt="2024-03-13T08:08:26.191" v="261"/>
          <pc:sldLayoutMkLst>
            <pc:docMk/>
            <pc:sldMasterMk cId="3057160678" sldId="2147483811"/>
            <pc:sldLayoutMk cId="139470198" sldId="2147483813"/>
          </pc:sldLayoutMkLst>
        </pc:sldLayoutChg>
        <pc:sldLayoutChg chg="modTransition">
          <pc:chgData name="MingyuXiao" userId="86e03c77-53a3-454b-af0c-e096b7b7ab83" providerId="ADAL" clId="{CAD08E2A-F6F8-4AD5-8ADD-81302AF1D08D}" dt="2024-03-13T08:08:26.191" v="261"/>
          <pc:sldLayoutMkLst>
            <pc:docMk/>
            <pc:sldMasterMk cId="3057160678" sldId="2147483811"/>
            <pc:sldLayoutMk cId="4226632247" sldId="2147483814"/>
          </pc:sldLayoutMkLst>
        </pc:sldLayoutChg>
        <pc:sldLayoutChg chg="modTransition">
          <pc:chgData name="MingyuXiao" userId="86e03c77-53a3-454b-af0c-e096b7b7ab83" providerId="ADAL" clId="{CAD08E2A-F6F8-4AD5-8ADD-81302AF1D08D}" dt="2024-03-13T08:08:26.191" v="261"/>
          <pc:sldLayoutMkLst>
            <pc:docMk/>
            <pc:sldMasterMk cId="3057160678" sldId="2147483811"/>
            <pc:sldLayoutMk cId="1545517556" sldId="2147483815"/>
          </pc:sldLayoutMkLst>
        </pc:sldLayoutChg>
        <pc:sldLayoutChg chg="modTransition">
          <pc:chgData name="MingyuXiao" userId="86e03c77-53a3-454b-af0c-e096b7b7ab83" providerId="ADAL" clId="{CAD08E2A-F6F8-4AD5-8ADD-81302AF1D08D}" dt="2024-03-13T08:08:26.191" v="261"/>
          <pc:sldLayoutMkLst>
            <pc:docMk/>
            <pc:sldMasterMk cId="3057160678" sldId="2147483811"/>
            <pc:sldLayoutMk cId="1961486160" sldId="2147483816"/>
          </pc:sldLayoutMkLst>
        </pc:sldLayoutChg>
        <pc:sldLayoutChg chg="modTransition">
          <pc:chgData name="MingyuXiao" userId="86e03c77-53a3-454b-af0c-e096b7b7ab83" providerId="ADAL" clId="{CAD08E2A-F6F8-4AD5-8ADD-81302AF1D08D}" dt="2024-03-13T08:08:26.191" v="261"/>
          <pc:sldLayoutMkLst>
            <pc:docMk/>
            <pc:sldMasterMk cId="3057160678" sldId="2147483811"/>
            <pc:sldLayoutMk cId="3685150712" sldId="2147483817"/>
          </pc:sldLayoutMkLst>
        </pc:sldLayoutChg>
        <pc:sldLayoutChg chg="modTransition">
          <pc:chgData name="MingyuXiao" userId="86e03c77-53a3-454b-af0c-e096b7b7ab83" providerId="ADAL" clId="{CAD08E2A-F6F8-4AD5-8ADD-81302AF1D08D}" dt="2024-03-13T08:08:26.191" v="261"/>
          <pc:sldLayoutMkLst>
            <pc:docMk/>
            <pc:sldMasterMk cId="3057160678" sldId="2147483811"/>
            <pc:sldLayoutMk cId="2487559267" sldId="2147483818"/>
          </pc:sldLayoutMkLst>
        </pc:sldLayoutChg>
        <pc:sldLayoutChg chg="modTransition">
          <pc:chgData name="MingyuXiao" userId="86e03c77-53a3-454b-af0c-e096b7b7ab83" providerId="ADAL" clId="{CAD08E2A-F6F8-4AD5-8ADD-81302AF1D08D}" dt="2024-03-13T08:08:26.191" v="261"/>
          <pc:sldLayoutMkLst>
            <pc:docMk/>
            <pc:sldMasterMk cId="3057160678" sldId="2147483811"/>
            <pc:sldLayoutMk cId="2174090414" sldId="2147483819"/>
          </pc:sldLayoutMkLst>
        </pc:sldLayoutChg>
        <pc:sldLayoutChg chg="modTransition">
          <pc:chgData name="MingyuXiao" userId="86e03c77-53a3-454b-af0c-e096b7b7ab83" providerId="ADAL" clId="{CAD08E2A-F6F8-4AD5-8ADD-81302AF1D08D}" dt="2024-03-13T08:08:26.191" v="261"/>
          <pc:sldLayoutMkLst>
            <pc:docMk/>
            <pc:sldMasterMk cId="3057160678" sldId="2147483811"/>
            <pc:sldLayoutMk cId="1477339586" sldId="2147483820"/>
          </pc:sldLayoutMkLst>
        </pc:sldLayoutChg>
        <pc:sldLayoutChg chg="modTransition">
          <pc:chgData name="MingyuXiao" userId="86e03c77-53a3-454b-af0c-e096b7b7ab83" providerId="ADAL" clId="{CAD08E2A-F6F8-4AD5-8ADD-81302AF1D08D}" dt="2024-03-13T08:08:26.191" v="261"/>
          <pc:sldLayoutMkLst>
            <pc:docMk/>
            <pc:sldMasterMk cId="3057160678" sldId="2147483811"/>
            <pc:sldLayoutMk cId="4249497321" sldId="2147483821"/>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53C3E4C9-86FC-463C-AA27-36ED9234F10D}"/>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lnSpc>
                <a:spcPct val="100000"/>
              </a:lnSpc>
              <a:defRPr sz="1200">
                <a:solidFill>
                  <a:schemeClr val="tx1"/>
                </a:solidFill>
                <a:latin typeface="Times New Roman" pitchFamily="18" charset="0"/>
                <a:ea typeface="宋体" pitchFamily="2" charset="-122"/>
              </a:defRPr>
            </a:lvl1pPr>
          </a:lstStyle>
          <a:p>
            <a:pPr>
              <a:defRPr/>
            </a:pPr>
            <a:endParaRPr lang="en-US" altLang="zh-CN"/>
          </a:p>
        </p:txBody>
      </p:sp>
      <p:sp>
        <p:nvSpPr>
          <p:cNvPr id="28675" name="Rectangle 3">
            <a:extLst>
              <a:ext uri="{FF2B5EF4-FFF2-40B4-BE49-F238E27FC236}">
                <a16:creationId xmlns:a16="http://schemas.microsoft.com/office/drawing/2014/main" id="{7EA64A8B-5E20-4500-A091-633791EEA829}"/>
              </a:ext>
            </a:extLst>
          </p:cNvPr>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lnSpc>
                <a:spcPct val="100000"/>
              </a:lnSpc>
              <a:defRPr sz="1200">
                <a:solidFill>
                  <a:schemeClr val="tx1"/>
                </a:solidFill>
                <a:latin typeface="Times New Roman" pitchFamily="18" charset="0"/>
                <a:ea typeface="宋体" pitchFamily="2" charset="-122"/>
              </a:defRPr>
            </a:lvl1pPr>
          </a:lstStyle>
          <a:p>
            <a:pPr>
              <a:defRPr/>
            </a:pPr>
            <a:endParaRPr lang="en-US" altLang="zh-CN"/>
          </a:p>
        </p:txBody>
      </p:sp>
      <p:sp>
        <p:nvSpPr>
          <p:cNvPr id="28676" name="Rectangle 4">
            <a:extLst>
              <a:ext uri="{FF2B5EF4-FFF2-40B4-BE49-F238E27FC236}">
                <a16:creationId xmlns:a16="http://schemas.microsoft.com/office/drawing/2014/main" id="{053E97F7-F9AF-40B9-A4C5-8296727A37F3}"/>
              </a:ext>
            </a:extLst>
          </p:cNvPr>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lnSpc>
                <a:spcPct val="100000"/>
              </a:lnSpc>
              <a:defRPr sz="1200">
                <a:solidFill>
                  <a:schemeClr val="tx1"/>
                </a:solidFill>
                <a:latin typeface="Times New Roman" pitchFamily="18" charset="0"/>
                <a:ea typeface="宋体" pitchFamily="2" charset="-122"/>
              </a:defRPr>
            </a:lvl1pPr>
          </a:lstStyle>
          <a:p>
            <a:pPr>
              <a:defRPr/>
            </a:pPr>
            <a:r>
              <a:rPr lang="zh-CN" altLang="en-US"/>
              <a:t>组合数学</a:t>
            </a:r>
          </a:p>
        </p:txBody>
      </p:sp>
      <p:sp>
        <p:nvSpPr>
          <p:cNvPr id="28677" name="Rectangle 5">
            <a:extLst>
              <a:ext uri="{FF2B5EF4-FFF2-40B4-BE49-F238E27FC236}">
                <a16:creationId xmlns:a16="http://schemas.microsoft.com/office/drawing/2014/main" id="{DC1045C0-5F09-440E-80CB-E3467C34D961}"/>
              </a:ext>
            </a:extLst>
          </p:cNvPr>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solidFill>
                  <a:schemeClr val="tx1"/>
                </a:solidFill>
                <a:latin typeface="Times New Roman" panose="02020603050405020304" pitchFamily="18" charset="0"/>
                <a:ea typeface="宋体" panose="02010600030101010101" pitchFamily="2" charset="-122"/>
              </a:defRPr>
            </a:lvl1pPr>
          </a:lstStyle>
          <a:p>
            <a:pPr>
              <a:defRPr/>
            </a:pPr>
            <a:fld id="{EB6756CD-A014-4DBE-844E-1069AA10269A}" type="slidenum">
              <a:rPr lang="en-US" altLang="zh-CN"/>
              <a:pPr>
                <a:defRPr/>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1026">
            <a:extLst>
              <a:ext uri="{FF2B5EF4-FFF2-40B4-BE49-F238E27FC236}">
                <a16:creationId xmlns:a16="http://schemas.microsoft.com/office/drawing/2014/main" id="{1B16DB93-BF3F-43DF-89FF-9641BBD7447C}"/>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latinLnBrk="1" hangingPunct="1">
              <a:lnSpc>
                <a:spcPct val="100000"/>
              </a:lnSpc>
              <a:defRPr sz="1200">
                <a:solidFill>
                  <a:schemeClr val="tx1"/>
                </a:solidFill>
                <a:latin typeface="Times New Roman" pitchFamily="18" charset="0"/>
                <a:ea typeface="宋体" pitchFamily="2" charset="-122"/>
              </a:defRPr>
            </a:lvl1pPr>
          </a:lstStyle>
          <a:p>
            <a:pPr>
              <a:defRPr/>
            </a:pPr>
            <a:endParaRPr lang="en-US" altLang="zh-CN"/>
          </a:p>
        </p:txBody>
      </p:sp>
      <p:sp>
        <p:nvSpPr>
          <p:cNvPr id="27651" name="Rectangle 1027">
            <a:extLst>
              <a:ext uri="{FF2B5EF4-FFF2-40B4-BE49-F238E27FC236}">
                <a16:creationId xmlns:a16="http://schemas.microsoft.com/office/drawing/2014/main" id="{64C52F11-99A4-4DFA-958D-EA798336C30D}"/>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latinLnBrk="1" hangingPunct="1">
              <a:lnSpc>
                <a:spcPct val="100000"/>
              </a:lnSpc>
              <a:defRPr sz="1200">
                <a:solidFill>
                  <a:schemeClr val="tx1"/>
                </a:solidFill>
                <a:latin typeface="Times New Roman" pitchFamily="18" charset="0"/>
                <a:ea typeface="宋体" pitchFamily="2" charset="-122"/>
              </a:defRPr>
            </a:lvl1pPr>
          </a:lstStyle>
          <a:p>
            <a:pPr>
              <a:defRPr/>
            </a:pPr>
            <a:endParaRPr lang="en-US" altLang="zh-CN"/>
          </a:p>
        </p:txBody>
      </p:sp>
      <p:sp>
        <p:nvSpPr>
          <p:cNvPr id="5124" name="Rectangle 1028">
            <a:extLst>
              <a:ext uri="{FF2B5EF4-FFF2-40B4-BE49-F238E27FC236}">
                <a16:creationId xmlns:a16="http://schemas.microsoft.com/office/drawing/2014/main" id="{CD3010AF-5374-4ECE-A9BE-C4525986F51D}"/>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3" name="Rectangle 1029">
            <a:extLst>
              <a:ext uri="{FF2B5EF4-FFF2-40B4-BE49-F238E27FC236}">
                <a16:creationId xmlns:a16="http://schemas.microsoft.com/office/drawing/2014/main" id="{8FCAC67F-B602-4DC2-830B-0269D2A81E1E}"/>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7654" name="Rectangle 1030">
            <a:extLst>
              <a:ext uri="{FF2B5EF4-FFF2-40B4-BE49-F238E27FC236}">
                <a16:creationId xmlns:a16="http://schemas.microsoft.com/office/drawing/2014/main" id="{AC42021C-4CD4-42BD-8464-6B3C9A88D744}"/>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latinLnBrk="1" hangingPunct="1">
              <a:lnSpc>
                <a:spcPct val="100000"/>
              </a:lnSpc>
              <a:defRPr sz="1200">
                <a:solidFill>
                  <a:schemeClr val="tx1"/>
                </a:solidFill>
                <a:latin typeface="Times New Roman" pitchFamily="18" charset="0"/>
                <a:ea typeface="宋体" pitchFamily="2" charset="-122"/>
              </a:defRPr>
            </a:lvl1pPr>
          </a:lstStyle>
          <a:p>
            <a:pPr>
              <a:defRPr/>
            </a:pPr>
            <a:endParaRPr lang="en-US" altLang="zh-CN"/>
          </a:p>
        </p:txBody>
      </p:sp>
      <p:sp>
        <p:nvSpPr>
          <p:cNvPr id="27655" name="Rectangle 1031">
            <a:extLst>
              <a:ext uri="{FF2B5EF4-FFF2-40B4-BE49-F238E27FC236}">
                <a16:creationId xmlns:a16="http://schemas.microsoft.com/office/drawing/2014/main" id="{9727C3D1-0D3B-415A-BC0E-2FC42C1C4018}"/>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latinLnBrk="1" hangingPunct="1">
              <a:defRPr sz="1200">
                <a:solidFill>
                  <a:schemeClr val="tx1"/>
                </a:solidFill>
                <a:latin typeface="Times New Roman" panose="02020603050405020304" pitchFamily="18" charset="0"/>
                <a:ea typeface="宋体" panose="02010600030101010101" pitchFamily="2" charset="-122"/>
              </a:defRPr>
            </a:lvl1pPr>
          </a:lstStyle>
          <a:p>
            <a:pPr>
              <a:defRPr/>
            </a:pPr>
            <a:fld id="{743BD9A2-01FF-4422-B9D1-F892F873B838}"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E37222AE-A994-44BC-ADE4-769AFBC04DB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4AF0A567-0061-46B9-A00E-C01E4FB0FAB9}" type="slidenum">
              <a:rPr lang="zh-CN" altLang="en-US" smtClean="0">
                <a:solidFill>
                  <a:srgbClr val="0000CC"/>
                </a:solidFill>
                <a:latin typeface="Tahoma" panose="020B0604030504040204" pitchFamily="34" charset="0"/>
              </a:rPr>
              <a:pPr>
                <a:spcBef>
                  <a:spcPct val="0"/>
                </a:spcBef>
              </a:pPr>
              <a:t>39</a:t>
            </a:fld>
            <a:endParaRPr lang="en-US" altLang="zh-CN">
              <a:solidFill>
                <a:srgbClr val="0000CC"/>
              </a:solidFill>
              <a:latin typeface="Tahoma" panose="020B0604030504040204" pitchFamily="34" charset="0"/>
            </a:endParaRPr>
          </a:p>
        </p:txBody>
      </p:sp>
      <p:sp>
        <p:nvSpPr>
          <p:cNvPr id="44035" name="Rectangle 2">
            <a:extLst>
              <a:ext uri="{FF2B5EF4-FFF2-40B4-BE49-F238E27FC236}">
                <a16:creationId xmlns:a16="http://schemas.microsoft.com/office/drawing/2014/main" id="{2CD5020D-9EC1-4D0B-99C3-7854468DB2EE}"/>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20E1642A-02D6-4F23-A1CD-44B1C4D494F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C2E64189-C2A3-49C7-B98C-3D26958CE4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E60C7ED0-40AA-4E57-A754-AEBAA80DFB99}" type="slidenum">
              <a:rPr lang="en-US" altLang="zh-CN" sz="1200"/>
              <a:pPr eaLnBrk="1" hangingPunct="1"/>
              <a:t>43</a:t>
            </a:fld>
            <a:endParaRPr lang="en-US" altLang="zh-CN" sz="1200"/>
          </a:p>
        </p:txBody>
      </p:sp>
      <p:sp>
        <p:nvSpPr>
          <p:cNvPr id="27651" name="Rectangle 2">
            <a:extLst>
              <a:ext uri="{FF2B5EF4-FFF2-40B4-BE49-F238E27FC236}">
                <a16:creationId xmlns:a16="http://schemas.microsoft.com/office/drawing/2014/main" id="{BFCB55CD-C02B-40D5-B2E3-5739491BE364}"/>
              </a:ext>
            </a:extLst>
          </p:cNvPr>
          <p:cNvSpPr>
            <a:spLocks noGrp="1" noRot="1" noChangeAspect="1" noChangeArrowheads="1" noTextEdit="1"/>
          </p:cNvSpPr>
          <p:nvPr>
            <p:ph type="sldImg"/>
          </p:nvPr>
        </p:nvSpPr>
        <p:spPr>
          <a:solidFill>
            <a:srgbClr val="FFFFFF"/>
          </a:solidFill>
          <a:ln/>
        </p:spPr>
      </p:sp>
      <p:sp>
        <p:nvSpPr>
          <p:cNvPr id="27652" name="Rectangle 3">
            <a:extLst>
              <a:ext uri="{FF2B5EF4-FFF2-40B4-BE49-F238E27FC236}">
                <a16:creationId xmlns:a16="http://schemas.microsoft.com/office/drawing/2014/main" id="{14B003C8-11F7-44D8-9C5D-9366895E7FE3}"/>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US" altLang="zh-CN"/>
              <a:t>fgh</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2.xml"/><Relationship Id="rId1" Type="http://schemas.openxmlformats.org/officeDocument/2006/relationships/themeOverride" Target="../theme/themeOverride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2.xml"/><Relationship Id="rId1" Type="http://schemas.openxmlformats.org/officeDocument/2006/relationships/themeOverride" Target="../theme/themeOverride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Master" Target="../slideMasters/slideMaster3.xml"/><Relationship Id="rId1" Type="http://schemas.openxmlformats.org/officeDocument/2006/relationships/themeOverride" Target="../theme/themeOverride5.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Master" Target="../slideMasters/slideMaster3.xml"/><Relationship Id="rId1" Type="http://schemas.openxmlformats.org/officeDocument/2006/relationships/themeOverride" Target="../theme/themeOverride6.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Master" Target="../slideMasters/slideMaster3.xml"/><Relationship Id="rId1" Type="http://schemas.openxmlformats.org/officeDocument/2006/relationships/themeOverride" Target="../theme/themeOverride7.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Master" Target="../slideMasters/slideMaster3.xml"/><Relationship Id="rId1" Type="http://schemas.openxmlformats.org/officeDocument/2006/relationships/themeOverride" Target="../theme/themeOverride8.xml"/><Relationship Id="rId4" Type="http://schemas.openxmlformats.org/officeDocument/2006/relationships/image" Target="../media/image4.jpe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9" name="标题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a:t>单击此处编辑母版标题样式</a:t>
            </a:r>
            <a:endParaRPr lang="en-US"/>
          </a:p>
        </p:txBody>
      </p:sp>
      <p:sp>
        <p:nvSpPr>
          <p:cNvPr id="17" name="副标题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a:t>单击此处编辑母版副标题样式</a:t>
            </a:r>
            <a:endParaRPr lang="en-US"/>
          </a:p>
        </p:txBody>
      </p:sp>
      <p:sp>
        <p:nvSpPr>
          <p:cNvPr id="4" name="日期占位符 29">
            <a:extLst>
              <a:ext uri="{FF2B5EF4-FFF2-40B4-BE49-F238E27FC236}">
                <a16:creationId xmlns:a16="http://schemas.microsoft.com/office/drawing/2014/main" id="{9944A81C-9870-48F1-BD7E-DD1BAACFB68F}"/>
              </a:ext>
            </a:extLst>
          </p:cNvPr>
          <p:cNvSpPr>
            <a:spLocks noGrp="1"/>
          </p:cNvSpPr>
          <p:nvPr>
            <p:ph type="dt" sz="half" idx="10"/>
          </p:nvPr>
        </p:nvSpPr>
        <p:spPr/>
        <p:txBody>
          <a:bodyPr/>
          <a:lstStyle>
            <a:lvl1pPr>
              <a:defRPr/>
            </a:lvl1pPr>
          </a:lstStyle>
          <a:p>
            <a:pPr>
              <a:defRPr/>
            </a:pPr>
            <a:fld id="{FC3FD5DB-4DA7-48AB-AE42-0375E4847B3C}" type="datetime1">
              <a:rPr lang="zh-CN" altLang="en-US"/>
              <a:pPr>
                <a:defRPr/>
              </a:pPr>
              <a:t>2025/11/6</a:t>
            </a:fld>
            <a:endParaRPr lang="en-US" altLang="zh-CN"/>
          </a:p>
        </p:txBody>
      </p:sp>
      <p:sp>
        <p:nvSpPr>
          <p:cNvPr id="5" name="页脚占位符 18">
            <a:extLst>
              <a:ext uri="{FF2B5EF4-FFF2-40B4-BE49-F238E27FC236}">
                <a16:creationId xmlns:a16="http://schemas.microsoft.com/office/drawing/2014/main" id="{57854512-1C62-4D9F-9AAE-91535B2DF406}"/>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26">
            <a:extLst>
              <a:ext uri="{FF2B5EF4-FFF2-40B4-BE49-F238E27FC236}">
                <a16:creationId xmlns:a16="http://schemas.microsoft.com/office/drawing/2014/main" id="{A7D4DAC8-B021-4813-B47E-D4AFC3E3423F}"/>
              </a:ext>
            </a:extLst>
          </p:cNvPr>
          <p:cNvSpPr>
            <a:spLocks noGrp="1"/>
          </p:cNvSpPr>
          <p:nvPr>
            <p:ph type="sldNum" sz="quarter" idx="12"/>
          </p:nvPr>
        </p:nvSpPr>
        <p:spPr/>
        <p:txBody>
          <a:bodyPr/>
          <a:lstStyle>
            <a:lvl1pPr>
              <a:defRPr>
                <a:solidFill>
                  <a:srgbClr val="D1EAEE"/>
                </a:solidFill>
              </a:defRPr>
            </a:lvl1pPr>
          </a:lstStyle>
          <a:p>
            <a:pPr>
              <a:defRPr/>
            </a:pPr>
            <a:fld id="{4C5465F0-1A10-4DFD-9EDD-950FC9401922}" type="slidenum">
              <a:rPr lang="en-US" altLang="zh-CN"/>
              <a:pPr>
                <a:defRPr/>
              </a:pPr>
              <a:t>‹#›</a:t>
            </a:fld>
            <a:endParaRPr lang="en-US" altLang="zh-CN"/>
          </a:p>
        </p:txBody>
      </p:sp>
    </p:spTree>
    <p:extLst>
      <p:ext uri="{BB962C8B-B14F-4D97-AF65-F5344CB8AC3E}">
        <p14:creationId xmlns:p14="http://schemas.microsoft.com/office/powerpoint/2010/main" val="236479995"/>
      </p:ext>
    </p:extLst>
  </p:cSld>
  <p:clrMapOvr>
    <a:overrideClrMapping bg1="dk1" tx1="lt1" bg2="dk2" tx2="lt2" accent1="accent1" accent2="accent2" accent3="accent3" accent4="accent4" accent5="accent5" accent6="accent6" hlink="hlink" folHlink="folHlink"/>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9">
            <a:extLst>
              <a:ext uri="{FF2B5EF4-FFF2-40B4-BE49-F238E27FC236}">
                <a16:creationId xmlns:a16="http://schemas.microsoft.com/office/drawing/2014/main" id="{A2F76A34-860E-4799-8DAF-0C9399751EA0}"/>
              </a:ext>
            </a:extLst>
          </p:cNvPr>
          <p:cNvSpPr>
            <a:spLocks noGrp="1"/>
          </p:cNvSpPr>
          <p:nvPr>
            <p:ph type="dt" sz="half" idx="10"/>
          </p:nvPr>
        </p:nvSpPr>
        <p:spPr/>
        <p:txBody>
          <a:bodyPr/>
          <a:lstStyle>
            <a:lvl1pPr>
              <a:defRPr/>
            </a:lvl1pPr>
          </a:lstStyle>
          <a:p>
            <a:pPr>
              <a:defRPr/>
            </a:pPr>
            <a:fld id="{C7588AE0-C4A4-4F39-852B-8116E93D0E61}" type="datetime1">
              <a:rPr lang="zh-CN" altLang="en-US"/>
              <a:pPr>
                <a:defRPr/>
              </a:pPr>
              <a:t>2025/11/6</a:t>
            </a:fld>
            <a:endParaRPr lang="en-US" altLang="zh-CN"/>
          </a:p>
        </p:txBody>
      </p:sp>
      <p:sp>
        <p:nvSpPr>
          <p:cNvPr id="5" name="页脚占位符 21">
            <a:extLst>
              <a:ext uri="{FF2B5EF4-FFF2-40B4-BE49-F238E27FC236}">
                <a16:creationId xmlns:a16="http://schemas.microsoft.com/office/drawing/2014/main" id="{588CAFAF-7BEC-45EC-B328-69B84AD03447}"/>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17">
            <a:extLst>
              <a:ext uri="{FF2B5EF4-FFF2-40B4-BE49-F238E27FC236}">
                <a16:creationId xmlns:a16="http://schemas.microsoft.com/office/drawing/2014/main" id="{5FBF9D38-D775-488A-A0CF-F113B332EC5F}"/>
              </a:ext>
            </a:extLst>
          </p:cNvPr>
          <p:cNvSpPr>
            <a:spLocks noGrp="1"/>
          </p:cNvSpPr>
          <p:nvPr>
            <p:ph type="sldNum" sz="quarter" idx="12"/>
          </p:nvPr>
        </p:nvSpPr>
        <p:spPr/>
        <p:txBody>
          <a:bodyPr/>
          <a:lstStyle>
            <a:lvl1pPr>
              <a:defRPr/>
            </a:lvl1pPr>
          </a:lstStyle>
          <a:p>
            <a:pPr>
              <a:defRPr/>
            </a:pPr>
            <a:fld id="{480F36D2-3FBC-412A-AFB9-E2BCD5921FDE}" type="slidenum">
              <a:rPr lang="en-US" altLang="zh-CN"/>
              <a:pPr>
                <a:defRPr/>
              </a:pPr>
              <a:t>‹#›</a:t>
            </a:fld>
            <a:endParaRPr lang="en-US" altLang="zh-CN"/>
          </a:p>
        </p:txBody>
      </p:sp>
    </p:spTree>
    <p:extLst>
      <p:ext uri="{BB962C8B-B14F-4D97-AF65-F5344CB8AC3E}">
        <p14:creationId xmlns:p14="http://schemas.microsoft.com/office/powerpoint/2010/main" val="805853657"/>
      </p:ext>
    </p:extLst>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a:t>单击此处编辑母版标题样式</a:t>
            </a:r>
            <a:endParaRPr lang="en-US"/>
          </a:p>
        </p:txBody>
      </p:sp>
      <p:sp>
        <p:nvSpPr>
          <p:cNvPr id="3" name="文本占位符 2"/>
          <p:cNvSpPr>
            <a:spLocks noGrp="1"/>
          </p:cNvSpPr>
          <p:nvPr>
            <p:ph type="body" idx="1"/>
          </p:nvPr>
        </p:nvSpPr>
        <p:spPr>
          <a:xfrm>
            <a:off x="530352" y="2704664"/>
            <a:ext cx="77724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a:t>单击此处编辑母版文本样式</a:t>
            </a:r>
          </a:p>
        </p:txBody>
      </p:sp>
      <p:sp>
        <p:nvSpPr>
          <p:cNvPr id="4" name="日期占位符 3">
            <a:extLst>
              <a:ext uri="{FF2B5EF4-FFF2-40B4-BE49-F238E27FC236}">
                <a16:creationId xmlns:a16="http://schemas.microsoft.com/office/drawing/2014/main" id="{DD42C7C9-A726-447A-95C1-87254BB5A036}"/>
              </a:ext>
            </a:extLst>
          </p:cNvPr>
          <p:cNvSpPr>
            <a:spLocks noGrp="1"/>
          </p:cNvSpPr>
          <p:nvPr>
            <p:ph type="dt" sz="half" idx="10"/>
          </p:nvPr>
        </p:nvSpPr>
        <p:spPr/>
        <p:txBody>
          <a:bodyPr/>
          <a:lstStyle>
            <a:lvl1pPr>
              <a:defRPr/>
            </a:lvl1pPr>
          </a:lstStyle>
          <a:p>
            <a:pPr>
              <a:defRPr/>
            </a:pPr>
            <a:fld id="{3D84CD83-A1F4-4A3F-86AA-2DF153C485EF}" type="datetime1">
              <a:rPr lang="zh-CN" altLang="en-US"/>
              <a:pPr>
                <a:defRPr/>
              </a:pPr>
              <a:t>2025/11/6</a:t>
            </a:fld>
            <a:endParaRPr lang="en-US" altLang="zh-CN"/>
          </a:p>
        </p:txBody>
      </p:sp>
      <p:sp>
        <p:nvSpPr>
          <p:cNvPr id="5" name="页脚占位符 4">
            <a:extLst>
              <a:ext uri="{FF2B5EF4-FFF2-40B4-BE49-F238E27FC236}">
                <a16:creationId xmlns:a16="http://schemas.microsoft.com/office/drawing/2014/main" id="{1ED6B400-A2E5-4941-8BC6-C0942EC17860}"/>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FBC7ECD2-3681-4F48-A13C-FD79C40ADCA7}"/>
              </a:ext>
            </a:extLst>
          </p:cNvPr>
          <p:cNvSpPr>
            <a:spLocks noGrp="1"/>
          </p:cNvSpPr>
          <p:nvPr>
            <p:ph type="sldNum" sz="quarter" idx="12"/>
          </p:nvPr>
        </p:nvSpPr>
        <p:spPr/>
        <p:txBody>
          <a:bodyPr/>
          <a:lstStyle>
            <a:lvl1pPr>
              <a:defRPr>
                <a:solidFill>
                  <a:srgbClr val="D1EAEE"/>
                </a:solidFill>
              </a:defRPr>
            </a:lvl1pPr>
          </a:lstStyle>
          <a:p>
            <a:pPr>
              <a:defRPr/>
            </a:pPr>
            <a:fld id="{6B439AB4-EC2D-41F2-8250-DC3281186509}" type="slidenum">
              <a:rPr lang="en-US" altLang="zh-CN"/>
              <a:pPr>
                <a:defRPr/>
              </a:pPr>
              <a:t>‹#›</a:t>
            </a:fld>
            <a:endParaRPr lang="en-US" altLang="zh-CN"/>
          </a:p>
        </p:txBody>
      </p:sp>
    </p:spTree>
    <p:extLst>
      <p:ext uri="{BB962C8B-B14F-4D97-AF65-F5344CB8AC3E}">
        <p14:creationId xmlns:p14="http://schemas.microsoft.com/office/powerpoint/2010/main" val="466654813"/>
      </p:ext>
    </p:extLst>
  </p:cSld>
  <p:clrMapOvr>
    <a:overrideClrMapping bg1="dk1" tx1="lt1" bg2="dk2" tx2="lt2" accent1="accent1" accent2="accent2" accent3="accent3" accent4="accent4" accent5="accent5" accent6="accent6" hlink="hlink" folHlink="folHlink"/>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a:lstStyle/>
          <a:p>
            <a:r>
              <a:rPr lang="zh-CN" altLang="en-US"/>
              <a:t>单击此处编辑母版标题样式</a:t>
            </a:r>
            <a:endParaRPr lang="en-US"/>
          </a:p>
        </p:txBody>
      </p:sp>
      <p:sp>
        <p:nvSpPr>
          <p:cNvPr id="3" name="内容占位符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内容占位符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9">
            <a:extLst>
              <a:ext uri="{FF2B5EF4-FFF2-40B4-BE49-F238E27FC236}">
                <a16:creationId xmlns:a16="http://schemas.microsoft.com/office/drawing/2014/main" id="{48805F28-021B-4674-BCF0-D3F1E38E6A8B}"/>
              </a:ext>
            </a:extLst>
          </p:cNvPr>
          <p:cNvSpPr>
            <a:spLocks noGrp="1"/>
          </p:cNvSpPr>
          <p:nvPr>
            <p:ph type="dt" sz="half" idx="10"/>
          </p:nvPr>
        </p:nvSpPr>
        <p:spPr/>
        <p:txBody>
          <a:bodyPr/>
          <a:lstStyle>
            <a:lvl1pPr>
              <a:defRPr/>
            </a:lvl1pPr>
          </a:lstStyle>
          <a:p>
            <a:pPr>
              <a:defRPr/>
            </a:pPr>
            <a:fld id="{42065789-68DE-4AC1-99AC-A48494974604}" type="datetime1">
              <a:rPr lang="zh-CN" altLang="en-US"/>
              <a:pPr>
                <a:defRPr/>
              </a:pPr>
              <a:t>2025/11/6</a:t>
            </a:fld>
            <a:endParaRPr lang="en-US" altLang="zh-CN"/>
          </a:p>
        </p:txBody>
      </p:sp>
      <p:sp>
        <p:nvSpPr>
          <p:cNvPr id="6" name="页脚占位符 21">
            <a:extLst>
              <a:ext uri="{FF2B5EF4-FFF2-40B4-BE49-F238E27FC236}">
                <a16:creationId xmlns:a16="http://schemas.microsoft.com/office/drawing/2014/main" id="{652F2B73-EC65-4182-A467-0A43AE9077DD}"/>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17">
            <a:extLst>
              <a:ext uri="{FF2B5EF4-FFF2-40B4-BE49-F238E27FC236}">
                <a16:creationId xmlns:a16="http://schemas.microsoft.com/office/drawing/2014/main" id="{A00BDFC4-9B68-40F9-AAEE-13D4E18D405A}"/>
              </a:ext>
            </a:extLst>
          </p:cNvPr>
          <p:cNvSpPr>
            <a:spLocks noGrp="1"/>
          </p:cNvSpPr>
          <p:nvPr>
            <p:ph type="sldNum" sz="quarter" idx="12"/>
          </p:nvPr>
        </p:nvSpPr>
        <p:spPr/>
        <p:txBody>
          <a:bodyPr/>
          <a:lstStyle>
            <a:lvl1pPr>
              <a:defRPr/>
            </a:lvl1pPr>
          </a:lstStyle>
          <a:p>
            <a:pPr>
              <a:defRPr/>
            </a:pPr>
            <a:fld id="{938662F1-F736-4EDF-BCC5-1CFCDA07831F}" type="slidenum">
              <a:rPr lang="en-US" altLang="zh-CN"/>
              <a:pPr>
                <a:defRPr/>
              </a:pPr>
              <a:t>‹#›</a:t>
            </a:fld>
            <a:endParaRPr lang="en-US" altLang="zh-CN"/>
          </a:p>
        </p:txBody>
      </p:sp>
    </p:spTree>
    <p:extLst>
      <p:ext uri="{BB962C8B-B14F-4D97-AF65-F5344CB8AC3E}">
        <p14:creationId xmlns:p14="http://schemas.microsoft.com/office/powerpoint/2010/main" val="27423745"/>
      </p:ext>
    </p:extLst>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a:lstStyle>
            <a:lvl1pPr>
              <a:defRPr/>
            </a:lvl1pPr>
          </a:lstStyle>
          <a:p>
            <a:r>
              <a:rPr lang="zh-CN" altLang="en-US"/>
              <a:t>单击此处编辑母版标题样式</a:t>
            </a:r>
            <a:endParaRPr lang="en-US"/>
          </a:p>
        </p:txBody>
      </p:sp>
      <p:sp>
        <p:nvSpPr>
          <p:cNvPr id="3" name="文本占位符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p>
        </p:txBody>
      </p:sp>
      <p:sp>
        <p:nvSpPr>
          <p:cNvPr id="4" name="文本占位符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p>
        </p:txBody>
      </p:sp>
      <p:sp>
        <p:nvSpPr>
          <p:cNvPr id="5" name="内容占位符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6" name="内容占位符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日期占位符 9">
            <a:extLst>
              <a:ext uri="{FF2B5EF4-FFF2-40B4-BE49-F238E27FC236}">
                <a16:creationId xmlns:a16="http://schemas.microsoft.com/office/drawing/2014/main" id="{FE72C5CA-20C6-4C16-BA97-3FE904820B10}"/>
              </a:ext>
            </a:extLst>
          </p:cNvPr>
          <p:cNvSpPr>
            <a:spLocks noGrp="1"/>
          </p:cNvSpPr>
          <p:nvPr>
            <p:ph type="dt" sz="half" idx="10"/>
          </p:nvPr>
        </p:nvSpPr>
        <p:spPr/>
        <p:txBody>
          <a:bodyPr/>
          <a:lstStyle>
            <a:lvl1pPr>
              <a:defRPr/>
            </a:lvl1pPr>
          </a:lstStyle>
          <a:p>
            <a:pPr>
              <a:defRPr/>
            </a:pPr>
            <a:fld id="{3F6AF38F-D713-48C1-A728-97AC3B57049A}" type="datetime1">
              <a:rPr lang="zh-CN" altLang="en-US"/>
              <a:pPr>
                <a:defRPr/>
              </a:pPr>
              <a:t>2025/11/6</a:t>
            </a:fld>
            <a:endParaRPr lang="en-US" altLang="zh-CN" dirty="0"/>
          </a:p>
        </p:txBody>
      </p:sp>
      <p:sp>
        <p:nvSpPr>
          <p:cNvPr id="8" name="页脚占位符 21">
            <a:extLst>
              <a:ext uri="{FF2B5EF4-FFF2-40B4-BE49-F238E27FC236}">
                <a16:creationId xmlns:a16="http://schemas.microsoft.com/office/drawing/2014/main" id="{B7DC2E5C-5323-4C21-8DF4-B82C6F1D27B2}"/>
              </a:ext>
            </a:extLst>
          </p:cNvPr>
          <p:cNvSpPr>
            <a:spLocks noGrp="1"/>
          </p:cNvSpPr>
          <p:nvPr>
            <p:ph type="ftr" sz="quarter" idx="11"/>
          </p:nvPr>
        </p:nvSpPr>
        <p:spPr/>
        <p:txBody>
          <a:bodyPr/>
          <a:lstStyle>
            <a:lvl1pPr>
              <a:defRPr/>
            </a:lvl1pPr>
          </a:lstStyle>
          <a:p>
            <a:pPr>
              <a:defRPr/>
            </a:pPr>
            <a:endParaRPr lang="en-US" altLang="zh-CN"/>
          </a:p>
        </p:txBody>
      </p:sp>
      <p:sp>
        <p:nvSpPr>
          <p:cNvPr id="9" name="灯片编号占位符 17">
            <a:extLst>
              <a:ext uri="{FF2B5EF4-FFF2-40B4-BE49-F238E27FC236}">
                <a16:creationId xmlns:a16="http://schemas.microsoft.com/office/drawing/2014/main" id="{8B571C35-7D15-4B6D-9A16-B4DF5F3EAEAC}"/>
              </a:ext>
            </a:extLst>
          </p:cNvPr>
          <p:cNvSpPr>
            <a:spLocks noGrp="1"/>
          </p:cNvSpPr>
          <p:nvPr>
            <p:ph type="sldNum" sz="quarter" idx="12"/>
          </p:nvPr>
        </p:nvSpPr>
        <p:spPr/>
        <p:txBody>
          <a:bodyPr/>
          <a:lstStyle>
            <a:lvl1pPr>
              <a:defRPr/>
            </a:lvl1pPr>
          </a:lstStyle>
          <a:p>
            <a:pPr>
              <a:defRPr/>
            </a:pPr>
            <a:fld id="{549ADD4A-EAB9-4B0E-A45F-DA970A94521A}" type="slidenum">
              <a:rPr lang="en-US" altLang="zh-CN"/>
              <a:pPr>
                <a:defRPr/>
              </a:pPr>
              <a:t>‹#›</a:t>
            </a:fld>
            <a:endParaRPr lang="en-US" altLang="zh-CN"/>
          </a:p>
        </p:txBody>
      </p:sp>
    </p:spTree>
    <p:extLst>
      <p:ext uri="{BB962C8B-B14F-4D97-AF65-F5344CB8AC3E}">
        <p14:creationId xmlns:p14="http://schemas.microsoft.com/office/powerpoint/2010/main" val="2751422554"/>
      </p:ext>
    </p:extLst>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zh-CN" altLang="en-US" dirty="0"/>
              <a:t>单击此处编辑母版标题样式</a:t>
            </a:r>
            <a:endParaRPr lang="en-US" dirty="0"/>
          </a:p>
        </p:txBody>
      </p:sp>
      <p:sp>
        <p:nvSpPr>
          <p:cNvPr id="3" name="日期占位符 9">
            <a:extLst>
              <a:ext uri="{FF2B5EF4-FFF2-40B4-BE49-F238E27FC236}">
                <a16:creationId xmlns:a16="http://schemas.microsoft.com/office/drawing/2014/main" id="{FA60FDBD-1738-4247-AD9A-06B636D9422E}"/>
              </a:ext>
            </a:extLst>
          </p:cNvPr>
          <p:cNvSpPr>
            <a:spLocks noGrp="1"/>
          </p:cNvSpPr>
          <p:nvPr>
            <p:ph type="dt" sz="half" idx="10"/>
          </p:nvPr>
        </p:nvSpPr>
        <p:spPr/>
        <p:txBody>
          <a:bodyPr/>
          <a:lstStyle>
            <a:lvl1pPr>
              <a:defRPr/>
            </a:lvl1pPr>
          </a:lstStyle>
          <a:p>
            <a:pPr>
              <a:defRPr/>
            </a:pPr>
            <a:fld id="{D4FB08BC-C0F3-4275-AB7D-9253A9C544C1}" type="datetime1">
              <a:rPr lang="zh-CN" altLang="en-US"/>
              <a:pPr>
                <a:defRPr/>
              </a:pPr>
              <a:t>2025/11/6</a:t>
            </a:fld>
            <a:endParaRPr lang="en-US" altLang="zh-CN"/>
          </a:p>
        </p:txBody>
      </p:sp>
      <p:sp>
        <p:nvSpPr>
          <p:cNvPr id="4" name="页脚占位符 21">
            <a:extLst>
              <a:ext uri="{FF2B5EF4-FFF2-40B4-BE49-F238E27FC236}">
                <a16:creationId xmlns:a16="http://schemas.microsoft.com/office/drawing/2014/main" id="{2773AC37-827D-4285-A588-DAE4DD144472}"/>
              </a:ext>
            </a:extLst>
          </p:cNvPr>
          <p:cNvSpPr>
            <a:spLocks noGrp="1"/>
          </p:cNvSpPr>
          <p:nvPr>
            <p:ph type="ftr" sz="quarter" idx="11"/>
          </p:nvPr>
        </p:nvSpPr>
        <p:spPr/>
        <p:txBody>
          <a:bodyPr/>
          <a:lstStyle>
            <a:lvl1pPr>
              <a:defRPr/>
            </a:lvl1pPr>
          </a:lstStyle>
          <a:p>
            <a:pPr>
              <a:defRPr/>
            </a:pPr>
            <a:endParaRPr lang="en-US" altLang="zh-CN"/>
          </a:p>
        </p:txBody>
      </p:sp>
      <p:sp>
        <p:nvSpPr>
          <p:cNvPr id="5" name="灯片编号占位符 17">
            <a:extLst>
              <a:ext uri="{FF2B5EF4-FFF2-40B4-BE49-F238E27FC236}">
                <a16:creationId xmlns:a16="http://schemas.microsoft.com/office/drawing/2014/main" id="{E7ACE04C-F97B-4299-A600-0397D64A10F9}"/>
              </a:ext>
            </a:extLst>
          </p:cNvPr>
          <p:cNvSpPr>
            <a:spLocks noGrp="1"/>
          </p:cNvSpPr>
          <p:nvPr>
            <p:ph type="sldNum" sz="quarter" idx="12"/>
          </p:nvPr>
        </p:nvSpPr>
        <p:spPr/>
        <p:txBody>
          <a:bodyPr/>
          <a:lstStyle>
            <a:lvl1pPr>
              <a:defRPr/>
            </a:lvl1pPr>
          </a:lstStyle>
          <a:p>
            <a:pPr>
              <a:defRPr/>
            </a:pPr>
            <a:fld id="{C1CE0F63-2403-40A5-AF63-47174B70E093}" type="slidenum">
              <a:rPr lang="en-US" altLang="zh-CN"/>
              <a:pPr>
                <a:defRPr/>
              </a:pPr>
              <a:t>‹#›</a:t>
            </a:fld>
            <a:endParaRPr lang="en-US" altLang="zh-CN"/>
          </a:p>
        </p:txBody>
      </p:sp>
    </p:spTree>
    <p:extLst>
      <p:ext uri="{BB962C8B-B14F-4D97-AF65-F5344CB8AC3E}">
        <p14:creationId xmlns:p14="http://schemas.microsoft.com/office/powerpoint/2010/main" val="3778351781"/>
      </p:ext>
    </p:extLst>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9">
            <a:extLst>
              <a:ext uri="{FF2B5EF4-FFF2-40B4-BE49-F238E27FC236}">
                <a16:creationId xmlns:a16="http://schemas.microsoft.com/office/drawing/2014/main" id="{0899FD79-4F23-4AC1-B7B8-1D4C867C050D}"/>
              </a:ext>
            </a:extLst>
          </p:cNvPr>
          <p:cNvSpPr>
            <a:spLocks noGrp="1"/>
          </p:cNvSpPr>
          <p:nvPr>
            <p:ph type="dt" sz="half" idx="10"/>
          </p:nvPr>
        </p:nvSpPr>
        <p:spPr/>
        <p:txBody>
          <a:bodyPr/>
          <a:lstStyle>
            <a:lvl1pPr>
              <a:defRPr/>
            </a:lvl1pPr>
          </a:lstStyle>
          <a:p>
            <a:pPr>
              <a:defRPr/>
            </a:pPr>
            <a:fld id="{994593CF-AA39-43FA-99C2-C0073DD9A761}" type="datetime1">
              <a:rPr lang="zh-CN" altLang="en-US"/>
              <a:pPr>
                <a:defRPr/>
              </a:pPr>
              <a:t>2025/11/6</a:t>
            </a:fld>
            <a:endParaRPr lang="en-US" altLang="zh-CN"/>
          </a:p>
        </p:txBody>
      </p:sp>
      <p:sp>
        <p:nvSpPr>
          <p:cNvPr id="3" name="页脚占位符 21">
            <a:extLst>
              <a:ext uri="{FF2B5EF4-FFF2-40B4-BE49-F238E27FC236}">
                <a16:creationId xmlns:a16="http://schemas.microsoft.com/office/drawing/2014/main" id="{76FBD8FA-546C-4B2B-8331-4BDA2CD4BDFF}"/>
              </a:ext>
            </a:extLst>
          </p:cNvPr>
          <p:cNvSpPr>
            <a:spLocks noGrp="1"/>
          </p:cNvSpPr>
          <p:nvPr>
            <p:ph type="ftr" sz="quarter" idx="11"/>
          </p:nvPr>
        </p:nvSpPr>
        <p:spPr/>
        <p:txBody>
          <a:bodyPr/>
          <a:lstStyle>
            <a:lvl1pPr>
              <a:defRPr/>
            </a:lvl1pPr>
          </a:lstStyle>
          <a:p>
            <a:pPr>
              <a:defRPr/>
            </a:pPr>
            <a:endParaRPr lang="en-US" altLang="zh-CN"/>
          </a:p>
        </p:txBody>
      </p:sp>
      <p:sp>
        <p:nvSpPr>
          <p:cNvPr id="4" name="灯片编号占位符 17">
            <a:extLst>
              <a:ext uri="{FF2B5EF4-FFF2-40B4-BE49-F238E27FC236}">
                <a16:creationId xmlns:a16="http://schemas.microsoft.com/office/drawing/2014/main" id="{A69304E0-FC7C-416F-9BCD-9F1D131B8AF3}"/>
              </a:ext>
            </a:extLst>
          </p:cNvPr>
          <p:cNvSpPr>
            <a:spLocks noGrp="1"/>
          </p:cNvSpPr>
          <p:nvPr>
            <p:ph type="sldNum" sz="quarter" idx="12"/>
          </p:nvPr>
        </p:nvSpPr>
        <p:spPr/>
        <p:txBody>
          <a:bodyPr/>
          <a:lstStyle>
            <a:lvl1pPr>
              <a:defRPr/>
            </a:lvl1pPr>
          </a:lstStyle>
          <a:p>
            <a:pPr>
              <a:defRPr/>
            </a:pPr>
            <a:fld id="{72ABC033-EE11-4112-A00F-928F1CB9AD8F}" type="slidenum">
              <a:rPr lang="en-US" altLang="zh-CN"/>
              <a:pPr>
                <a:defRPr/>
              </a:pPr>
              <a:t>‹#›</a:t>
            </a:fld>
            <a:endParaRPr lang="en-US" altLang="zh-CN"/>
          </a:p>
        </p:txBody>
      </p:sp>
    </p:spTree>
    <p:extLst>
      <p:ext uri="{BB962C8B-B14F-4D97-AF65-F5344CB8AC3E}">
        <p14:creationId xmlns:p14="http://schemas.microsoft.com/office/powerpoint/2010/main" val="3368165357"/>
      </p:ext>
    </p:extLst>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85800" y="514352"/>
            <a:ext cx="27432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zh-CN" altLang="en-US"/>
              <a:t>单击此处编辑母版标题样式</a:t>
            </a:r>
            <a:endParaRPr lang="en-US"/>
          </a:p>
        </p:txBody>
      </p:sp>
      <p:sp>
        <p:nvSpPr>
          <p:cNvPr id="3" name="文本占位符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zh-CN" altLang="en-US"/>
              <a:t>单击此处编辑母版文本样式</a:t>
            </a:r>
          </a:p>
        </p:txBody>
      </p:sp>
      <p:sp>
        <p:nvSpPr>
          <p:cNvPr id="4" name="内容占位符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9">
            <a:extLst>
              <a:ext uri="{FF2B5EF4-FFF2-40B4-BE49-F238E27FC236}">
                <a16:creationId xmlns:a16="http://schemas.microsoft.com/office/drawing/2014/main" id="{637287DA-00F0-4E14-AE20-B6E9D3CABDEF}"/>
              </a:ext>
            </a:extLst>
          </p:cNvPr>
          <p:cNvSpPr>
            <a:spLocks noGrp="1"/>
          </p:cNvSpPr>
          <p:nvPr>
            <p:ph type="dt" sz="half" idx="10"/>
          </p:nvPr>
        </p:nvSpPr>
        <p:spPr/>
        <p:txBody>
          <a:bodyPr/>
          <a:lstStyle>
            <a:lvl1pPr>
              <a:defRPr/>
            </a:lvl1pPr>
          </a:lstStyle>
          <a:p>
            <a:pPr>
              <a:defRPr/>
            </a:pPr>
            <a:fld id="{18D5CC8F-4ED9-4CF1-8156-477757FDEEC8}" type="datetime1">
              <a:rPr lang="zh-CN" altLang="en-US"/>
              <a:pPr>
                <a:defRPr/>
              </a:pPr>
              <a:t>2025/11/6</a:t>
            </a:fld>
            <a:endParaRPr lang="en-US" altLang="zh-CN"/>
          </a:p>
        </p:txBody>
      </p:sp>
      <p:sp>
        <p:nvSpPr>
          <p:cNvPr id="6" name="页脚占位符 21">
            <a:extLst>
              <a:ext uri="{FF2B5EF4-FFF2-40B4-BE49-F238E27FC236}">
                <a16:creationId xmlns:a16="http://schemas.microsoft.com/office/drawing/2014/main" id="{A34B4A36-9BBC-4B2D-9EE3-BF35A045788E}"/>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17">
            <a:extLst>
              <a:ext uri="{FF2B5EF4-FFF2-40B4-BE49-F238E27FC236}">
                <a16:creationId xmlns:a16="http://schemas.microsoft.com/office/drawing/2014/main" id="{10FDC184-3D33-4DB1-A7E1-F5608AB62C80}"/>
              </a:ext>
            </a:extLst>
          </p:cNvPr>
          <p:cNvSpPr>
            <a:spLocks noGrp="1"/>
          </p:cNvSpPr>
          <p:nvPr>
            <p:ph type="sldNum" sz="quarter" idx="12"/>
          </p:nvPr>
        </p:nvSpPr>
        <p:spPr/>
        <p:txBody>
          <a:bodyPr/>
          <a:lstStyle>
            <a:lvl1pPr>
              <a:defRPr/>
            </a:lvl1pPr>
          </a:lstStyle>
          <a:p>
            <a:pPr>
              <a:defRPr/>
            </a:pPr>
            <a:fld id="{FE0F9898-1B30-4420-B8BA-D4054DC59A6A}" type="slidenum">
              <a:rPr lang="en-US" altLang="zh-CN"/>
              <a:pPr>
                <a:defRPr/>
              </a:pPr>
              <a:t>‹#›</a:t>
            </a:fld>
            <a:endParaRPr lang="en-US" altLang="zh-CN"/>
          </a:p>
        </p:txBody>
      </p:sp>
    </p:spTree>
    <p:extLst>
      <p:ext uri="{BB962C8B-B14F-4D97-AF65-F5344CB8AC3E}">
        <p14:creationId xmlns:p14="http://schemas.microsoft.com/office/powerpoint/2010/main" val="2695220977"/>
      </p:ext>
    </p:extLst>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5" name="单圆角矩形 13">
            <a:extLst>
              <a:ext uri="{FF2B5EF4-FFF2-40B4-BE49-F238E27FC236}">
                <a16:creationId xmlns:a16="http://schemas.microsoft.com/office/drawing/2014/main" id="{1A553825-1A14-4A0C-8B97-4177D8DE607F}"/>
              </a:ext>
            </a:extLst>
          </p:cNvPr>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eaLnBrk="1" hangingPunct="1">
              <a:lnSpc>
                <a:spcPct val="70000"/>
              </a:lnSpc>
              <a:defRPr/>
            </a:pPr>
            <a:endParaRPr kumimoji="0" lang="en-US"/>
          </a:p>
        </p:txBody>
      </p:sp>
      <p:sp>
        <p:nvSpPr>
          <p:cNvPr id="6" name="直角三角形 5">
            <a:extLst>
              <a:ext uri="{FF2B5EF4-FFF2-40B4-BE49-F238E27FC236}">
                <a16:creationId xmlns:a16="http://schemas.microsoft.com/office/drawing/2014/main" id="{F7F9078A-2F70-4AA6-8AB5-BDA7AC550718}"/>
              </a:ext>
            </a:extLst>
          </p:cNvPr>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eaLnBrk="1" hangingPunct="1">
              <a:lnSpc>
                <a:spcPct val="70000"/>
              </a:lnSpc>
              <a:defRPr/>
            </a:pPr>
            <a:endParaRPr kumimoji="0" lang="en-US"/>
          </a:p>
        </p:txBody>
      </p:sp>
      <p:sp>
        <p:nvSpPr>
          <p:cNvPr id="7" name="任意多边形 15">
            <a:extLst>
              <a:ext uri="{FF2B5EF4-FFF2-40B4-BE49-F238E27FC236}">
                <a16:creationId xmlns:a16="http://schemas.microsoft.com/office/drawing/2014/main" id="{277C33C0-CB71-4FF3-8D58-6543D4122D3B}"/>
              </a:ext>
            </a:extLst>
          </p:cNvPr>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eaLnBrk="1" hangingPunct="1">
              <a:lnSpc>
                <a:spcPct val="70000"/>
              </a:lnSpc>
              <a:defRPr/>
            </a:pPr>
            <a:endParaRPr kumimoji="0" lang="en-US">
              <a:solidFill>
                <a:schemeClr val="tx1"/>
              </a:solidFill>
              <a:latin typeface="+mn-lt"/>
              <a:ea typeface="+mn-ea"/>
            </a:endParaRPr>
          </a:p>
        </p:txBody>
      </p:sp>
      <p:sp>
        <p:nvSpPr>
          <p:cNvPr id="8" name="任意多边形 16">
            <a:extLst>
              <a:ext uri="{FF2B5EF4-FFF2-40B4-BE49-F238E27FC236}">
                <a16:creationId xmlns:a16="http://schemas.microsoft.com/office/drawing/2014/main" id="{FDDA0DE5-4ECE-4EF1-A44B-8E79BCDED31D}"/>
              </a:ext>
            </a:extLst>
          </p:cNvPr>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eaLnBrk="1" hangingPunct="1">
              <a:lnSpc>
                <a:spcPct val="70000"/>
              </a:lnSpc>
              <a:defRPr/>
            </a:pPr>
            <a:endParaRPr kumimoji="0" lang="en-US">
              <a:solidFill>
                <a:schemeClr val="tx1"/>
              </a:solidFill>
              <a:latin typeface="+mn-lt"/>
              <a:ea typeface="+mn-ea"/>
            </a:endParaRPr>
          </a:p>
        </p:txBody>
      </p:sp>
      <p:sp>
        <p:nvSpPr>
          <p:cNvPr id="2" name="标题 1"/>
          <p:cNvSpPr>
            <a:spLocks noGrp="1"/>
          </p:cNvSpPr>
          <p:nvPr>
            <p:ph type="title"/>
          </p:nvPr>
        </p:nvSpPr>
        <p:spPr>
          <a:xfrm>
            <a:off x="609600" y="1176996"/>
            <a:ext cx="2212848" cy="1582621"/>
          </a:xfrm>
        </p:spPr>
        <p:txBody>
          <a:bodyPr lIns="45720" rIns="45720" bIns="45720"/>
          <a:lstStyle>
            <a:lvl1pPr algn="l">
              <a:buNone/>
              <a:defRPr sz="2000" b="1">
                <a:solidFill>
                  <a:schemeClr val="tx2"/>
                </a:solidFill>
              </a:defRPr>
            </a:lvl1pPr>
          </a:lstStyle>
          <a:p>
            <a:r>
              <a:rPr lang="zh-CN" altLang="en-US"/>
              <a:t>单击此处编辑母版标题样式</a:t>
            </a:r>
            <a:endParaRPr lang="en-US"/>
          </a:p>
        </p:txBody>
      </p:sp>
      <p:sp>
        <p:nvSpPr>
          <p:cNvPr id="4" name="文本占位符 3"/>
          <p:cNvSpPr>
            <a:spLocks noGrp="1"/>
          </p:cNvSpPr>
          <p:nvPr>
            <p:ph type="body" sz="half" idx="2"/>
          </p:nvPr>
        </p:nvSpPr>
        <p:spPr>
          <a:xfrm>
            <a:off x="609600" y="2828785"/>
            <a:ext cx="22098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zh-CN" altLang="en-US"/>
              <a:t>单击此处编辑母版文本样式</a:t>
            </a:r>
          </a:p>
        </p:txBody>
      </p:sp>
      <p:sp>
        <p:nvSpPr>
          <p:cNvPr id="3" name="图片占位符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zh-CN" altLang="en-US" noProof="0"/>
              <a:t>单击图标添加图片</a:t>
            </a:r>
            <a:endParaRPr lang="en-US" noProof="0" dirty="0"/>
          </a:p>
        </p:txBody>
      </p:sp>
      <p:sp>
        <p:nvSpPr>
          <p:cNvPr id="9" name="日期占位符 4">
            <a:extLst>
              <a:ext uri="{FF2B5EF4-FFF2-40B4-BE49-F238E27FC236}">
                <a16:creationId xmlns:a16="http://schemas.microsoft.com/office/drawing/2014/main" id="{1DBE4295-4DB0-4C5D-93BE-2CB7DA7E5FAA}"/>
              </a:ext>
            </a:extLst>
          </p:cNvPr>
          <p:cNvSpPr>
            <a:spLocks noGrp="1"/>
          </p:cNvSpPr>
          <p:nvPr>
            <p:ph type="dt" sz="half" idx="10"/>
          </p:nvPr>
        </p:nvSpPr>
        <p:spPr/>
        <p:txBody>
          <a:bodyPr/>
          <a:lstStyle>
            <a:lvl1pPr>
              <a:defRPr/>
            </a:lvl1pPr>
          </a:lstStyle>
          <a:p>
            <a:pPr>
              <a:defRPr/>
            </a:pPr>
            <a:fld id="{05832F59-0119-416F-BDCA-C112959ECB25}" type="datetime1">
              <a:rPr lang="zh-CN" altLang="en-US"/>
              <a:pPr>
                <a:defRPr/>
              </a:pPr>
              <a:t>2025/11/6</a:t>
            </a:fld>
            <a:endParaRPr lang="en-US" altLang="zh-CN"/>
          </a:p>
        </p:txBody>
      </p:sp>
      <p:sp>
        <p:nvSpPr>
          <p:cNvPr id="10" name="页脚占位符 5">
            <a:extLst>
              <a:ext uri="{FF2B5EF4-FFF2-40B4-BE49-F238E27FC236}">
                <a16:creationId xmlns:a16="http://schemas.microsoft.com/office/drawing/2014/main" id="{11A09C02-40D3-4515-AD39-A65220441E85}"/>
              </a:ext>
            </a:extLst>
          </p:cNvPr>
          <p:cNvSpPr>
            <a:spLocks noGrp="1"/>
          </p:cNvSpPr>
          <p:nvPr>
            <p:ph type="ftr" sz="quarter" idx="11"/>
          </p:nvPr>
        </p:nvSpPr>
        <p:spPr/>
        <p:txBody>
          <a:bodyPr/>
          <a:lstStyle>
            <a:lvl1pPr>
              <a:defRPr/>
            </a:lvl1pPr>
          </a:lstStyle>
          <a:p>
            <a:pPr>
              <a:defRPr/>
            </a:pPr>
            <a:endParaRPr lang="en-US" altLang="zh-CN"/>
          </a:p>
        </p:txBody>
      </p:sp>
      <p:sp>
        <p:nvSpPr>
          <p:cNvPr id="11" name="灯片编号占位符 6">
            <a:extLst>
              <a:ext uri="{FF2B5EF4-FFF2-40B4-BE49-F238E27FC236}">
                <a16:creationId xmlns:a16="http://schemas.microsoft.com/office/drawing/2014/main" id="{A20171C0-AD9B-4FF7-9376-B76D25B7E61C}"/>
              </a:ext>
            </a:extLst>
          </p:cNvPr>
          <p:cNvSpPr>
            <a:spLocks noGrp="1"/>
          </p:cNvSpPr>
          <p:nvPr>
            <p:ph type="sldNum" sz="quarter" idx="12"/>
          </p:nvPr>
        </p:nvSpPr>
        <p:spPr>
          <a:xfrm>
            <a:off x="8077200" y="6356350"/>
            <a:ext cx="609600" cy="365125"/>
          </a:xfrm>
        </p:spPr>
        <p:txBody>
          <a:bodyPr/>
          <a:lstStyle>
            <a:lvl1pPr>
              <a:defRPr/>
            </a:lvl1pPr>
          </a:lstStyle>
          <a:p>
            <a:pPr>
              <a:defRPr/>
            </a:pPr>
            <a:fld id="{F5D17F9D-D243-41FF-8A16-A3AF28EA4D6C}" type="slidenum">
              <a:rPr lang="en-US" altLang="zh-CN"/>
              <a:pPr>
                <a:defRPr/>
              </a:pPr>
              <a:t>‹#›</a:t>
            </a:fld>
            <a:endParaRPr lang="en-US" altLang="zh-CN"/>
          </a:p>
        </p:txBody>
      </p:sp>
    </p:spTree>
    <p:extLst>
      <p:ext uri="{BB962C8B-B14F-4D97-AF65-F5344CB8AC3E}">
        <p14:creationId xmlns:p14="http://schemas.microsoft.com/office/powerpoint/2010/main" val="2193925875"/>
      </p:ext>
    </p:extLst>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9">
            <a:extLst>
              <a:ext uri="{FF2B5EF4-FFF2-40B4-BE49-F238E27FC236}">
                <a16:creationId xmlns:a16="http://schemas.microsoft.com/office/drawing/2014/main" id="{6A807104-6714-4DBE-9D57-351DBCBB488A}"/>
              </a:ext>
            </a:extLst>
          </p:cNvPr>
          <p:cNvSpPr>
            <a:spLocks noGrp="1"/>
          </p:cNvSpPr>
          <p:nvPr>
            <p:ph type="dt" sz="half" idx="10"/>
          </p:nvPr>
        </p:nvSpPr>
        <p:spPr/>
        <p:txBody>
          <a:bodyPr/>
          <a:lstStyle>
            <a:lvl1pPr>
              <a:defRPr/>
            </a:lvl1pPr>
          </a:lstStyle>
          <a:p>
            <a:pPr>
              <a:defRPr/>
            </a:pPr>
            <a:fld id="{BF7AAD71-9987-4115-9DD0-E83945FDE0C4}" type="datetime1">
              <a:rPr lang="zh-CN" altLang="en-US"/>
              <a:pPr>
                <a:defRPr/>
              </a:pPr>
              <a:t>2025/11/6</a:t>
            </a:fld>
            <a:endParaRPr lang="en-US" altLang="zh-CN"/>
          </a:p>
        </p:txBody>
      </p:sp>
      <p:sp>
        <p:nvSpPr>
          <p:cNvPr id="5" name="页脚占位符 21">
            <a:extLst>
              <a:ext uri="{FF2B5EF4-FFF2-40B4-BE49-F238E27FC236}">
                <a16:creationId xmlns:a16="http://schemas.microsoft.com/office/drawing/2014/main" id="{F10FAE6D-2A6B-4096-8E3F-A0F02C089755}"/>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17">
            <a:extLst>
              <a:ext uri="{FF2B5EF4-FFF2-40B4-BE49-F238E27FC236}">
                <a16:creationId xmlns:a16="http://schemas.microsoft.com/office/drawing/2014/main" id="{3274B419-6AD9-438C-968C-498FA718E322}"/>
              </a:ext>
            </a:extLst>
          </p:cNvPr>
          <p:cNvSpPr>
            <a:spLocks noGrp="1"/>
          </p:cNvSpPr>
          <p:nvPr>
            <p:ph type="sldNum" sz="quarter" idx="12"/>
          </p:nvPr>
        </p:nvSpPr>
        <p:spPr/>
        <p:txBody>
          <a:bodyPr/>
          <a:lstStyle>
            <a:lvl1pPr>
              <a:defRPr/>
            </a:lvl1pPr>
          </a:lstStyle>
          <a:p>
            <a:pPr>
              <a:defRPr/>
            </a:pPr>
            <a:fld id="{1D03FAB4-C556-4107-A1C8-9EADE2FD60A3}" type="slidenum">
              <a:rPr lang="en-US" altLang="zh-CN"/>
              <a:pPr>
                <a:defRPr/>
              </a:pPr>
              <a:t>‹#›</a:t>
            </a:fld>
            <a:endParaRPr lang="en-US" altLang="zh-CN"/>
          </a:p>
        </p:txBody>
      </p:sp>
    </p:spTree>
    <p:extLst>
      <p:ext uri="{BB962C8B-B14F-4D97-AF65-F5344CB8AC3E}">
        <p14:creationId xmlns:p14="http://schemas.microsoft.com/office/powerpoint/2010/main" val="1465675639"/>
      </p:ext>
    </p:extLst>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914401"/>
            <a:ext cx="2057400" cy="5211763"/>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457200" y="914401"/>
            <a:ext cx="6019800" cy="5211763"/>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9">
            <a:extLst>
              <a:ext uri="{FF2B5EF4-FFF2-40B4-BE49-F238E27FC236}">
                <a16:creationId xmlns:a16="http://schemas.microsoft.com/office/drawing/2014/main" id="{1553CFE8-DD2B-41B7-A9E4-1E32432941ED}"/>
              </a:ext>
            </a:extLst>
          </p:cNvPr>
          <p:cNvSpPr>
            <a:spLocks noGrp="1"/>
          </p:cNvSpPr>
          <p:nvPr>
            <p:ph type="dt" sz="half" idx="10"/>
          </p:nvPr>
        </p:nvSpPr>
        <p:spPr/>
        <p:txBody>
          <a:bodyPr/>
          <a:lstStyle>
            <a:lvl1pPr>
              <a:defRPr/>
            </a:lvl1pPr>
          </a:lstStyle>
          <a:p>
            <a:pPr>
              <a:defRPr/>
            </a:pPr>
            <a:fld id="{DF127BBD-133A-42B9-9422-288CD8BCD5BE}" type="datetime1">
              <a:rPr lang="zh-CN" altLang="en-US"/>
              <a:pPr>
                <a:defRPr/>
              </a:pPr>
              <a:t>2025/11/6</a:t>
            </a:fld>
            <a:endParaRPr lang="en-US" altLang="zh-CN"/>
          </a:p>
        </p:txBody>
      </p:sp>
      <p:sp>
        <p:nvSpPr>
          <p:cNvPr id="5" name="页脚占位符 21">
            <a:extLst>
              <a:ext uri="{FF2B5EF4-FFF2-40B4-BE49-F238E27FC236}">
                <a16:creationId xmlns:a16="http://schemas.microsoft.com/office/drawing/2014/main" id="{F0117C02-39BD-43E5-98FC-893C9489517E}"/>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17">
            <a:extLst>
              <a:ext uri="{FF2B5EF4-FFF2-40B4-BE49-F238E27FC236}">
                <a16:creationId xmlns:a16="http://schemas.microsoft.com/office/drawing/2014/main" id="{C3E57D4C-1D10-4B87-A153-C8C50A68B742}"/>
              </a:ext>
            </a:extLst>
          </p:cNvPr>
          <p:cNvSpPr>
            <a:spLocks noGrp="1"/>
          </p:cNvSpPr>
          <p:nvPr>
            <p:ph type="sldNum" sz="quarter" idx="12"/>
          </p:nvPr>
        </p:nvSpPr>
        <p:spPr/>
        <p:txBody>
          <a:bodyPr/>
          <a:lstStyle>
            <a:lvl1pPr>
              <a:defRPr/>
            </a:lvl1pPr>
          </a:lstStyle>
          <a:p>
            <a:pPr>
              <a:defRPr/>
            </a:pPr>
            <a:fld id="{A9E466C6-E3A5-4E52-BE72-9384B3061E2E}" type="slidenum">
              <a:rPr lang="en-US" altLang="zh-CN"/>
              <a:pPr>
                <a:defRPr/>
              </a:pPr>
              <a:t>‹#›</a:t>
            </a:fld>
            <a:endParaRPr lang="en-US" altLang="zh-CN"/>
          </a:p>
        </p:txBody>
      </p:sp>
    </p:spTree>
    <p:extLst>
      <p:ext uri="{BB962C8B-B14F-4D97-AF65-F5344CB8AC3E}">
        <p14:creationId xmlns:p14="http://schemas.microsoft.com/office/powerpoint/2010/main" val="3831904243"/>
      </p:ext>
    </p:extLst>
  </p:cSld>
  <p:clrMapOvr>
    <a:masterClrMapping/>
  </p:clrMapOvr>
  <p:transition>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9" name="标题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a:t>单击此处编辑母版标题样式</a:t>
            </a:r>
            <a:endParaRPr lang="en-US"/>
          </a:p>
        </p:txBody>
      </p:sp>
      <p:sp>
        <p:nvSpPr>
          <p:cNvPr id="17" name="副标题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a:t>单击此处编辑母版副标题样式</a:t>
            </a:r>
            <a:endParaRPr lang="en-US"/>
          </a:p>
        </p:txBody>
      </p:sp>
      <p:sp>
        <p:nvSpPr>
          <p:cNvPr id="4" name="日期占位符 29">
            <a:extLst>
              <a:ext uri="{FF2B5EF4-FFF2-40B4-BE49-F238E27FC236}">
                <a16:creationId xmlns:a16="http://schemas.microsoft.com/office/drawing/2014/main" id="{66CA172E-1FCE-461F-A0BF-840774300102}"/>
              </a:ext>
            </a:extLst>
          </p:cNvPr>
          <p:cNvSpPr>
            <a:spLocks noGrp="1"/>
          </p:cNvSpPr>
          <p:nvPr>
            <p:ph type="dt" sz="half" idx="10"/>
          </p:nvPr>
        </p:nvSpPr>
        <p:spPr/>
        <p:txBody>
          <a:bodyPr/>
          <a:lstStyle>
            <a:lvl1pPr>
              <a:defRPr/>
            </a:lvl1pPr>
          </a:lstStyle>
          <a:p>
            <a:pPr>
              <a:defRPr/>
            </a:pPr>
            <a:endParaRPr lang="en-US" altLang="zh-CN"/>
          </a:p>
        </p:txBody>
      </p:sp>
      <p:sp>
        <p:nvSpPr>
          <p:cNvPr id="5" name="页脚占位符 18">
            <a:extLst>
              <a:ext uri="{FF2B5EF4-FFF2-40B4-BE49-F238E27FC236}">
                <a16:creationId xmlns:a16="http://schemas.microsoft.com/office/drawing/2014/main" id="{D255253A-457F-4192-AB6B-5D98478E7310}"/>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26">
            <a:extLst>
              <a:ext uri="{FF2B5EF4-FFF2-40B4-BE49-F238E27FC236}">
                <a16:creationId xmlns:a16="http://schemas.microsoft.com/office/drawing/2014/main" id="{340E2F88-30CD-4BC1-B416-343F682AA067}"/>
              </a:ext>
            </a:extLst>
          </p:cNvPr>
          <p:cNvSpPr>
            <a:spLocks noGrp="1"/>
          </p:cNvSpPr>
          <p:nvPr>
            <p:ph type="sldNum" sz="quarter" idx="12"/>
          </p:nvPr>
        </p:nvSpPr>
        <p:spPr/>
        <p:txBody>
          <a:bodyPr/>
          <a:lstStyle>
            <a:lvl1pPr>
              <a:defRPr>
                <a:solidFill>
                  <a:srgbClr val="D1EAEE"/>
                </a:solidFill>
              </a:defRPr>
            </a:lvl1pPr>
          </a:lstStyle>
          <a:p>
            <a:fld id="{CF26B53A-A976-48FE-9C4F-A647D0D5D0EF}" type="slidenum">
              <a:rPr lang="en-US" altLang="zh-CN"/>
              <a:pPr/>
              <a:t>‹#›</a:t>
            </a:fld>
            <a:endParaRPr lang="en-US" altLang="zh-CN"/>
          </a:p>
        </p:txBody>
      </p:sp>
    </p:spTree>
    <p:extLst>
      <p:ext uri="{BB962C8B-B14F-4D97-AF65-F5344CB8AC3E}">
        <p14:creationId xmlns:p14="http://schemas.microsoft.com/office/powerpoint/2010/main" val="3253487951"/>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9">
            <a:extLst>
              <a:ext uri="{FF2B5EF4-FFF2-40B4-BE49-F238E27FC236}">
                <a16:creationId xmlns:a16="http://schemas.microsoft.com/office/drawing/2014/main" id="{6E8CE985-8213-48B2-BACF-0FD64BAC2C51}"/>
              </a:ext>
            </a:extLst>
          </p:cNvPr>
          <p:cNvSpPr>
            <a:spLocks noGrp="1"/>
          </p:cNvSpPr>
          <p:nvPr>
            <p:ph type="dt" sz="half" idx="10"/>
          </p:nvPr>
        </p:nvSpPr>
        <p:spPr/>
        <p:txBody>
          <a:bodyPr/>
          <a:lstStyle>
            <a:lvl1pPr>
              <a:defRPr/>
            </a:lvl1pPr>
          </a:lstStyle>
          <a:p>
            <a:pPr>
              <a:defRPr/>
            </a:pPr>
            <a:endParaRPr lang="en-US" altLang="zh-CN"/>
          </a:p>
        </p:txBody>
      </p:sp>
      <p:sp>
        <p:nvSpPr>
          <p:cNvPr id="5" name="页脚占位符 21">
            <a:extLst>
              <a:ext uri="{FF2B5EF4-FFF2-40B4-BE49-F238E27FC236}">
                <a16:creationId xmlns:a16="http://schemas.microsoft.com/office/drawing/2014/main" id="{F4CEA97E-0083-4F84-B13E-49BA920934B6}"/>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17">
            <a:extLst>
              <a:ext uri="{FF2B5EF4-FFF2-40B4-BE49-F238E27FC236}">
                <a16:creationId xmlns:a16="http://schemas.microsoft.com/office/drawing/2014/main" id="{98F01111-4268-463A-B7EF-279533401CF6}"/>
              </a:ext>
            </a:extLst>
          </p:cNvPr>
          <p:cNvSpPr>
            <a:spLocks noGrp="1"/>
          </p:cNvSpPr>
          <p:nvPr>
            <p:ph type="sldNum" sz="quarter" idx="12"/>
          </p:nvPr>
        </p:nvSpPr>
        <p:spPr/>
        <p:txBody>
          <a:bodyPr/>
          <a:lstStyle>
            <a:lvl1pPr>
              <a:defRPr/>
            </a:lvl1pPr>
          </a:lstStyle>
          <a:p>
            <a:fld id="{EA1D6A11-3655-48BC-A556-EF57D9560AAE}" type="slidenum">
              <a:rPr lang="en-US" altLang="zh-CN"/>
              <a:pPr/>
              <a:t>‹#›</a:t>
            </a:fld>
            <a:endParaRPr lang="en-US" altLang="zh-CN"/>
          </a:p>
        </p:txBody>
      </p:sp>
    </p:spTree>
    <p:extLst>
      <p:ext uri="{BB962C8B-B14F-4D97-AF65-F5344CB8AC3E}">
        <p14:creationId xmlns:p14="http://schemas.microsoft.com/office/powerpoint/2010/main" val="13377902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a:t>单击此处编辑母版标题样式</a:t>
            </a:r>
            <a:endParaRPr lang="en-US"/>
          </a:p>
        </p:txBody>
      </p:sp>
      <p:sp>
        <p:nvSpPr>
          <p:cNvPr id="3" name="文本占位符 2"/>
          <p:cNvSpPr>
            <a:spLocks noGrp="1"/>
          </p:cNvSpPr>
          <p:nvPr>
            <p:ph type="body" idx="1"/>
          </p:nvPr>
        </p:nvSpPr>
        <p:spPr>
          <a:xfrm>
            <a:off x="530352" y="2704664"/>
            <a:ext cx="77724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a:t>单击此处编辑母版文本样式</a:t>
            </a:r>
          </a:p>
        </p:txBody>
      </p:sp>
      <p:sp>
        <p:nvSpPr>
          <p:cNvPr id="4" name="日期占位符 3">
            <a:extLst>
              <a:ext uri="{FF2B5EF4-FFF2-40B4-BE49-F238E27FC236}">
                <a16:creationId xmlns:a16="http://schemas.microsoft.com/office/drawing/2014/main" id="{B63C7838-D3E1-48AD-BA3A-ABC72DA8E3D4}"/>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7683578B-58BE-493B-885D-E1CD3DDA14BC}"/>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D50A9EB0-6172-4838-B695-656669A1507D}"/>
              </a:ext>
            </a:extLst>
          </p:cNvPr>
          <p:cNvSpPr>
            <a:spLocks noGrp="1"/>
          </p:cNvSpPr>
          <p:nvPr>
            <p:ph type="sldNum" sz="quarter" idx="12"/>
          </p:nvPr>
        </p:nvSpPr>
        <p:spPr/>
        <p:txBody>
          <a:bodyPr/>
          <a:lstStyle>
            <a:lvl1pPr>
              <a:defRPr>
                <a:solidFill>
                  <a:srgbClr val="D1EAEE"/>
                </a:solidFill>
              </a:defRPr>
            </a:lvl1pPr>
          </a:lstStyle>
          <a:p>
            <a:fld id="{4D1F0E6F-EDC3-4903-80B4-C49B170F1865}" type="slidenum">
              <a:rPr lang="en-US" altLang="zh-CN"/>
              <a:pPr/>
              <a:t>‹#›</a:t>
            </a:fld>
            <a:endParaRPr lang="en-US" altLang="zh-CN"/>
          </a:p>
        </p:txBody>
      </p:sp>
    </p:spTree>
    <p:extLst>
      <p:ext uri="{BB962C8B-B14F-4D97-AF65-F5344CB8AC3E}">
        <p14:creationId xmlns:p14="http://schemas.microsoft.com/office/powerpoint/2010/main" val="4093007362"/>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a:lstStyle/>
          <a:p>
            <a:r>
              <a:rPr lang="zh-CN" altLang="en-US"/>
              <a:t>单击此处编辑母版标题样式</a:t>
            </a:r>
            <a:endParaRPr lang="en-US"/>
          </a:p>
        </p:txBody>
      </p:sp>
      <p:sp>
        <p:nvSpPr>
          <p:cNvPr id="3" name="内容占位符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内容占位符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9">
            <a:extLst>
              <a:ext uri="{FF2B5EF4-FFF2-40B4-BE49-F238E27FC236}">
                <a16:creationId xmlns:a16="http://schemas.microsoft.com/office/drawing/2014/main" id="{2A669263-8DF0-4A48-AE98-19D82861FA90}"/>
              </a:ext>
            </a:extLst>
          </p:cNvPr>
          <p:cNvSpPr>
            <a:spLocks noGrp="1"/>
          </p:cNvSpPr>
          <p:nvPr>
            <p:ph type="dt" sz="half" idx="10"/>
          </p:nvPr>
        </p:nvSpPr>
        <p:spPr/>
        <p:txBody>
          <a:bodyPr/>
          <a:lstStyle>
            <a:lvl1pPr>
              <a:defRPr/>
            </a:lvl1pPr>
          </a:lstStyle>
          <a:p>
            <a:pPr>
              <a:defRPr/>
            </a:pPr>
            <a:endParaRPr lang="en-US" altLang="zh-CN"/>
          </a:p>
        </p:txBody>
      </p:sp>
      <p:sp>
        <p:nvSpPr>
          <p:cNvPr id="6" name="页脚占位符 21">
            <a:extLst>
              <a:ext uri="{FF2B5EF4-FFF2-40B4-BE49-F238E27FC236}">
                <a16:creationId xmlns:a16="http://schemas.microsoft.com/office/drawing/2014/main" id="{3360135A-5749-4B74-BD52-2D7C9DCED8A6}"/>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17">
            <a:extLst>
              <a:ext uri="{FF2B5EF4-FFF2-40B4-BE49-F238E27FC236}">
                <a16:creationId xmlns:a16="http://schemas.microsoft.com/office/drawing/2014/main" id="{33DAF598-4076-4FAF-9C4F-990B03A5E8DE}"/>
              </a:ext>
            </a:extLst>
          </p:cNvPr>
          <p:cNvSpPr>
            <a:spLocks noGrp="1"/>
          </p:cNvSpPr>
          <p:nvPr>
            <p:ph type="sldNum" sz="quarter" idx="12"/>
          </p:nvPr>
        </p:nvSpPr>
        <p:spPr/>
        <p:txBody>
          <a:bodyPr/>
          <a:lstStyle>
            <a:lvl1pPr>
              <a:defRPr/>
            </a:lvl1pPr>
          </a:lstStyle>
          <a:p>
            <a:fld id="{F464D50C-A2A4-42EA-B559-9D0BD07A4F37}" type="slidenum">
              <a:rPr lang="en-US" altLang="zh-CN"/>
              <a:pPr/>
              <a:t>‹#›</a:t>
            </a:fld>
            <a:endParaRPr lang="en-US" altLang="zh-CN"/>
          </a:p>
        </p:txBody>
      </p:sp>
    </p:spTree>
    <p:extLst>
      <p:ext uri="{BB962C8B-B14F-4D97-AF65-F5344CB8AC3E}">
        <p14:creationId xmlns:p14="http://schemas.microsoft.com/office/powerpoint/2010/main" val="22465663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a:lstStyle>
            <a:lvl1pPr>
              <a:defRPr/>
            </a:lvl1pPr>
          </a:lstStyle>
          <a:p>
            <a:r>
              <a:rPr lang="zh-CN" altLang="en-US"/>
              <a:t>单击此处编辑母版标题样式</a:t>
            </a:r>
            <a:endParaRPr lang="en-US"/>
          </a:p>
        </p:txBody>
      </p:sp>
      <p:sp>
        <p:nvSpPr>
          <p:cNvPr id="3" name="文本占位符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p>
        </p:txBody>
      </p:sp>
      <p:sp>
        <p:nvSpPr>
          <p:cNvPr id="4" name="文本占位符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p>
        </p:txBody>
      </p:sp>
      <p:sp>
        <p:nvSpPr>
          <p:cNvPr id="5" name="内容占位符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内容占位符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日期占位符 9">
            <a:extLst>
              <a:ext uri="{FF2B5EF4-FFF2-40B4-BE49-F238E27FC236}">
                <a16:creationId xmlns:a16="http://schemas.microsoft.com/office/drawing/2014/main" id="{D1096068-9EF9-4019-B2C9-0E5D08B9334A}"/>
              </a:ext>
            </a:extLst>
          </p:cNvPr>
          <p:cNvSpPr>
            <a:spLocks noGrp="1"/>
          </p:cNvSpPr>
          <p:nvPr>
            <p:ph type="dt" sz="half" idx="10"/>
          </p:nvPr>
        </p:nvSpPr>
        <p:spPr/>
        <p:txBody>
          <a:bodyPr/>
          <a:lstStyle>
            <a:lvl1pPr>
              <a:defRPr/>
            </a:lvl1pPr>
          </a:lstStyle>
          <a:p>
            <a:pPr>
              <a:defRPr/>
            </a:pPr>
            <a:endParaRPr lang="en-US" altLang="zh-CN"/>
          </a:p>
        </p:txBody>
      </p:sp>
      <p:sp>
        <p:nvSpPr>
          <p:cNvPr id="8" name="页脚占位符 21">
            <a:extLst>
              <a:ext uri="{FF2B5EF4-FFF2-40B4-BE49-F238E27FC236}">
                <a16:creationId xmlns:a16="http://schemas.microsoft.com/office/drawing/2014/main" id="{3E7A995F-74A8-44BB-9466-CD52611F1513}"/>
              </a:ext>
            </a:extLst>
          </p:cNvPr>
          <p:cNvSpPr>
            <a:spLocks noGrp="1"/>
          </p:cNvSpPr>
          <p:nvPr>
            <p:ph type="ftr" sz="quarter" idx="11"/>
          </p:nvPr>
        </p:nvSpPr>
        <p:spPr/>
        <p:txBody>
          <a:bodyPr/>
          <a:lstStyle>
            <a:lvl1pPr>
              <a:defRPr/>
            </a:lvl1pPr>
          </a:lstStyle>
          <a:p>
            <a:pPr>
              <a:defRPr/>
            </a:pPr>
            <a:endParaRPr lang="en-US" altLang="zh-CN"/>
          </a:p>
        </p:txBody>
      </p:sp>
      <p:sp>
        <p:nvSpPr>
          <p:cNvPr id="9" name="灯片编号占位符 17">
            <a:extLst>
              <a:ext uri="{FF2B5EF4-FFF2-40B4-BE49-F238E27FC236}">
                <a16:creationId xmlns:a16="http://schemas.microsoft.com/office/drawing/2014/main" id="{52EA5673-EE63-44A1-AAAC-79DD094B822C}"/>
              </a:ext>
            </a:extLst>
          </p:cNvPr>
          <p:cNvSpPr>
            <a:spLocks noGrp="1"/>
          </p:cNvSpPr>
          <p:nvPr>
            <p:ph type="sldNum" sz="quarter" idx="12"/>
          </p:nvPr>
        </p:nvSpPr>
        <p:spPr/>
        <p:txBody>
          <a:bodyPr/>
          <a:lstStyle>
            <a:lvl1pPr>
              <a:defRPr/>
            </a:lvl1pPr>
          </a:lstStyle>
          <a:p>
            <a:fld id="{8B8E9B94-7BBE-4DB1-BBF8-142120882422}" type="slidenum">
              <a:rPr lang="en-US" altLang="zh-CN"/>
              <a:pPr/>
              <a:t>‹#›</a:t>
            </a:fld>
            <a:endParaRPr lang="en-US" altLang="zh-CN"/>
          </a:p>
        </p:txBody>
      </p:sp>
    </p:spTree>
    <p:extLst>
      <p:ext uri="{BB962C8B-B14F-4D97-AF65-F5344CB8AC3E}">
        <p14:creationId xmlns:p14="http://schemas.microsoft.com/office/powerpoint/2010/main" val="39887025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zh-CN" altLang="en-US"/>
              <a:t>单击此处编辑母版标题样式</a:t>
            </a:r>
            <a:endParaRPr lang="en-US"/>
          </a:p>
        </p:txBody>
      </p:sp>
      <p:sp>
        <p:nvSpPr>
          <p:cNvPr id="3" name="日期占位符 9">
            <a:extLst>
              <a:ext uri="{FF2B5EF4-FFF2-40B4-BE49-F238E27FC236}">
                <a16:creationId xmlns:a16="http://schemas.microsoft.com/office/drawing/2014/main" id="{E7BB4FA2-40D1-426B-B51A-4B484DF42EDC}"/>
              </a:ext>
            </a:extLst>
          </p:cNvPr>
          <p:cNvSpPr>
            <a:spLocks noGrp="1"/>
          </p:cNvSpPr>
          <p:nvPr>
            <p:ph type="dt" sz="half" idx="10"/>
          </p:nvPr>
        </p:nvSpPr>
        <p:spPr/>
        <p:txBody>
          <a:bodyPr/>
          <a:lstStyle>
            <a:lvl1pPr>
              <a:defRPr/>
            </a:lvl1pPr>
          </a:lstStyle>
          <a:p>
            <a:pPr>
              <a:defRPr/>
            </a:pPr>
            <a:endParaRPr lang="en-US" altLang="zh-CN"/>
          </a:p>
        </p:txBody>
      </p:sp>
      <p:sp>
        <p:nvSpPr>
          <p:cNvPr id="4" name="页脚占位符 21">
            <a:extLst>
              <a:ext uri="{FF2B5EF4-FFF2-40B4-BE49-F238E27FC236}">
                <a16:creationId xmlns:a16="http://schemas.microsoft.com/office/drawing/2014/main" id="{BF08EAF5-8BA4-4BD0-91B6-5C229E51CEEA}"/>
              </a:ext>
            </a:extLst>
          </p:cNvPr>
          <p:cNvSpPr>
            <a:spLocks noGrp="1"/>
          </p:cNvSpPr>
          <p:nvPr>
            <p:ph type="ftr" sz="quarter" idx="11"/>
          </p:nvPr>
        </p:nvSpPr>
        <p:spPr/>
        <p:txBody>
          <a:bodyPr/>
          <a:lstStyle>
            <a:lvl1pPr>
              <a:defRPr/>
            </a:lvl1pPr>
          </a:lstStyle>
          <a:p>
            <a:pPr>
              <a:defRPr/>
            </a:pPr>
            <a:endParaRPr lang="en-US" altLang="zh-CN"/>
          </a:p>
        </p:txBody>
      </p:sp>
      <p:sp>
        <p:nvSpPr>
          <p:cNvPr id="5" name="灯片编号占位符 17">
            <a:extLst>
              <a:ext uri="{FF2B5EF4-FFF2-40B4-BE49-F238E27FC236}">
                <a16:creationId xmlns:a16="http://schemas.microsoft.com/office/drawing/2014/main" id="{7D0D4CD5-BE32-46BF-B588-112F7D64E7E8}"/>
              </a:ext>
            </a:extLst>
          </p:cNvPr>
          <p:cNvSpPr>
            <a:spLocks noGrp="1"/>
          </p:cNvSpPr>
          <p:nvPr>
            <p:ph type="sldNum" sz="quarter" idx="12"/>
          </p:nvPr>
        </p:nvSpPr>
        <p:spPr/>
        <p:txBody>
          <a:bodyPr/>
          <a:lstStyle>
            <a:lvl1pPr>
              <a:defRPr/>
            </a:lvl1pPr>
          </a:lstStyle>
          <a:p>
            <a:fld id="{9A85C372-0586-4E31-92B4-47BB5E227DAE}" type="slidenum">
              <a:rPr lang="en-US" altLang="zh-CN"/>
              <a:pPr/>
              <a:t>‹#›</a:t>
            </a:fld>
            <a:endParaRPr lang="en-US" altLang="zh-CN"/>
          </a:p>
        </p:txBody>
      </p:sp>
    </p:spTree>
    <p:extLst>
      <p:ext uri="{BB962C8B-B14F-4D97-AF65-F5344CB8AC3E}">
        <p14:creationId xmlns:p14="http://schemas.microsoft.com/office/powerpoint/2010/main" val="921276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9">
            <a:extLst>
              <a:ext uri="{FF2B5EF4-FFF2-40B4-BE49-F238E27FC236}">
                <a16:creationId xmlns:a16="http://schemas.microsoft.com/office/drawing/2014/main" id="{7C2503AE-E034-4105-98E6-B605DFF3B3CE}"/>
              </a:ext>
            </a:extLst>
          </p:cNvPr>
          <p:cNvSpPr>
            <a:spLocks noGrp="1"/>
          </p:cNvSpPr>
          <p:nvPr>
            <p:ph type="dt" sz="half" idx="10"/>
          </p:nvPr>
        </p:nvSpPr>
        <p:spPr/>
        <p:txBody>
          <a:bodyPr/>
          <a:lstStyle>
            <a:lvl1pPr>
              <a:defRPr/>
            </a:lvl1pPr>
          </a:lstStyle>
          <a:p>
            <a:pPr>
              <a:defRPr/>
            </a:pPr>
            <a:endParaRPr lang="en-US" altLang="zh-CN"/>
          </a:p>
        </p:txBody>
      </p:sp>
      <p:sp>
        <p:nvSpPr>
          <p:cNvPr id="3" name="页脚占位符 21">
            <a:extLst>
              <a:ext uri="{FF2B5EF4-FFF2-40B4-BE49-F238E27FC236}">
                <a16:creationId xmlns:a16="http://schemas.microsoft.com/office/drawing/2014/main" id="{E1E2CAF5-265E-4D5E-B0EA-01E73C680E8D}"/>
              </a:ext>
            </a:extLst>
          </p:cNvPr>
          <p:cNvSpPr>
            <a:spLocks noGrp="1"/>
          </p:cNvSpPr>
          <p:nvPr>
            <p:ph type="ftr" sz="quarter" idx="11"/>
          </p:nvPr>
        </p:nvSpPr>
        <p:spPr/>
        <p:txBody>
          <a:bodyPr/>
          <a:lstStyle>
            <a:lvl1pPr>
              <a:defRPr/>
            </a:lvl1pPr>
          </a:lstStyle>
          <a:p>
            <a:pPr>
              <a:defRPr/>
            </a:pPr>
            <a:endParaRPr lang="en-US" altLang="zh-CN"/>
          </a:p>
        </p:txBody>
      </p:sp>
      <p:sp>
        <p:nvSpPr>
          <p:cNvPr id="4" name="灯片编号占位符 17">
            <a:extLst>
              <a:ext uri="{FF2B5EF4-FFF2-40B4-BE49-F238E27FC236}">
                <a16:creationId xmlns:a16="http://schemas.microsoft.com/office/drawing/2014/main" id="{C27E4996-7AAF-40EF-9006-D16778616D52}"/>
              </a:ext>
            </a:extLst>
          </p:cNvPr>
          <p:cNvSpPr>
            <a:spLocks noGrp="1"/>
          </p:cNvSpPr>
          <p:nvPr>
            <p:ph type="sldNum" sz="quarter" idx="12"/>
          </p:nvPr>
        </p:nvSpPr>
        <p:spPr/>
        <p:txBody>
          <a:bodyPr/>
          <a:lstStyle>
            <a:lvl1pPr>
              <a:defRPr/>
            </a:lvl1pPr>
          </a:lstStyle>
          <a:p>
            <a:fld id="{0BD3927A-4F5C-4E3C-BF6D-31C3BD67DE00}" type="slidenum">
              <a:rPr lang="en-US" altLang="zh-CN"/>
              <a:pPr/>
              <a:t>‹#›</a:t>
            </a:fld>
            <a:endParaRPr lang="en-US" altLang="zh-CN"/>
          </a:p>
        </p:txBody>
      </p:sp>
    </p:spTree>
    <p:extLst>
      <p:ext uri="{BB962C8B-B14F-4D97-AF65-F5344CB8AC3E}">
        <p14:creationId xmlns:p14="http://schemas.microsoft.com/office/powerpoint/2010/main" val="31628188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85800" y="514352"/>
            <a:ext cx="27432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zh-CN" altLang="en-US"/>
              <a:t>单击此处编辑母版标题样式</a:t>
            </a:r>
            <a:endParaRPr lang="en-US"/>
          </a:p>
        </p:txBody>
      </p:sp>
      <p:sp>
        <p:nvSpPr>
          <p:cNvPr id="3" name="文本占位符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zh-CN" altLang="en-US"/>
              <a:t>单击此处编辑母版文本样式</a:t>
            </a:r>
          </a:p>
        </p:txBody>
      </p:sp>
      <p:sp>
        <p:nvSpPr>
          <p:cNvPr id="4" name="内容占位符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9">
            <a:extLst>
              <a:ext uri="{FF2B5EF4-FFF2-40B4-BE49-F238E27FC236}">
                <a16:creationId xmlns:a16="http://schemas.microsoft.com/office/drawing/2014/main" id="{8A11E436-52E2-4FE2-8657-4075C89B495D}"/>
              </a:ext>
            </a:extLst>
          </p:cNvPr>
          <p:cNvSpPr>
            <a:spLocks noGrp="1"/>
          </p:cNvSpPr>
          <p:nvPr>
            <p:ph type="dt" sz="half" idx="10"/>
          </p:nvPr>
        </p:nvSpPr>
        <p:spPr/>
        <p:txBody>
          <a:bodyPr/>
          <a:lstStyle>
            <a:lvl1pPr>
              <a:defRPr/>
            </a:lvl1pPr>
          </a:lstStyle>
          <a:p>
            <a:pPr>
              <a:defRPr/>
            </a:pPr>
            <a:endParaRPr lang="en-US" altLang="zh-CN"/>
          </a:p>
        </p:txBody>
      </p:sp>
      <p:sp>
        <p:nvSpPr>
          <p:cNvPr id="6" name="页脚占位符 21">
            <a:extLst>
              <a:ext uri="{FF2B5EF4-FFF2-40B4-BE49-F238E27FC236}">
                <a16:creationId xmlns:a16="http://schemas.microsoft.com/office/drawing/2014/main" id="{A66F2348-DACE-4256-A9E1-544DB320432E}"/>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17">
            <a:extLst>
              <a:ext uri="{FF2B5EF4-FFF2-40B4-BE49-F238E27FC236}">
                <a16:creationId xmlns:a16="http://schemas.microsoft.com/office/drawing/2014/main" id="{A03D2C57-2D5A-4AE9-B822-82B72346D388}"/>
              </a:ext>
            </a:extLst>
          </p:cNvPr>
          <p:cNvSpPr>
            <a:spLocks noGrp="1"/>
          </p:cNvSpPr>
          <p:nvPr>
            <p:ph type="sldNum" sz="quarter" idx="12"/>
          </p:nvPr>
        </p:nvSpPr>
        <p:spPr/>
        <p:txBody>
          <a:bodyPr/>
          <a:lstStyle>
            <a:lvl1pPr>
              <a:defRPr/>
            </a:lvl1pPr>
          </a:lstStyle>
          <a:p>
            <a:fld id="{5C413FCF-BAD3-4B37-B360-C7511AD52A3F}" type="slidenum">
              <a:rPr lang="en-US" altLang="zh-CN"/>
              <a:pPr/>
              <a:t>‹#›</a:t>
            </a:fld>
            <a:endParaRPr lang="en-US" altLang="zh-CN"/>
          </a:p>
        </p:txBody>
      </p:sp>
    </p:spTree>
    <p:extLst>
      <p:ext uri="{BB962C8B-B14F-4D97-AF65-F5344CB8AC3E}">
        <p14:creationId xmlns:p14="http://schemas.microsoft.com/office/powerpoint/2010/main" val="21917029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5" name="单圆角矩形 13">
            <a:extLst>
              <a:ext uri="{FF2B5EF4-FFF2-40B4-BE49-F238E27FC236}">
                <a16:creationId xmlns:a16="http://schemas.microsoft.com/office/drawing/2014/main" id="{0F37E44F-7AC0-459E-8EA1-2D348F3F9231}"/>
              </a:ext>
            </a:extLst>
          </p:cNvPr>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kumimoji="0" lang="en-US"/>
          </a:p>
        </p:txBody>
      </p:sp>
      <p:sp>
        <p:nvSpPr>
          <p:cNvPr id="6" name="直角三角形 5">
            <a:extLst>
              <a:ext uri="{FF2B5EF4-FFF2-40B4-BE49-F238E27FC236}">
                <a16:creationId xmlns:a16="http://schemas.microsoft.com/office/drawing/2014/main" id="{24B8EC9D-C28B-4A4C-BC5D-44C9F13D2819}"/>
              </a:ext>
            </a:extLst>
          </p:cNvPr>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kumimoji="0" lang="en-US"/>
          </a:p>
        </p:txBody>
      </p:sp>
      <p:sp>
        <p:nvSpPr>
          <p:cNvPr id="7" name="任意多边形 15">
            <a:extLst>
              <a:ext uri="{FF2B5EF4-FFF2-40B4-BE49-F238E27FC236}">
                <a16:creationId xmlns:a16="http://schemas.microsoft.com/office/drawing/2014/main" id="{F9F57BFF-9EFB-4191-BFC0-E156A32F895F}"/>
              </a:ext>
            </a:extLst>
          </p:cNvPr>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8" name="任意多边形 16">
            <a:extLst>
              <a:ext uri="{FF2B5EF4-FFF2-40B4-BE49-F238E27FC236}">
                <a16:creationId xmlns:a16="http://schemas.microsoft.com/office/drawing/2014/main" id="{ADC7AC35-E930-4EB9-9B4C-5C27EA3A5EF1}"/>
              </a:ext>
            </a:extLst>
          </p:cNvPr>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2" name="标题 1"/>
          <p:cNvSpPr>
            <a:spLocks noGrp="1"/>
          </p:cNvSpPr>
          <p:nvPr>
            <p:ph type="title"/>
          </p:nvPr>
        </p:nvSpPr>
        <p:spPr>
          <a:xfrm>
            <a:off x="609600" y="1176996"/>
            <a:ext cx="2212848" cy="1582621"/>
          </a:xfrm>
        </p:spPr>
        <p:txBody>
          <a:bodyPr lIns="45720" rIns="45720" bIns="45720"/>
          <a:lstStyle>
            <a:lvl1pPr algn="l">
              <a:buNone/>
              <a:defRPr sz="2000" b="1">
                <a:solidFill>
                  <a:schemeClr val="tx2"/>
                </a:solidFill>
              </a:defRPr>
            </a:lvl1pPr>
          </a:lstStyle>
          <a:p>
            <a:r>
              <a:rPr lang="zh-CN" altLang="en-US"/>
              <a:t>单击此处编辑母版标题样式</a:t>
            </a:r>
            <a:endParaRPr lang="en-US"/>
          </a:p>
        </p:txBody>
      </p:sp>
      <p:sp>
        <p:nvSpPr>
          <p:cNvPr id="4" name="文本占位符 3"/>
          <p:cNvSpPr>
            <a:spLocks noGrp="1"/>
          </p:cNvSpPr>
          <p:nvPr>
            <p:ph type="body" sz="half" idx="2"/>
          </p:nvPr>
        </p:nvSpPr>
        <p:spPr>
          <a:xfrm>
            <a:off x="609600" y="2828785"/>
            <a:ext cx="22098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zh-CN" altLang="en-US"/>
              <a:t>单击此处编辑母版文本样式</a:t>
            </a:r>
          </a:p>
        </p:txBody>
      </p:sp>
      <p:sp>
        <p:nvSpPr>
          <p:cNvPr id="3" name="图片占位符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zh-CN" altLang="en-US" noProof="0"/>
              <a:t>单击图标添加图片</a:t>
            </a:r>
            <a:endParaRPr lang="en-US" noProof="0" dirty="0"/>
          </a:p>
        </p:txBody>
      </p:sp>
      <p:sp>
        <p:nvSpPr>
          <p:cNvPr id="9" name="日期占位符 4">
            <a:extLst>
              <a:ext uri="{FF2B5EF4-FFF2-40B4-BE49-F238E27FC236}">
                <a16:creationId xmlns:a16="http://schemas.microsoft.com/office/drawing/2014/main" id="{91A469E6-E90C-4E26-8141-E1CAB01213F8}"/>
              </a:ext>
            </a:extLst>
          </p:cNvPr>
          <p:cNvSpPr>
            <a:spLocks noGrp="1"/>
          </p:cNvSpPr>
          <p:nvPr>
            <p:ph type="dt" sz="half" idx="10"/>
          </p:nvPr>
        </p:nvSpPr>
        <p:spPr/>
        <p:txBody>
          <a:bodyPr/>
          <a:lstStyle>
            <a:lvl1pPr>
              <a:defRPr/>
            </a:lvl1pPr>
          </a:lstStyle>
          <a:p>
            <a:pPr>
              <a:defRPr/>
            </a:pPr>
            <a:endParaRPr lang="en-US" altLang="zh-CN"/>
          </a:p>
        </p:txBody>
      </p:sp>
      <p:sp>
        <p:nvSpPr>
          <p:cNvPr id="10" name="页脚占位符 5">
            <a:extLst>
              <a:ext uri="{FF2B5EF4-FFF2-40B4-BE49-F238E27FC236}">
                <a16:creationId xmlns:a16="http://schemas.microsoft.com/office/drawing/2014/main" id="{04FC4588-001C-4480-B873-4BDDD1361A63}"/>
              </a:ext>
            </a:extLst>
          </p:cNvPr>
          <p:cNvSpPr>
            <a:spLocks noGrp="1"/>
          </p:cNvSpPr>
          <p:nvPr>
            <p:ph type="ftr" sz="quarter" idx="11"/>
          </p:nvPr>
        </p:nvSpPr>
        <p:spPr/>
        <p:txBody>
          <a:bodyPr/>
          <a:lstStyle>
            <a:lvl1pPr>
              <a:defRPr/>
            </a:lvl1pPr>
          </a:lstStyle>
          <a:p>
            <a:pPr>
              <a:defRPr/>
            </a:pPr>
            <a:endParaRPr lang="en-US" altLang="zh-CN"/>
          </a:p>
        </p:txBody>
      </p:sp>
      <p:sp>
        <p:nvSpPr>
          <p:cNvPr id="11" name="灯片编号占位符 6">
            <a:extLst>
              <a:ext uri="{FF2B5EF4-FFF2-40B4-BE49-F238E27FC236}">
                <a16:creationId xmlns:a16="http://schemas.microsoft.com/office/drawing/2014/main" id="{42BAE738-B925-424C-AD9A-95B6F5BDC8E5}"/>
              </a:ext>
            </a:extLst>
          </p:cNvPr>
          <p:cNvSpPr>
            <a:spLocks noGrp="1"/>
          </p:cNvSpPr>
          <p:nvPr>
            <p:ph type="sldNum" sz="quarter" idx="12"/>
          </p:nvPr>
        </p:nvSpPr>
        <p:spPr>
          <a:xfrm>
            <a:off x="8077200" y="6356350"/>
            <a:ext cx="609600" cy="365125"/>
          </a:xfrm>
        </p:spPr>
        <p:txBody>
          <a:bodyPr/>
          <a:lstStyle>
            <a:lvl1pPr>
              <a:defRPr/>
            </a:lvl1pPr>
          </a:lstStyle>
          <a:p>
            <a:fld id="{485C2689-D702-40B4-B7F6-ECBB5424657E}" type="slidenum">
              <a:rPr lang="en-US" altLang="zh-CN"/>
              <a:pPr/>
              <a:t>‹#›</a:t>
            </a:fld>
            <a:endParaRPr lang="en-US" altLang="zh-CN"/>
          </a:p>
        </p:txBody>
      </p:sp>
    </p:spTree>
    <p:extLst>
      <p:ext uri="{BB962C8B-B14F-4D97-AF65-F5344CB8AC3E}">
        <p14:creationId xmlns:p14="http://schemas.microsoft.com/office/powerpoint/2010/main" val="19198906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9">
            <a:extLst>
              <a:ext uri="{FF2B5EF4-FFF2-40B4-BE49-F238E27FC236}">
                <a16:creationId xmlns:a16="http://schemas.microsoft.com/office/drawing/2014/main" id="{85D98C87-0D27-4B79-9035-BB433C7CE4DB}"/>
              </a:ext>
            </a:extLst>
          </p:cNvPr>
          <p:cNvSpPr>
            <a:spLocks noGrp="1"/>
          </p:cNvSpPr>
          <p:nvPr>
            <p:ph type="dt" sz="half" idx="10"/>
          </p:nvPr>
        </p:nvSpPr>
        <p:spPr/>
        <p:txBody>
          <a:bodyPr/>
          <a:lstStyle>
            <a:lvl1pPr>
              <a:defRPr/>
            </a:lvl1pPr>
          </a:lstStyle>
          <a:p>
            <a:pPr>
              <a:defRPr/>
            </a:pPr>
            <a:endParaRPr lang="en-US" altLang="zh-CN"/>
          </a:p>
        </p:txBody>
      </p:sp>
      <p:sp>
        <p:nvSpPr>
          <p:cNvPr id="5" name="页脚占位符 21">
            <a:extLst>
              <a:ext uri="{FF2B5EF4-FFF2-40B4-BE49-F238E27FC236}">
                <a16:creationId xmlns:a16="http://schemas.microsoft.com/office/drawing/2014/main" id="{C0E9C16D-D6CF-48A1-986E-2DFAC9F713CB}"/>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17">
            <a:extLst>
              <a:ext uri="{FF2B5EF4-FFF2-40B4-BE49-F238E27FC236}">
                <a16:creationId xmlns:a16="http://schemas.microsoft.com/office/drawing/2014/main" id="{E0E78F4F-07B3-4514-91BB-DD46628BDA49}"/>
              </a:ext>
            </a:extLst>
          </p:cNvPr>
          <p:cNvSpPr>
            <a:spLocks noGrp="1"/>
          </p:cNvSpPr>
          <p:nvPr>
            <p:ph type="sldNum" sz="quarter" idx="12"/>
          </p:nvPr>
        </p:nvSpPr>
        <p:spPr/>
        <p:txBody>
          <a:bodyPr/>
          <a:lstStyle>
            <a:lvl1pPr>
              <a:defRPr/>
            </a:lvl1pPr>
          </a:lstStyle>
          <a:p>
            <a:fld id="{8F483CB2-128D-4895-9366-0A525797AD35}" type="slidenum">
              <a:rPr lang="en-US" altLang="zh-CN"/>
              <a:pPr/>
              <a:t>‹#›</a:t>
            </a:fld>
            <a:endParaRPr lang="en-US" altLang="zh-CN"/>
          </a:p>
        </p:txBody>
      </p:sp>
    </p:spTree>
    <p:extLst>
      <p:ext uri="{BB962C8B-B14F-4D97-AF65-F5344CB8AC3E}">
        <p14:creationId xmlns:p14="http://schemas.microsoft.com/office/powerpoint/2010/main" val="103287873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914401"/>
            <a:ext cx="2057400" cy="5211763"/>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457200" y="914401"/>
            <a:ext cx="6019800" cy="5211763"/>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9">
            <a:extLst>
              <a:ext uri="{FF2B5EF4-FFF2-40B4-BE49-F238E27FC236}">
                <a16:creationId xmlns:a16="http://schemas.microsoft.com/office/drawing/2014/main" id="{DAA32DB3-EC67-41A7-9E6A-267FA4E51C3D}"/>
              </a:ext>
            </a:extLst>
          </p:cNvPr>
          <p:cNvSpPr>
            <a:spLocks noGrp="1"/>
          </p:cNvSpPr>
          <p:nvPr>
            <p:ph type="dt" sz="half" idx="10"/>
          </p:nvPr>
        </p:nvSpPr>
        <p:spPr/>
        <p:txBody>
          <a:bodyPr/>
          <a:lstStyle>
            <a:lvl1pPr>
              <a:defRPr/>
            </a:lvl1pPr>
          </a:lstStyle>
          <a:p>
            <a:pPr>
              <a:defRPr/>
            </a:pPr>
            <a:endParaRPr lang="en-US" altLang="zh-CN"/>
          </a:p>
        </p:txBody>
      </p:sp>
      <p:sp>
        <p:nvSpPr>
          <p:cNvPr id="5" name="页脚占位符 21">
            <a:extLst>
              <a:ext uri="{FF2B5EF4-FFF2-40B4-BE49-F238E27FC236}">
                <a16:creationId xmlns:a16="http://schemas.microsoft.com/office/drawing/2014/main" id="{D8E21675-96EF-43F6-9FDB-2A61643728B3}"/>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17">
            <a:extLst>
              <a:ext uri="{FF2B5EF4-FFF2-40B4-BE49-F238E27FC236}">
                <a16:creationId xmlns:a16="http://schemas.microsoft.com/office/drawing/2014/main" id="{BCE308B2-97F8-4CD0-BE75-7711BDD89E81}"/>
              </a:ext>
            </a:extLst>
          </p:cNvPr>
          <p:cNvSpPr>
            <a:spLocks noGrp="1"/>
          </p:cNvSpPr>
          <p:nvPr>
            <p:ph type="sldNum" sz="quarter" idx="12"/>
          </p:nvPr>
        </p:nvSpPr>
        <p:spPr/>
        <p:txBody>
          <a:bodyPr/>
          <a:lstStyle>
            <a:lvl1pPr>
              <a:defRPr/>
            </a:lvl1pPr>
          </a:lstStyle>
          <a:p>
            <a:fld id="{44A7B5E1-2AB9-4B78-9494-91E257E0AEC0}" type="slidenum">
              <a:rPr lang="en-US" altLang="zh-CN"/>
              <a:pPr/>
              <a:t>‹#›</a:t>
            </a:fld>
            <a:endParaRPr lang="en-US" altLang="zh-CN"/>
          </a:p>
        </p:txBody>
      </p:sp>
    </p:spTree>
    <p:extLst>
      <p:ext uri="{BB962C8B-B14F-4D97-AF65-F5344CB8AC3E}">
        <p14:creationId xmlns:p14="http://schemas.microsoft.com/office/powerpoint/2010/main" val="55932675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直角三角形 3">
            <a:extLst>
              <a:ext uri="{FF2B5EF4-FFF2-40B4-BE49-F238E27FC236}">
                <a16:creationId xmlns:a16="http://schemas.microsoft.com/office/drawing/2014/main" id="{6D898C82-BF7C-4B5F-8587-CB19F8D21929}"/>
              </a:ext>
            </a:extLst>
          </p:cNvPr>
          <p:cNvSpPr/>
          <p:nvPr/>
        </p:nvSpPr>
        <p:spPr>
          <a:xfrm>
            <a:off x="0" y="4664075"/>
            <a:ext cx="9150350"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kumimoji="0" lang="en-US"/>
          </a:p>
        </p:txBody>
      </p:sp>
      <p:grpSp>
        <p:nvGrpSpPr>
          <p:cNvPr id="5" name="组合 15">
            <a:extLst>
              <a:ext uri="{FF2B5EF4-FFF2-40B4-BE49-F238E27FC236}">
                <a16:creationId xmlns:a16="http://schemas.microsoft.com/office/drawing/2014/main" id="{2FAA48DB-3796-4893-8843-040933E2FB4A}"/>
              </a:ext>
            </a:extLst>
          </p:cNvPr>
          <p:cNvGrpSpPr>
            <a:grpSpLocks/>
          </p:cNvGrpSpPr>
          <p:nvPr/>
        </p:nvGrpSpPr>
        <p:grpSpPr bwMode="auto">
          <a:xfrm>
            <a:off x="-3175" y="4953000"/>
            <a:ext cx="9147175" cy="1911350"/>
            <a:chOff x="-3765" y="4832896"/>
            <a:chExt cx="9147765" cy="2032192"/>
          </a:xfrm>
        </p:grpSpPr>
        <p:sp>
          <p:nvSpPr>
            <p:cNvPr id="6" name="任意多边形 16">
              <a:extLst>
                <a:ext uri="{FF2B5EF4-FFF2-40B4-BE49-F238E27FC236}">
                  <a16:creationId xmlns:a16="http://schemas.microsoft.com/office/drawing/2014/main" id="{F1C7AC4F-0AEB-44CE-B8F9-C46D07E147C3}"/>
                </a:ext>
              </a:extLst>
            </p:cNvPr>
            <p:cNvSpPr>
              <a:spLocks/>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kumimoji="0" lang="en-US"/>
            </a:p>
          </p:txBody>
        </p:sp>
        <p:sp>
          <p:nvSpPr>
            <p:cNvPr id="7" name="任意多边形 18">
              <a:extLst>
                <a:ext uri="{FF2B5EF4-FFF2-40B4-BE49-F238E27FC236}">
                  <a16:creationId xmlns:a16="http://schemas.microsoft.com/office/drawing/2014/main" id="{041A844F-B837-4818-BE28-DC1C61FC4B30}"/>
                </a:ext>
              </a:extLst>
            </p:cNvPr>
            <p:cNvSpPr>
              <a:spLocks/>
            </p:cNvSpPr>
            <p:nvPr/>
          </p:nvSpPr>
          <p:spPr bwMode="auto">
            <a:xfrm>
              <a:off x="35926" y="5135025"/>
              <a:ext cx="9108074" cy="838869"/>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kumimoji="0" lang="en-US"/>
            </a:p>
          </p:txBody>
        </p:sp>
        <p:sp>
          <p:nvSpPr>
            <p:cNvPr id="8" name="任意多边形 19">
              <a:extLst>
                <a:ext uri="{FF2B5EF4-FFF2-40B4-BE49-F238E27FC236}">
                  <a16:creationId xmlns:a16="http://schemas.microsoft.com/office/drawing/2014/main" id="{3E0C37EC-C9D0-48EB-92DC-1C3D91290321}"/>
                </a:ext>
              </a:extLst>
            </p:cNvPr>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kumimoji="0" lang="en-US"/>
            </a:p>
          </p:txBody>
        </p:sp>
        <p:cxnSp>
          <p:nvCxnSpPr>
            <p:cNvPr id="10" name="直接连接符 9">
              <a:extLst>
                <a:ext uri="{FF2B5EF4-FFF2-40B4-BE49-F238E27FC236}">
                  <a16:creationId xmlns:a16="http://schemas.microsoft.com/office/drawing/2014/main" id="{9E42AED6-5EAD-4482-98CD-B4B6346A76B6}"/>
                </a:ext>
              </a:extLst>
            </p:cNvPr>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标题 8"/>
          <p:cNvSpPr>
            <a:spLocks noGrp="1"/>
          </p:cNvSpPr>
          <p:nvPr>
            <p:ph type="ctrTitle"/>
          </p:nvPr>
        </p:nvSpPr>
        <p:spPr>
          <a:xfrm>
            <a:off x="685800" y="1752601"/>
            <a:ext cx="77724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extLst/>
          </a:lstStyle>
          <a:p>
            <a:r>
              <a:rPr lang="zh-CN" altLang="en-US"/>
              <a:t>单击此处编辑母版标题样式</a:t>
            </a:r>
            <a:endParaRPr lang="en-US"/>
          </a:p>
        </p:txBody>
      </p:sp>
      <p:sp>
        <p:nvSpPr>
          <p:cNvPr id="17" name="副标题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zh-CN" altLang="en-US"/>
              <a:t>单击此处编辑母版副标题样式</a:t>
            </a:r>
            <a:endParaRPr lang="en-US"/>
          </a:p>
        </p:txBody>
      </p:sp>
      <p:sp>
        <p:nvSpPr>
          <p:cNvPr id="11" name="日期占位符 29">
            <a:extLst>
              <a:ext uri="{FF2B5EF4-FFF2-40B4-BE49-F238E27FC236}">
                <a16:creationId xmlns:a16="http://schemas.microsoft.com/office/drawing/2014/main" id="{573BDBBF-8915-487F-AB01-B062A3050C00}"/>
              </a:ext>
            </a:extLst>
          </p:cNvPr>
          <p:cNvSpPr>
            <a:spLocks noGrp="1"/>
          </p:cNvSpPr>
          <p:nvPr>
            <p:ph type="dt" sz="half" idx="10"/>
          </p:nvPr>
        </p:nvSpPr>
        <p:spPr/>
        <p:txBody>
          <a:bodyPr/>
          <a:lstStyle>
            <a:lvl1pPr>
              <a:defRPr>
                <a:solidFill>
                  <a:srgbClr val="FFFFFF"/>
                </a:solidFill>
              </a:defRPr>
            </a:lvl1pPr>
            <a:extLst/>
          </a:lstStyle>
          <a:p>
            <a:pPr>
              <a:defRPr/>
            </a:pPr>
            <a:endParaRPr lang="en-US" altLang="zh-CN"/>
          </a:p>
        </p:txBody>
      </p:sp>
      <p:sp>
        <p:nvSpPr>
          <p:cNvPr id="12" name="页脚占位符 18">
            <a:extLst>
              <a:ext uri="{FF2B5EF4-FFF2-40B4-BE49-F238E27FC236}">
                <a16:creationId xmlns:a16="http://schemas.microsoft.com/office/drawing/2014/main" id="{106C2F34-1DBE-47A8-8123-B31DCB5B2A2E}"/>
              </a:ext>
            </a:extLst>
          </p:cNvPr>
          <p:cNvSpPr>
            <a:spLocks noGrp="1"/>
          </p:cNvSpPr>
          <p:nvPr>
            <p:ph type="ftr" sz="quarter" idx="11"/>
          </p:nvPr>
        </p:nvSpPr>
        <p:spPr/>
        <p:txBody>
          <a:bodyPr/>
          <a:lstStyle>
            <a:lvl1pPr>
              <a:defRPr>
                <a:solidFill>
                  <a:schemeClr val="accent1">
                    <a:tint val="20000"/>
                  </a:schemeClr>
                </a:solidFill>
              </a:defRPr>
            </a:lvl1pPr>
            <a:extLst/>
          </a:lstStyle>
          <a:p>
            <a:pPr>
              <a:defRPr/>
            </a:pPr>
            <a:endParaRPr lang="en-US" altLang="zh-CN"/>
          </a:p>
        </p:txBody>
      </p:sp>
      <p:sp>
        <p:nvSpPr>
          <p:cNvPr id="13" name="灯片编号占位符 26">
            <a:extLst>
              <a:ext uri="{FF2B5EF4-FFF2-40B4-BE49-F238E27FC236}">
                <a16:creationId xmlns:a16="http://schemas.microsoft.com/office/drawing/2014/main" id="{96AEAFA9-00AC-41B3-B778-215CC97EDB7B}"/>
              </a:ext>
            </a:extLst>
          </p:cNvPr>
          <p:cNvSpPr>
            <a:spLocks noGrp="1"/>
          </p:cNvSpPr>
          <p:nvPr>
            <p:ph type="sldNum" sz="quarter" idx="12"/>
          </p:nvPr>
        </p:nvSpPr>
        <p:spPr/>
        <p:txBody>
          <a:bodyPr/>
          <a:lstStyle>
            <a:lvl1pPr>
              <a:defRPr>
                <a:solidFill>
                  <a:srgbClr val="FFFFFF"/>
                </a:solidFill>
              </a:defRPr>
            </a:lvl1pPr>
          </a:lstStyle>
          <a:p>
            <a:fld id="{CB81DED0-3E01-4CA3-80C8-E34B9F907DBF}" type="slidenum">
              <a:rPr lang="en-US" altLang="zh-CN"/>
              <a:pPr/>
              <a:t>‹#›</a:t>
            </a:fld>
            <a:endParaRPr lang="en-US" altLang="zh-CN"/>
          </a:p>
        </p:txBody>
      </p:sp>
    </p:spTree>
    <p:extLst>
      <p:ext uri="{BB962C8B-B14F-4D97-AF65-F5344CB8AC3E}">
        <p14:creationId xmlns:p14="http://schemas.microsoft.com/office/powerpoint/2010/main" val="422527077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标题 6"/>
          <p:cNvSpPr>
            <a:spLocks noGrp="1"/>
          </p:cNvSpPr>
          <p:nvPr>
            <p:ph type="title"/>
          </p:nvPr>
        </p:nvSpPr>
        <p:spPr/>
        <p:txBody>
          <a:bodyPr rtlCol="0"/>
          <a:lstStyle/>
          <a:p>
            <a:r>
              <a:rPr lang="zh-CN" altLang="en-US"/>
              <a:t>单击此处编辑母版标题样式</a:t>
            </a:r>
            <a:endParaRPr lang="en-US"/>
          </a:p>
        </p:txBody>
      </p:sp>
      <p:sp>
        <p:nvSpPr>
          <p:cNvPr id="4" name="日期占位符 9">
            <a:extLst>
              <a:ext uri="{FF2B5EF4-FFF2-40B4-BE49-F238E27FC236}">
                <a16:creationId xmlns:a16="http://schemas.microsoft.com/office/drawing/2014/main" id="{B384E885-5B81-403F-976B-9971E850C3C9}"/>
              </a:ext>
            </a:extLst>
          </p:cNvPr>
          <p:cNvSpPr>
            <a:spLocks noGrp="1"/>
          </p:cNvSpPr>
          <p:nvPr>
            <p:ph type="dt" sz="half" idx="10"/>
          </p:nvPr>
        </p:nvSpPr>
        <p:spPr/>
        <p:txBody>
          <a:bodyPr/>
          <a:lstStyle>
            <a:lvl1pPr>
              <a:defRPr/>
            </a:lvl1pPr>
          </a:lstStyle>
          <a:p>
            <a:pPr>
              <a:defRPr/>
            </a:pPr>
            <a:endParaRPr lang="en-US" altLang="zh-CN"/>
          </a:p>
        </p:txBody>
      </p:sp>
      <p:sp>
        <p:nvSpPr>
          <p:cNvPr id="5" name="页脚占位符 21">
            <a:extLst>
              <a:ext uri="{FF2B5EF4-FFF2-40B4-BE49-F238E27FC236}">
                <a16:creationId xmlns:a16="http://schemas.microsoft.com/office/drawing/2014/main" id="{C66ABBFD-6268-4254-9C25-A6133720D5DD}"/>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17">
            <a:extLst>
              <a:ext uri="{FF2B5EF4-FFF2-40B4-BE49-F238E27FC236}">
                <a16:creationId xmlns:a16="http://schemas.microsoft.com/office/drawing/2014/main" id="{418D5B50-2A49-473D-83D2-7F3FB37506AF}"/>
              </a:ext>
            </a:extLst>
          </p:cNvPr>
          <p:cNvSpPr>
            <a:spLocks noGrp="1"/>
          </p:cNvSpPr>
          <p:nvPr>
            <p:ph type="sldNum" sz="quarter" idx="12"/>
          </p:nvPr>
        </p:nvSpPr>
        <p:spPr/>
        <p:txBody>
          <a:bodyPr/>
          <a:lstStyle>
            <a:lvl1pPr>
              <a:defRPr/>
            </a:lvl1pPr>
          </a:lstStyle>
          <a:p>
            <a:fld id="{2E0FE11C-623B-48EB-92B6-761824131D25}" type="slidenum">
              <a:rPr lang="en-US" altLang="zh-CN"/>
              <a:pPr/>
              <a:t>‹#›</a:t>
            </a:fld>
            <a:endParaRPr lang="en-US" altLang="zh-CN"/>
          </a:p>
        </p:txBody>
      </p:sp>
    </p:spTree>
    <p:extLst>
      <p:ext uri="{BB962C8B-B14F-4D97-AF65-F5344CB8AC3E}">
        <p14:creationId xmlns:p14="http://schemas.microsoft.com/office/powerpoint/2010/main" val="158000106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4" name="燕尾形 10">
            <a:extLst>
              <a:ext uri="{FF2B5EF4-FFF2-40B4-BE49-F238E27FC236}">
                <a16:creationId xmlns:a16="http://schemas.microsoft.com/office/drawing/2014/main" id="{104E4395-5B96-4068-85F3-80CF61A31D8C}"/>
              </a:ext>
            </a:extLst>
          </p:cNvPr>
          <p:cNvSpPr/>
          <p:nvPr/>
        </p:nvSpPr>
        <p:spPr>
          <a:xfrm>
            <a:off x="3636963" y="3005138"/>
            <a:ext cx="182562"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kumimoji="0" lang="en-US"/>
          </a:p>
        </p:txBody>
      </p:sp>
      <p:sp>
        <p:nvSpPr>
          <p:cNvPr id="5" name="燕尾形 15">
            <a:extLst>
              <a:ext uri="{FF2B5EF4-FFF2-40B4-BE49-F238E27FC236}">
                <a16:creationId xmlns:a16="http://schemas.microsoft.com/office/drawing/2014/main" id="{1D846FE7-B1C2-4274-A0EA-5871298E1632}"/>
              </a:ext>
            </a:extLst>
          </p:cNvPr>
          <p:cNvSpPr/>
          <p:nvPr/>
        </p:nvSpPr>
        <p:spPr>
          <a:xfrm>
            <a:off x="3449638" y="3005138"/>
            <a:ext cx="18415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kumimoji="0" lang="en-US"/>
          </a:p>
        </p:txBody>
      </p:sp>
      <p:sp>
        <p:nvSpPr>
          <p:cNvPr id="2" name="标题 1"/>
          <p:cNvSpPr>
            <a:spLocks noGrp="1"/>
          </p:cNvSpPr>
          <p:nvPr>
            <p:ph type="title"/>
          </p:nvPr>
        </p:nvSpPr>
        <p:spPr>
          <a:xfrm>
            <a:off x="722376" y="1059712"/>
            <a:ext cx="7772400" cy="1828800"/>
          </a:xfrm>
        </p:spPr>
        <p:txBody>
          <a:bodyPr anchor="b"/>
          <a:lstStyle>
            <a:lvl1pPr algn="r">
              <a:buNone/>
              <a:defRPr sz="4800" b="1" cap="none" baseline="0">
                <a:effectLst>
                  <a:outerShdw blurRad="31750" dist="25400" dir="5400000" algn="tl" rotWithShape="0">
                    <a:srgbClr val="000000">
                      <a:alpha val="25000"/>
                    </a:srgbClr>
                  </a:outerShdw>
                </a:effectLst>
              </a:defRPr>
            </a:lvl1pPr>
            <a:extLst/>
          </a:lstStyle>
          <a:p>
            <a:r>
              <a:rPr lang="zh-CN" altLang="en-US"/>
              <a:t>单击此处编辑母版标题样式</a:t>
            </a:r>
            <a:endParaRPr lang="en-US"/>
          </a:p>
        </p:txBody>
      </p:sp>
      <p:sp>
        <p:nvSpPr>
          <p:cNvPr id="3" name="文本占位符 2"/>
          <p:cNvSpPr>
            <a:spLocks noGrp="1"/>
          </p:cNvSpPr>
          <p:nvPr>
            <p:ph type="body" idx="1"/>
          </p:nvPr>
        </p:nvSpPr>
        <p:spPr>
          <a:xfrm>
            <a:off x="3922713" y="2931712"/>
            <a:ext cx="4572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zh-CN" altLang="en-US"/>
              <a:t>单击此处编辑母版文本样式</a:t>
            </a:r>
          </a:p>
        </p:txBody>
      </p:sp>
      <p:sp>
        <p:nvSpPr>
          <p:cNvPr id="6" name="日期占位符 3">
            <a:extLst>
              <a:ext uri="{FF2B5EF4-FFF2-40B4-BE49-F238E27FC236}">
                <a16:creationId xmlns:a16="http://schemas.microsoft.com/office/drawing/2014/main" id="{F1CBAFA6-3CF0-44B8-A654-43CAB7DF854F}"/>
              </a:ext>
            </a:extLst>
          </p:cNvPr>
          <p:cNvSpPr>
            <a:spLocks noGrp="1"/>
          </p:cNvSpPr>
          <p:nvPr>
            <p:ph type="dt" sz="half" idx="10"/>
          </p:nvPr>
        </p:nvSpPr>
        <p:spPr/>
        <p:txBody>
          <a:bodyPr/>
          <a:lstStyle>
            <a:lvl1pPr>
              <a:defRPr/>
            </a:lvl1pPr>
            <a:extLst/>
          </a:lstStyle>
          <a:p>
            <a:pPr>
              <a:defRPr/>
            </a:pPr>
            <a:endParaRPr lang="en-US" altLang="zh-CN"/>
          </a:p>
        </p:txBody>
      </p:sp>
      <p:sp>
        <p:nvSpPr>
          <p:cNvPr id="7" name="页脚占位符 4">
            <a:extLst>
              <a:ext uri="{FF2B5EF4-FFF2-40B4-BE49-F238E27FC236}">
                <a16:creationId xmlns:a16="http://schemas.microsoft.com/office/drawing/2014/main" id="{B578C64B-6CF9-45E1-A29E-629E27B65071}"/>
              </a:ext>
            </a:extLst>
          </p:cNvPr>
          <p:cNvSpPr>
            <a:spLocks noGrp="1"/>
          </p:cNvSpPr>
          <p:nvPr>
            <p:ph type="ftr" sz="quarter" idx="11"/>
          </p:nvPr>
        </p:nvSpPr>
        <p:spPr/>
        <p:txBody>
          <a:bodyPr/>
          <a:lstStyle>
            <a:lvl1pPr>
              <a:defRPr/>
            </a:lvl1pPr>
            <a:extLst/>
          </a:lstStyle>
          <a:p>
            <a:pPr>
              <a:defRPr/>
            </a:pPr>
            <a:endParaRPr lang="en-US" altLang="zh-CN"/>
          </a:p>
        </p:txBody>
      </p:sp>
      <p:sp>
        <p:nvSpPr>
          <p:cNvPr id="8" name="灯片编号占位符 5">
            <a:extLst>
              <a:ext uri="{FF2B5EF4-FFF2-40B4-BE49-F238E27FC236}">
                <a16:creationId xmlns:a16="http://schemas.microsoft.com/office/drawing/2014/main" id="{246A5A83-002F-4BEF-9F78-F19DD1797789}"/>
              </a:ext>
            </a:extLst>
          </p:cNvPr>
          <p:cNvSpPr>
            <a:spLocks noGrp="1"/>
          </p:cNvSpPr>
          <p:nvPr>
            <p:ph type="sldNum" sz="quarter" idx="12"/>
          </p:nvPr>
        </p:nvSpPr>
        <p:spPr/>
        <p:txBody>
          <a:bodyPr/>
          <a:lstStyle>
            <a:lvl1pPr>
              <a:defRPr/>
            </a:lvl1pPr>
          </a:lstStyle>
          <a:p>
            <a:fld id="{112B978B-950A-4C2F-92E6-3354DF023938}" type="slidenum">
              <a:rPr lang="en-US" altLang="zh-CN"/>
              <a:pPr/>
              <a:t>‹#›</a:t>
            </a:fld>
            <a:endParaRPr lang="en-US" altLang="zh-CN"/>
          </a:p>
        </p:txBody>
      </p:sp>
    </p:spTree>
    <p:extLst>
      <p:ext uri="{BB962C8B-B14F-4D97-AF65-F5344CB8AC3E}">
        <p14:creationId xmlns:p14="http://schemas.microsoft.com/office/powerpoint/2010/main" val="3950755310"/>
      </p:ext>
    </p:extLst>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内容占位符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8" name="标题 7"/>
          <p:cNvSpPr>
            <a:spLocks noGrp="1"/>
          </p:cNvSpPr>
          <p:nvPr>
            <p:ph type="title"/>
          </p:nvPr>
        </p:nvSpPr>
        <p:spPr/>
        <p:txBody>
          <a:bodyPr rtlCol="0"/>
          <a:lstStyle/>
          <a:p>
            <a:r>
              <a:rPr lang="zh-CN" altLang="en-US"/>
              <a:t>单击此处编辑母版标题样式</a:t>
            </a:r>
            <a:endParaRPr lang="en-US"/>
          </a:p>
        </p:txBody>
      </p:sp>
      <p:sp>
        <p:nvSpPr>
          <p:cNvPr id="5" name="日期占位符 4">
            <a:extLst>
              <a:ext uri="{FF2B5EF4-FFF2-40B4-BE49-F238E27FC236}">
                <a16:creationId xmlns:a16="http://schemas.microsoft.com/office/drawing/2014/main" id="{E8D456F9-5370-4F7D-81CA-87885A8B41A3}"/>
              </a:ext>
            </a:extLst>
          </p:cNvPr>
          <p:cNvSpPr>
            <a:spLocks noGrp="1"/>
          </p:cNvSpPr>
          <p:nvPr>
            <p:ph type="dt" sz="half" idx="10"/>
          </p:nvPr>
        </p:nvSpPr>
        <p:spPr/>
        <p:txBody>
          <a:bodyPr/>
          <a:lstStyle>
            <a:lvl1pPr>
              <a:defRPr/>
            </a:lvl1pPr>
            <a:extLst/>
          </a:lstStyle>
          <a:p>
            <a:pPr>
              <a:defRPr/>
            </a:pPr>
            <a:endParaRPr lang="en-US" altLang="zh-CN"/>
          </a:p>
        </p:txBody>
      </p:sp>
      <p:sp>
        <p:nvSpPr>
          <p:cNvPr id="6" name="页脚占位符 5">
            <a:extLst>
              <a:ext uri="{FF2B5EF4-FFF2-40B4-BE49-F238E27FC236}">
                <a16:creationId xmlns:a16="http://schemas.microsoft.com/office/drawing/2014/main" id="{CD078115-988A-4719-9C31-2D1E3BB861C4}"/>
              </a:ext>
            </a:extLst>
          </p:cNvPr>
          <p:cNvSpPr>
            <a:spLocks noGrp="1"/>
          </p:cNvSpPr>
          <p:nvPr>
            <p:ph type="ftr" sz="quarter" idx="11"/>
          </p:nvPr>
        </p:nvSpPr>
        <p:spPr/>
        <p:txBody>
          <a:bodyPr/>
          <a:lstStyle>
            <a:lvl1pPr>
              <a:defRPr/>
            </a:lvl1pPr>
            <a:extLst/>
          </a:lstStyle>
          <a:p>
            <a:pPr>
              <a:defRPr/>
            </a:pPr>
            <a:endParaRPr lang="en-US" altLang="zh-CN"/>
          </a:p>
        </p:txBody>
      </p:sp>
      <p:sp>
        <p:nvSpPr>
          <p:cNvPr id="7" name="灯片编号占位符 6">
            <a:extLst>
              <a:ext uri="{FF2B5EF4-FFF2-40B4-BE49-F238E27FC236}">
                <a16:creationId xmlns:a16="http://schemas.microsoft.com/office/drawing/2014/main" id="{D0B8F48B-276D-4E8B-87E7-BC175B87A080}"/>
              </a:ext>
            </a:extLst>
          </p:cNvPr>
          <p:cNvSpPr>
            <a:spLocks noGrp="1"/>
          </p:cNvSpPr>
          <p:nvPr>
            <p:ph type="sldNum" sz="quarter" idx="12"/>
          </p:nvPr>
        </p:nvSpPr>
        <p:spPr/>
        <p:txBody>
          <a:bodyPr/>
          <a:lstStyle>
            <a:lvl1pPr>
              <a:defRPr/>
            </a:lvl1pPr>
          </a:lstStyle>
          <a:p>
            <a:fld id="{4AA4B467-E688-4085-9299-DA9217D13D06}" type="slidenum">
              <a:rPr lang="en-US" altLang="zh-CN"/>
              <a:pPr/>
              <a:t>‹#›</a:t>
            </a:fld>
            <a:endParaRPr lang="en-US" altLang="zh-CN"/>
          </a:p>
        </p:txBody>
      </p:sp>
    </p:spTree>
    <p:extLst>
      <p:ext uri="{BB962C8B-B14F-4D97-AF65-F5344CB8AC3E}">
        <p14:creationId xmlns:p14="http://schemas.microsoft.com/office/powerpoint/2010/main" val="3466773244"/>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woTxTwoObj" preserve="1">
  <p:cSld name="比较">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8229600" cy="1143000"/>
          </a:xfrm>
        </p:spPr>
        <p:txBody>
          <a:bodyPr/>
          <a:lstStyle>
            <a:lvl1pPr>
              <a:defRPr/>
            </a:lvl1pPr>
            <a:extLst/>
          </a:lstStyle>
          <a:p>
            <a:r>
              <a:rPr lang="zh-CN" altLang="en-US"/>
              <a:t>单击此处编辑母版标题样式</a:t>
            </a:r>
            <a:endParaRPr lang="en-US"/>
          </a:p>
        </p:txBody>
      </p:sp>
      <p:sp>
        <p:nvSpPr>
          <p:cNvPr id="3" name="文本占位符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zh-CN" altLang="en-US"/>
              <a:t>单击此处编辑母版文本样式</a:t>
            </a:r>
          </a:p>
        </p:txBody>
      </p:sp>
      <p:sp>
        <p:nvSpPr>
          <p:cNvPr id="4" name="文本占位符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zh-CN" altLang="en-US"/>
              <a:t>单击此处编辑母版文本样式</a:t>
            </a:r>
          </a:p>
        </p:txBody>
      </p:sp>
      <p:sp>
        <p:nvSpPr>
          <p:cNvPr id="5" name="内容占位符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内容占位符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日期占位符 6">
            <a:extLst>
              <a:ext uri="{FF2B5EF4-FFF2-40B4-BE49-F238E27FC236}">
                <a16:creationId xmlns:a16="http://schemas.microsoft.com/office/drawing/2014/main" id="{F92ECE53-C86C-455A-AE53-4764AD7778A1}"/>
              </a:ext>
            </a:extLst>
          </p:cNvPr>
          <p:cNvSpPr>
            <a:spLocks noGrp="1"/>
          </p:cNvSpPr>
          <p:nvPr>
            <p:ph type="dt" sz="half" idx="10"/>
          </p:nvPr>
        </p:nvSpPr>
        <p:spPr/>
        <p:txBody>
          <a:bodyPr/>
          <a:lstStyle>
            <a:lvl1pPr>
              <a:defRPr/>
            </a:lvl1pPr>
            <a:extLst/>
          </a:lstStyle>
          <a:p>
            <a:pPr>
              <a:defRPr/>
            </a:pPr>
            <a:endParaRPr lang="en-US" altLang="zh-CN"/>
          </a:p>
        </p:txBody>
      </p:sp>
      <p:sp>
        <p:nvSpPr>
          <p:cNvPr id="8" name="页脚占位符 7">
            <a:extLst>
              <a:ext uri="{FF2B5EF4-FFF2-40B4-BE49-F238E27FC236}">
                <a16:creationId xmlns:a16="http://schemas.microsoft.com/office/drawing/2014/main" id="{BC68B720-A5FC-4760-8802-535C2FF59C4E}"/>
              </a:ext>
            </a:extLst>
          </p:cNvPr>
          <p:cNvSpPr>
            <a:spLocks noGrp="1"/>
          </p:cNvSpPr>
          <p:nvPr>
            <p:ph type="ftr" sz="quarter" idx="11"/>
          </p:nvPr>
        </p:nvSpPr>
        <p:spPr/>
        <p:txBody>
          <a:bodyPr/>
          <a:lstStyle>
            <a:lvl1pPr>
              <a:defRPr/>
            </a:lvl1pPr>
            <a:extLst/>
          </a:lstStyle>
          <a:p>
            <a:pPr>
              <a:defRPr/>
            </a:pPr>
            <a:endParaRPr lang="en-US" altLang="zh-CN"/>
          </a:p>
        </p:txBody>
      </p:sp>
      <p:sp>
        <p:nvSpPr>
          <p:cNvPr id="9" name="灯片编号占位符 8">
            <a:extLst>
              <a:ext uri="{FF2B5EF4-FFF2-40B4-BE49-F238E27FC236}">
                <a16:creationId xmlns:a16="http://schemas.microsoft.com/office/drawing/2014/main" id="{8BC3D643-DDED-4762-83F8-71FAE662DD06}"/>
              </a:ext>
            </a:extLst>
          </p:cNvPr>
          <p:cNvSpPr>
            <a:spLocks noGrp="1"/>
          </p:cNvSpPr>
          <p:nvPr>
            <p:ph type="sldNum" sz="quarter" idx="12"/>
          </p:nvPr>
        </p:nvSpPr>
        <p:spPr/>
        <p:txBody>
          <a:bodyPr/>
          <a:lstStyle>
            <a:lvl1pPr>
              <a:defRPr/>
            </a:lvl1pPr>
          </a:lstStyle>
          <a:p>
            <a:fld id="{ABC730F0-235F-4F5C-A14C-3350B786CF20}" type="slidenum">
              <a:rPr lang="en-US" altLang="zh-CN"/>
              <a:pPr/>
              <a:t>‹#›</a:t>
            </a:fld>
            <a:endParaRPr lang="en-US" altLang="zh-CN"/>
          </a:p>
        </p:txBody>
      </p:sp>
    </p:spTree>
    <p:extLst>
      <p:ext uri="{BB962C8B-B14F-4D97-AF65-F5344CB8AC3E}">
        <p14:creationId xmlns:p14="http://schemas.microsoft.com/office/powerpoint/2010/main" val="1180761008"/>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6" name="标题 5"/>
          <p:cNvSpPr>
            <a:spLocks noGrp="1"/>
          </p:cNvSpPr>
          <p:nvPr>
            <p:ph type="title"/>
          </p:nvPr>
        </p:nvSpPr>
        <p:spPr/>
        <p:txBody>
          <a:bodyPr rtlCol="0"/>
          <a:lstStyle/>
          <a:p>
            <a:r>
              <a:rPr lang="zh-CN" altLang="en-US"/>
              <a:t>单击此处编辑母版标题样式</a:t>
            </a:r>
            <a:endParaRPr lang="en-US"/>
          </a:p>
        </p:txBody>
      </p:sp>
      <p:sp>
        <p:nvSpPr>
          <p:cNvPr id="3" name="日期占位符 2">
            <a:extLst>
              <a:ext uri="{FF2B5EF4-FFF2-40B4-BE49-F238E27FC236}">
                <a16:creationId xmlns:a16="http://schemas.microsoft.com/office/drawing/2014/main" id="{3F28E8F9-7165-48C5-80A1-B0F81C7A4A65}"/>
              </a:ext>
            </a:extLst>
          </p:cNvPr>
          <p:cNvSpPr>
            <a:spLocks noGrp="1"/>
          </p:cNvSpPr>
          <p:nvPr>
            <p:ph type="dt" sz="half" idx="10"/>
          </p:nvPr>
        </p:nvSpPr>
        <p:spPr/>
        <p:txBody>
          <a:bodyPr/>
          <a:lstStyle>
            <a:lvl1pPr>
              <a:defRPr/>
            </a:lvl1pPr>
            <a:extLst/>
          </a:lstStyle>
          <a:p>
            <a:pPr>
              <a:defRPr/>
            </a:pPr>
            <a:endParaRPr lang="en-US" altLang="zh-CN"/>
          </a:p>
        </p:txBody>
      </p:sp>
      <p:sp>
        <p:nvSpPr>
          <p:cNvPr id="4" name="页脚占位符 3">
            <a:extLst>
              <a:ext uri="{FF2B5EF4-FFF2-40B4-BE49-F238E27FC236}">
                <a16:creationId xmlns:a16="http://schemas.microsoft.com/office/drawing/2014/main" id="{7C2E8756-24C3-473A-A6E2-FC2AD65E8A0D}"/>
              </a:ext>
            </a:extLst>
          </p:cNvPr>
          <p:cNvSpPr>
            <a:spLocks noGrp="1"/>
          </p:cNvSpPr>
          <p:nvPr>
            <p:ph type="ftr" sz="quarter" idx="11"/>
          </p:nvPr>
        </p:nvSpPr>
        <p:spPr/>
        <p:txBody>
          <a:bodyPr/>
          <a:lstStyle>
            <a:lvl1pPr>
              <a:defRPr/>
            </a:lvl1pPr>
            <a:extLst/>
          </a:lstStyle>
          <a:p>
            <a:pPr>
              <a:defRPr/>
            </a:pPr>
            <a:endParaRPr lang="en-US" altLang="zh-CN"/>
          </a:p>
        </p:txBody>
      </p:sp>
      <p:sp>
        <p:nvSpPr>
          <p:cNvPr id="5" name="灯片编号占位符 4">
            <a:extLst>
              <a:ext uri="{FF2B5EF4-FFF2-40B4-BE49-F238E27FC236}">
                <a16:creationId xmlns:a16="http://schemas.microsoft.com/office/drawing/2014/main" id="{BB775D36-A805-41EC-9D36-9AF012B2E6A3}"/>
              </a:ext>
            </a:extLst>
          </p:cNvPr>
          <p:cNvSpPr>
            <a:spLocks noGrp="1"/>
          </p:cNvSpPr>
          <p:nvPr>
            <p:ph type="sldNum" sz="quarter" idx="12"/>
          </p:nvPr>
        </p:nvSpPr>
        <p:spPr/>
        <p:txBody>
          <a:bodyPr/>
          <a:lstStyle>
            <a:lvl1pPr>
              <a:defRPr/>
            </a:lvl1pPr>
          </a:lstStyle>
          <a:p>
            <a:fld id="{2B8F4F93-E9E9-4728-9261-571D2BA17568}" type="slidenum">
              <a:rPr lang="en-US" altLang="zh-CN"/>
              <a:pPr/>
              <a:t>‹#›</a:t>
            </a:fld>
            <a:endParaRPr lang="en-US" altLang="zh-CN"/>
          </a:p>
        </p:txBody>
      </p:sp>
    </p:spTree>
    <p:extLst>
      <p:ext uri="{BB962C8B-B14F-4D97-AF65-F5344CB8AC3E}">
        <p14:creationId xmlns:p14="http://schemas.microsoft.com/office/powerpoint/2010/main" val="2931296947"/>
      </p:ext>
    </p:extLst>
  </p:cSld>
  <p:clrMapOvr>
    <a:overrideClrMapping bg1="dk1" tx1="lt1" bg2="dk2" tx2="lt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9">
            <a:extLst>
              <a:ext uri="{FF2B5EF4-FFF2-40B4-BE49-F238E27FC236}">
                <a16:creationId xmlns:a16="http://schemas.microsoft.com/office/drawing/2014/main" id="{B4EEDBEB-0D29-4161-8D35-C422EBFE519A}"/>
              </a:ext>
            </a:extLst>
          </p:cNvPr>
          <p:cNvSpPr>
            <a:spLocks noGrp="1"/>
          </p:cNvSpPr>
          <p:nvPr>
            <p:ph type="dt" sz="half" idx="10"/>
          </p:nvPr>
        </p:nvSpPr>
        <p:spPr/>
        <p:txBody>
          <a:bodyPr/>
          <a:lstStyle>
            <a:lvl1pPr>
              <a:defRPr/>
            </a:lvl1pPr>
          </a:lstStyle>
          <a:p>
            <a:pPr>
              <a:defRPr/>
            </a:pPr>
            <a:endParaRPr lang="en-US" altLang="zh-CN"/>
          </a:p>
        </p:txBody>
      </p:sp>
      <p:sp>
        <p:nvSpPr>
          <p:cNvPr id="3" name="页脚占位符 21">
            <a:extLst>
              <a:ext uri="{FF2B5EF4-FFF2-40B4-BE49-F238E27FC236}">
                <a16:creationId xmlns:a16="http://schemas.microsoft.com/office/drawing/2014/main" id="{145FCC43-0403-4B8E-87FF-0A951A3C6E19}"/>
              </a:ext>
            </a:extLst>
          </p:cNvPr>
          <p:cNvSpPr>
            <a:spLocks noGrp="1"/>
          </p:cNvSpPr>
          <p:nvPr>
            <p:ph type="ftr" sz="quarter" idx="11"/>
          </p:nvPr>
        </p:nvSpPr>
        <p:spPr/>
        <p:txBody>
          <a:bodyPr/>
          <a:lstStyle>
            <a:lvl1pPr>
              <a:defRPr/>
            </a:lvl1pPr>
          </a:lstStyle>
          <a:p>
            <a:pPr>
              <a:defRPr/>
            </a:pPr>
            <a:endParaRPr lang="en-US" altLang="zh-CN"/>
          </a:p>
        </p:txBody>
      </p:sp>
      <p:sp>
        <p:nvSpPr>
          <p:cNvPr id="4" name="灯片编号占位符 17">
            <a:extLst>
              <a:ext uri="{FF2B5EF4-FFF2-40B4-BE49-F238E27FC236}">
                <a16:creationId xmlns:a16="http://schemas.microsoft.com/office/drawing/2014/main" id="{BEED2F6B-5F5A-4D83-B6FE-A5EAB3425654}"/>
              </a:ext>
            </a:extLst>
          </p:cNvPr>
          <p:cNvSpPr>
            <a:spLocks noGrp="1"/>
          </p:cNvSpPr>
          <p:nvPr>
            <p:ph type="sldNum" sz="quarter" idx="12"/>
          </p:nvPr>
        </p:nvSpPr>
        <p:spPr/>
        <p:txBody>
          <a:bodyPr/>
          <a:lstStyle>
            <a:lvl1pPr>
              <a:defRPr/>
            </a:lvl1pPr>
          </a:lstStyle>
          <a:p>
            <a:fld id="{27DC3D27-7272-47E3-B187-7D4ACE1148BC}" type="slidenum">
              <a:rPr lang="en-US" altLang="zh-CN"/>
              <a:pPr/>
              <a:t>‹#›</a:t>
            </a:fld>
            <a:endParaRPr lang="en-US" altLang="zh-CN"/>
          </a:p>
        </p:txBody>
      </p:sp>
    </p:spTree>
    <p:extLst>
      <p:ext uri="{BB962C8B-B14F-4D97-AF65-F5344CB8AC3E}">
        <p14:creationId xmlns:p14="http://schemas.microsoft.com/office/powerpoint/2010/main" val="342699856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objTx" preserve="1">
  <p:cSld name="内容与标题">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14400" y="4876800"/>
            <a:ext cx="7481776" cy="457200"/>
          </a:xfrm>
        </p:spPr>
        <p:txBody>
          <a:bodyPr anchor="t">
            <a:noAutofit/>
            <a:sp3d prstMaterial="softEdge">
              <a:bevelT w="0" h="0"/>
            </a:sp3d>
          </a:bodyPr>
          <a:lstStyle>
            <a:lvl1pPr algn="r">
              <a:buNone/>
              <a:defRPr sz="2500" b="0">
                <a:solidFill>
                  <a:schemeClr val="accent1"/>
                </a:solidFill>
                <a:effectLst/>
              </a:defRPr>
            </a:lvl1pPr>
            <a:extLst/>
          </a:lstStyle>
          <a:p>
            <a:r>
              <a:rPr lang="zh-CN" altLang="en-US"/>
              <a:t>单击此处编辑母版标题样式</a:t>
            </a:r>
            <a:endParaRPr lang="en-US"/>
          </a:p>
        </p:txBody>
      </p:sp>
      <p:sp>
        <p:nvSpPr>
          <p:cNvPr id="3" name="文本占位符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a:r>
              <a:rPr lang="zh-CN" altLang="en-US"/>
              <a:t>单击此处编辑母版文本样式</a:t>
            </a:r>
          </a:p>
        </p:txBody>
      </p:sp>
      <p:sp>
        <p:nvSpPr>
          <p:cNvPr id="4" name="内容占位符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4">
            <a:extLst>
              <a:ext uri="{FF2B5EF4-FFF2-40B4-BE49-F238E27FC236}">
                <a16:creationId xmlns:a16="http://schemas.microsoft.com/office/drawing/2014/main" id="{D89DD4E0-68C2-48B2-A44F-8BAB804326C7}"/>
              </a:ext>
            </a:extLst>
          </p:cNvPr>
          <p:cNvSpPr>
            <a:spLocks noGrp="1"/>
          </p:cNvSpPr>
          <p:nvPr>
            <p:ph type="dt" sz="half" idx="10"/>
          </p:nvPr>
        </p:nvSpPr>
        <p:spPr/>
        <p:txBody>
          <a:bodyPr/>
          <a:lstStyle>
            <a:lvl1pPr>
              <a:defRPr/>
            </a:lvl1pPr>
            <a:extLst/>
          </a:lstStyle>
          <a:p>
            <a:pPr>
              <a:defRPr/>
            </a:pPr>
            <a:endParaRPr lang="en-US" altLang="zh-CN"/>
          </a:p>
        </p:txBody>
      </p:sp>
      <p:sp>
        <p:nvSpPr>
          <p:cNvPr id="6" name="页脚占位符 5">
            <a:extLst>
              <a:ext uri="{FF2B5EF4-FFF2-40B4-BE49-F238E27FC236}">
                <a16:creationId xmlns:a16="http://schemas.microsoft.com/office/drawing/2014/main" id="{A75ECC87-B5EC-428F-9FA1-6FE12C253BCA}"/>
              </a:ext>
            </a:extLst>
          </p:cNvPr>
          <p:cNvSpPr>
            <a:spLocks noGrp="1"/>
          </p:cNvSpPr>
          <p:nvPr>
            <p:ph type="ftr" sz="quarter" idx="11"/>
          </p:nvPr>
        </p:nvSpPr>
        <p:spPr/>
        <p:txBody>
          <a:bodyPr/>
          <a:lstStyle>
            <a:lvl1pPr>
              <a:defRPr/>
            </a:lvl1pPr>
            <a:extLst/>
          </a:lstStyle>
          <a:p>
            <a:pPr>
              <a:defRPr/>
            </a:pPr>
            <a:endParaRPr lang="en-US" altLang="zh-CN"/>
          </a:p>
        </p:txBody>
      </p:sp>
      <p:sp>
        <p:nvSpPr>
          <p:cNvPr id="7" name="灯片编号占位符 6">
            <a:extLst>
              <a:ext uri="{FF2B5EF4-FFF2-40B4-BE49-F238E27FC236}">
                <a16:creationId xmlns:a16="http://schemas.microsoft.com/office/drawing/2014/main" id="{E357B315-D918-4952-B6BE-B1E716CE7F1D}"/>
              </a:ext>
            </a:extLst>
          </p:cNvPr>
          <p:cNvSpPr>
            <a:spLocks noGrp="1"/>
          </p:cNvSpPr>
          <p:nvPr>
            <p:ph type="sldNum" sz="quarter" idx="12"/>
          </p:nvPr>
        </p:nvSpPr>
        <p:spPr/>
        <p:txBody>
          <a:bodyPr/>
          <a:lstStyle>
            <a:lvl1pPr>
              <a:defRPr/>
            </a:lvl1pPr>
          </a:lstStyle>
          <a:p>
            <a:fld id="{1C389A96-ACBF-4792-9602-4BE8281B9A92}" type="slidenum">
              <a:rPr lang="en-US" altLang="zh-CN"/>
              <a:pPr/>
              <a:t>‹#›</a:t>
            </a:fld>
            <a:endParaRPr lang="en-US" altLang="zh-CN"/>
          </a:p>
        </p:txBody>
      </p:sp>
    </p:spTree>
    <p:extLst>
      <p:ext uri="{BB962C8B-B14F-4D97-AF65-F5344CB8AC3E}">
        <p14:creationId xmlns:p14="http://schemas.microsoft.com/office/powerpoint/2010/main" val="2688328130"/>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picTx" preserve="1">
  <p:cSld name="图片与标题">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5" name="任意多边形 10">
            <a:extLst>
              <a:ext uri="{FF2B5EF4-FFF2-40B4-BE49-F238E27FC236}">
                <a16:creationId xmlns:a16="http://schemas.microsoft.com/office/drawing/2014/main" id="{7AA900FE-72E0-4B97-B4A1-E6A67833FBFF}"/>
              </a:ext>
            </a:extLst>
          </p:cNvPr>
          <p:cNvSpPr>
            <a:spLocks/>
          </p:cNvSpPr>
          <p:nvPr/>
        </p:nvSpPr>
        <p:spPr bwMode="auto">
          <a:xfrm>
            <a:off x="500063" y="5945188"/>
            <a:ext cx="4940300"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kumimoji="0" lang="en-US"/>
          </a:p>
        </p:txBody>
      </p:sp>
      <p:sp>
        <p:nvSpPr>
          <p:cNvPr id="6" name="任意多边形 15">
            <a:extLst>
              <a:ext uri="{FF2B5EF4-FFF2-40B4-BE49-F238E27FC236}">
                <a16:creationId xmlns:a16="http://schemas.microsoft.com/office/drawing/2014/main" id="{C19CC03C-546D-4510-8CA8-A5DDA0F7250E}"/>
              </a:ext>
            </a:extLst>
          </p:cNvPr>
          <p:cNvSpPr>
            <a:spLocks/>
          </p:cNvSpPr>
          <p:nvPr/>
        </p:nvSpPr>
        <p:spPr bwMode="auto">
          <a:xfrm>
            <a:off x="485775" y="5938838"/>
            <a:ext cx="3690938"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kumimoji="0" lang="en-US"/>
          </a:p>
        </p:txBody>
      </p:sp>
      <p:sp>
        <p:nvSpPr>
          <p:cNvPr id="7" name="直角三角形 6">
            <a:extLst>
              <a:ext uri="{FF2B5EF4-FFF2-40B4-BE49-F238E27FC236}">
                <a16:creationId xmlns:a16="http://schemas.microsoft.com/office/drawing/2014/main" id="{97091A11-492C-4B43-B9EF-F894146962B7}"/>
              </a:ext>
            </a:extLst>
          </p:cNvPr>
          <p:cNvSpPr>
            <a:spLocks/>
          </p:cNvSpPr>
          <p:nvPr/>
        </p:nvSpPr>
        <p:spPr bwMode="auto">
          <a:xfrm>
            <a:off x="-6042" y="5791253"/>
            <a:ext cx="3402314" cy="1080868"/>
          </a:xfrm>
          <a:prstGeom prst="rtTriangle">
            <a:avLst/>
          </a:prstGeom>
          <a:blipFill>
            <a:blip r:embed="rId4"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kumimoji="0" lang="en-US"/>
          </a:p>
        </p:txBody>
      </p:sp>
      <p:cxnSp>
        <p:nvCxnSpPr>
          <p:cNvPr id="8" name="直接连接符 7">
            <a:extLst>
              <a:ext uri="{FF2B5EF4-FFF2-40B4-BE49-F238E27FC236}">
                <a16:creationId xmlns:a16="http://schemas.microsoft.com/office/drawing/2014/main" id="{F5732877-1B61-4ED5-B0C0-5A56E349C9FD}"/>
              </a:ext>
            </a:extLst>
          </p:cNvPr>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燕尾形 19">
            <a:extLst>
              <a:ext uri="{FF2B5EF4-FFF2-40B4-BE49-F238E27FC236}">
                <a16:creationId xmlns:a16="http://schemas.microsoft.com/office/drawing/2014/main" id="{930C3066-9341-4454-9141-FB48ECCC11AF}"/>
              </a:ext>
            </a:extLst>
          </p:cNvPr>
          <p:cNvSpPr/>
          <p:nvPr/>
        </p:nvSpPr>
        <p:spPr>
          <a:xfrm>
            <a:off x="8664575"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kumimoji="0" lang="en-US"/>
          </a:p>
        </p:txBody>
      </p:sp>
      <p:sp>
        <p:nvSpPr>
          <p:cNvPr id="10" name="燕尾形 20">
            <a:extLst>
              <a:ext uri="{FF2B5EF4-FFF2-40B4-BE49-F238E27FC236}">
                <a16:creationId xmlns:a16="http://schemas.microsoft.com/office/drawing/2014/main" id="{CBA41F68-56CE-4FCB-8078-721A21E071EA}"/>
              </a:ext>
            </a:extLst>
          </p:cNvPr>
          <p:cNvSpPr/>
          <p:nvPr/>
        </p:nvSpPr>
        <p:spPr>
          <a:xfrm>
            <a:off x="8477250"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kumimoji="0" lang="en-US"/>
          </a:p>
        </p:txBody>
      </p:sp>
      <p:sp>
        <p:nvSpPr>
          <p:cNvPr id="4" name="文本占位符 3"/>
          <p:cNvSpPr>
            <a:spLocks noGrp="1"/>
          </p:cNvSpPr>
          <p:nvPr>
            <p:ph type="body" sz="half" idx="2"/>
          </p:nvPr>
        </p:nvSpPr>
        <p:spPr>
          <a:xfrm>
            <a:off x="1141232" y="5443402"/>
            <a:ext cx="7162800" cy="648232"/>
          </a:xfrm>
          <a:noFill/>
        </p:spPr>
        <p:txBody>
          <a:bodyPr tIns="0"/>
          <a:lstStyle>
            <a:lvl1pPr marL="0" marR="18288" indent="0" algn="r">
              <a:buNone/>
              <a:defRPr sz="1400"/>
            </a:lvl1pPr>
            <a:lvl2pPr>
              <a:defRPr sz="1200"/>
            </a:lvl2pPr>
            <a:lvl3pPr>
              <a:defRPr sz="1000"/>
            </a:lvl3pPr>
            <a:lvl4pPr>
              <a:defRPr sz="900"/>
            </a:lvl4pPr>
            <a:lvl5pPr>
              <a:defRPr sz="900"/>
            </a:lvl5pPr>
            <a:extLst/>
          </a:lstStyle>
          <a:p>
            <a:pPr lvl="0"/>
            <a:r>
              <a:rPr lang="zh-CN" altLang="en-US"/>
              <a:t>单击此处编辑母版文本样式</a:t>
            </a:r>
          </a:p>
        </p:txBody>
      </p:sp>
      <p:sp>
        <p:nvSpPr>
          <p:cNvPr id="3" name="图片占位符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extLst/>
          </a:lstStyle>
          <a:p>
            <a:pPr lvl="0"/>
            <a:r>
              <a:rPr lang="zh-CN" altLang="en-US" noProof="0"/>
              <a:t>单击图标添加图片</a:t>
            </a:r>
            <a:endParaRPr lang="en-US" noProof="0" dirty="0"/>
          </a:p>
        </p:txBody>
      </p:sp>
      <p:sp>
        <p:nvSpPr>
          <p:cNvPr id="2" name="标题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lang="zh-CN" altLang="en-US"/>
              <a:t>单击此处编辑母版标题样式</a:t>
            </a:r>
            <a:endParaRPr lang="en-US"/>
          </a:p>
        </p:txBody>
      </p:sp>
      <p:sp>
        <p:nvSpPr>
          <p:cNvPr id="11" name="日期占位符 4">
            <a:extLst>
              <a:ext uri="{FF2B5EF4-FFF2-40B4-BE49-F238E27FC236}">
                <a16:creationId xmlns:a16="http://schemas.microsoft.com/office/drawing/2014/main" id="{2F06519E-8D26-4F47-90EF-90DAAD82A531}"/>
              </a:ext>
            </a:extLst>
          </p:cNvPr>
          <p:cNvSpPr>
            <a:spLocks noGrp="1"/>
          </p:cNvSpPr>
          <p:nvPr>
            <p:ph type="dt" sz="half" idx="10"/>
          </p:nvPr>
        </p:nvSpPr>
        <p:spPr/>
        <p:txBody>
          <a:bodyPr/>
          <a:lstStyle>
            <a:lvl1pPr>
              <a:defRPr>
                <a:solidFill>
                  <a:schemeClr val="tx1"/>
                </a:solidFill>
              </a:defRPr>
            </a:lvl1pPr>
            <a:extLst/>
          </a:lstStyle>
          <a:p>
            <a:pPr>
              <a:defRPr/>
            </a:pPr>
            <a:endParaRPr lang="en-US" altLang="zh-CN"/>
          </a:p>
        </p:txBody>
      </p:sp>
      <p:sp>
        <p:nvSpPr>
          <p:cNvPr id="12" name="页脚占位符 5">
            <a:extLst>
              <a:ext uri="{FF2B5EF4-FFF2-40B4-BE49-F238E27FC236}">
                <a16:creationId xmlns:a16="http://schemas.microsoft.com/office/drawing/2014/main" id="{36CCAC4D-BAC0-45E8-93F9-2CDD8B03FDE6}"/>
              </a:ext>
            </a:extLst>
          </p:cNvPr>
          <p:cNvSpPr>
            <a:spLocks noGrp="1"/>
          </p:cNvSpPr>
          <p:nvPr>
            <p:ph type="ftr" sz="quarter" idx="11"/>
          </p:nvPr>
        </p:nvSpPr>
        <p:spPr/>
        <p:txBody>
          <a:bodyPr/>
          <a:lstStyle>
            <a:lvl1pPr>
              <a:defRPr>
                <a:solidFill>
                  <a:schemeClr val="tx1"/>
                </a:solidFill>
              </a:defRPr>
            </a:lvl1pPr>
            <a:extLst/>
          </a:lstStyle>
          <a:p>
            <a:pPr>
              <a:defRPr/>
            </a:pPr>
            <a:endParaRPr lang="en-US" altLang="zh-CN"/>
          </a:p>
        </p:txBody>
      </p:sp>
      <p:sp>
        <p:nvSpPr>
          <p:cNvPr id="13" name="灯片编号占位符 6">
            <a:extLst>
              <a:ext uri="{FF2B5EF4-FFF2-40B4-BE49-F238E27FC236}">
                <a16:creationId xmlns:a16="http://schemas.microsoft.com/office/drawing/2014/main" id="{75E27710-D71B-4598-A80B-2787DAB8807A}"/>
              </a:ext>
            </a:extLst>
          </p:cNvPr>
          <p:cNvSpPr>
            <a:spLocks noGrp="1"/>
          </p:cNvSpPr>
          <p:nvPr>
            <p:ph type="sldNum" sz="quarter" idx="12"/>
          </p:nvPr>
        </p:nvSpPr>
        <p:spPr/>
        <p:txBody>
          <a:bodyPr/>
          <a:lstStyle>
            <a:lvl1pPr>
              <a:defRPr/>
            </a:lvl1pPr>
          </a:lstStyle>
          <a:p>
            <a:fld id="{F4CFF7D7-2925-4634-A0E9-83AD89E4D555}" type="slidenum">
              <a:rPr lang="en-US" altLang="zh-CN"/>
              <a:pPr/>
              <a:t>‹#›</a:t>
            </a:fld>
            <a:endParaRPr lang="en-US" altLang="zh-CN"/>
          </a:p>
        </p:txBody>
      </p:sp>
    </p:spTree>
    <p:extLst>
      <p:ext uri="{BB962C8B-B14F-4D97-AF65-F5344CB8AC3E}">
        <p14:creationId xmlns:p14="http://schemas.microsoft.com/office/powerpoint/2010/main" val="64803706"/>
      </p:ext>
    </p:extLst>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a:xfrm>
            <a:off x="457200" y="1481329"/>
            <a:ext cx="8229600" cy="438607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9">
            <a:extLst>
              <a:ext uri="{FF2B5EF4-FFF2-40B4-BE49-F238E27FC236}">
                <a16:creationId xmlns:a16="http://schemas.microsoft.com/office/drawing/2014/main" id="{B67ABC8B-42A6-4DFF-A266-DD021466423E}"/>
              </a:ext>
            </a:extLst>
          </p:cNvPr>
          <p:cNvSpPr>
            <a:spLocks noGrp="1"/>
          </p:cNvSpPr>
          <p:nvPr>
            <p:ph type="dt" sz="half" idx="10"/>
          </p:nvPr>
        </p:nvSpPr>
        <p:spPr/>
        <p:txBody>
          <a:bodyPr/>
          <a:lstStyle>
            <a:lvl1pPr>
              <a:defRPr/>
            </a:lvl1pPr>
          </a:lstStyle>
          <a:p>
            <a:pPr>
              <a:defRPr/>
            </a:pPr>
            <a:endParaRPr lang="en-US" altLang="zh-CN"/>
          </a:p>
        </p:txBody>
      </p:sp>
      <p:sp>
        <p:nvSpPr>
          <p:cNvPr id="5" name="页脚占位符 21">
            <a:extLst>
              <a:ext uri="{FF2B5EF4-FFF2-40B4-BE49-F238E27FC236}">
                <a16:creationId xmlns:a16="http://schemas.microsoft.com/office/drawing/2014/main" id="{866ADE20-BD14-4F38-8968-9FB030198991}"/>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17">
            <a:extLst>
              <a:ext uri="{FF2B5EF4-FFF2-40B4-BE49-F238E27FC236}">
                <a16:creationId xmlns:a16="http://schemas.microsoft.com/office/drawing/2014/main" id="{7254F439-D54C-4491-8DF7-7405F038DAA2}"/>
              </a:ext>
            </a:extLst>
          </p:cNvPr>
          <p:cNvSpPr>
            <a:spLocks noGrp="1"/>
          </p:cNvSpPr>
          <p:nvPr>
            <p:ph type="sldNum" sz="quarter" idx="12"/>
          </p:nvPr>
        </p:nvSpPr>
        <p:spPr/>
        <p:txBody>
          <a:bodyPr/>
          <a:lstStyle>
            <a:lvl1pPr>
              <a:defRPr/>
            </a:lvl1pPr>
          </a:lstStyle>
          <a:p>
            <a:fld id="{58B82AB3-8191-4F68-A5E2-0532830BC43B}" type="slidenum">
              <a:rPr lang="en-US" altLang="zh-CN"/>
              <a:pPr/>
              <a:t>‹#›</a:t>
            </a:fld>
            <a:endParaRPr lang="en-US" altLang="zh-CN"/>
          </a:p>
        </p:txBody>
      </p:sp>
    </p:spTree>
    <p:extLst>
      <p:ext uri="{BB962C8B-B14F-4D97-AF65-F5344CB8AC3E}">
        <p14:creationId xmlns:p14="http://schemas.microsoft.com/office/powerpoint/2010/main" val="43232297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44013" y="274640"/>
            <a:ext cx="1777470" cy="5592761"/>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457200" y="274641"/>
            <a:ext cx="6324600" cy="559276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9">
            <a:extLst>
              <a:ext uri="{FF2B5EF4-FFF2-40B4-BE49-F238E27FC236}">
                <a16:creationId xmlns:a16="http://schemas.microsoft.com/office/drawing/2014/main" id="{BBB3D643-2CF2-4565-86D9-EC23E56F9615}"/>
              </a:ext>
            </a:extLst>
          </p:cNvPr>
          <p:cNvSpPr>
            <a:spLocks noGrp="1"/>
          </p:cNvSpPr>
          <p:nvPr>
            <p:ph type="dt" sz="half" idx="10"/>
          </p:nvPr>
        </p:nvSpPr>
        <p:spPr/>
        <p:txBody>
          <a:bodyPr/>
          <a:lstStyle>
            <a:lvl1pPr>
              <a:defRPr/>
            </a:lvl1pPr>
          </a:lstStyle>
          <a:p>
            <a:pPr>
              <a:defRPr/>
            </a:pPr>
            <a:endParaRPr lang="en-US" altLang="zh-CN"/>
          </a:p>
        </p:txBody>
      </p:sp>
      <p:sp>
        <p:nvSpPr>
          <p:cNvPr id="5" name="页脚占位符 21">
            <a:extLst>
              <a:ext uri="{FF2B5EF4-FFF2-40B4-BE49-F238E27FC236}">
                <a16:creationId xmlns:a16="http://schemas.microsoft.com/office/drawing/2014/main" id="{03DD2C66-025A-460C-B78D-DE25AD87B1AC}"/>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17">
            <a:extLst>
              <a:ext uri="{FF2B5EF4-FFF2-40B4-BE49-F238E27FC236}">
                <a16:creationId xmlns:a16="http://schemas.microsoft.com/office/drawing/2014/main" id="{8A2EFB1B-3AF4-45BC-95FF-ACC8863C7E31}"/>
              </a:ext>
            </a:extLst>
          </p:cNvPr>
          <p:cNvSpPr>
            <a:spLocks noGrp="1"/>
          </p:cNvSpPr>
          <p:nvPr>
            <p:ph type="sldNum" sz="quarter" idx="12"/>
          </p:nvPr>
        </p:nvSpPr>
        <p:spPr/>
        <p:txBody>
          <a:bodyPr/>
          <a:lstStyle>
            <a:lvl1pPr>
              <a:defRPr/>
            </a:lvl1pPr>
          </a:lstStyle>
          <a:p>
            <a:fld id="{024546E2-6C16-4E97-B641-F30E1872D911}" type="slidenum">
              <a:rPr lang="en-US" altLang="zh-CN"/>
              <a:pPr/>
              <a:t>‹#›</a:t>
            </a:fld>
            <a:endParaRPr lang="en-US" altLang="zh-CN"/>
          </a:p>
        </p:txBody>
      </p:sp>
    </p:spTree>
    <p:extLst>
      <p:ext uri="{BB962C8B-B14F-4D97-AF65-F5344CB8AC3E}">
        <p14:creationId xmlns:p14="http://schemas.microsoft.com/office/powerpoint/2010/main" val="22667802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783054E4-A905-4CE5-814B-9F0ED3FC43C9}"/>
              </a:ext>
            </a:extLst>
          </p:cNvPr>
          <p:cNvSpPr/>
          <p:nvPr/>
        </p:nvSpPr>
        <p:spPr>
          <a:xfrm flipV="1">
            <a:off x="5410200" y="3810000"/>
            <a:ext cx="3733800" cy="90488"/>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5" name="矩形 4">
            <a:extLst>
              <a:ext uri="{FF2B5EF4-FFF2-40B4-BE49-F238E27FC236}">
                <a16:creationId xmlns:a16="http://schemas.microsoft.com/office/drawing/2014/main" id="{24C13D14-95D4-4112-91FA-4CB06428BEA9}"/>
              </a:ext>
            </a:extLst>
          </p:cNvPr>
          <p:cNvSpPr/>
          <p:nvPr/>
        </p:nvSpPr>
        <p:spPr>
          <a:xfrm flipV="1">
            <a:off x="5410200" y="3897313"/>
            <a:ext cx="3733800" cy="19208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6" name="矩形 5">
            <a:extLst>
              <a:ext uri="{FF2B5EF4-FFF2-40B4-BE49-F238E27FC236}">
                <a16:creationId xmlns:a16="http://schemas.microsoft.com/office/drawing/2014/main" id="{6D38D9FD-04A9-40CE-8B21-F11BCC3468C4}"/>
              </a:ext>
            </a:extLst>
          </p:cNvPr>
          <p:cNvSpPr/>
          <p:nvPr/>
        </p:nvSpPr>
        <p:spPr>
          <a:xfrm flipV="1">
            <a:off x="5410200" y="4114800"/>
            <a:ext cx="3733800" cy="9525"/>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7" name="矩形 6">
            <a:extLst>
              <a:ext uri="{FF2B5EF4-FFF2-40B4-BE49-F238E27FC236}">
                <a16:creationId xmlns:a16="http://schemas.microsoft.com/office/drawing/2014/main" id="{C8009032-2D2E-4428-819F-4BE1354B2CB7}"/>
              </a:ext>
            </a:extLst>
          </p:cNvPr>
          <p:cNvSpPr/>
          <p:nvPr/>
        </p:nvSpPr>
        <p:spPr>
          <a:xfrm flipV="1">
            <a:off x="5410200" y="4164013"/>
            <a:ext cx="1965325" cy="19050"/>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10" name="矩形 9">
            <a:extLst>
              <a:ext uri="{FF2B5EF4-FFF2-40B4-BE49-F238E27FC236}">
                <a16:creationId xmlns:a16="http://schemas.microsoft.com/office/drawing/2014/main" id="{2B105968-9584-4598-AACD-576F2807A1BB}"/>
              </a:ext>
            </a:extLst>
          </p:cNvPr>
          <p:cNvSpPr/>
          <p:nvPr/>
        </p:nvSpPr>
        <p:spPr>
          <a:xfrm flipV="1">
            <a:off x="5410200" y="4198938"/>
            <a:ext cx="1965325" cy="9525"/>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useBgFill="1">
        <p:nvSpPr>
          <p:cNvPr id="11" name="圆角矩形 25">
            <a:extLst>
              <a:ext uri="{FF2B5EF4-FFF2-40B4-BE49-F238E27FC236}">
                <a16:creationId xmlns:a16="http://schemas.microsoft.com/office/drawing/2014/main" id="{8D2CC93D-A48D-4C41-82D4-BAB59D20F062}"/>
              </a:ext>
            </a:extLst>
          </p:cNvPr>
          <p:cNvSpPr/>
          <p:nvPr/>
        </p:nvSpPr>
        <p:spPr bwMode="white">
          <a:xfrm>
            <a:off x="5410200" y="3962400"/>
            <a:ext cx="3063875" cy="26988"/>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useBgFill="1">
        <p:nvSpPr>
          <p:cNvPr id="12" name="圆角矩形 26">
            <a:extLst>
              <a:ext uri="{FF2B5EF4-FFF2-40B4-BE49-F238E27FC236}">
                <a16:creationId xmlns:a16="http://schemas.microsoft.com/office/drawing/2014/main" id="{3EE0ABE8-B426-4C1A-95A4-51DA392179FE}"/>
              </a:ext>
            </a:extLst>
          </p:cNvPr>
          <p:cNvSpPr/>
          <p:nvPr/>
        </p:nvSpPr>
        <p:spPr bwMode="white">
          <a:xfrm>
            <a:off x="7377113" y="4060825"/>
            <a:ext cx="1600200" cy="36513"/>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13" name="矩形 12">
            <a:extLst>
              <a:ext uri="{FF2B5EF4-FFF2-40B4-BE49-F238E27FC236}">
                <a16:creationId xmlns:a16="http://schemas.microsoft.com/office/drawing/2014/main" id="{B571F363-FC08-4BD6-B07F-672A8CEC2A33}"/>
              </a:ext>
            </a:extLst>
          </p:cNvPr>
          <p:cNvSpPr/>
          <p:nvPr/>
        </p:nvSpPr>
        <p:spPr>
          <a:xfrm>
            <a:off x="0" y="3649663"/>
            <a:ext cx="9144000" cy="24447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14" name="矩形 13">
            <a:extLst>
              <a:ext uri="{FF2B5EF4-FFF2-40B4-BE49-F238E27FC236}">
                <a16:creationId xmlns:a16="http://schemas.microsoft.com/office/drawing/2014/main" id="{D89275D8-A4A3-4D59-A288-0E865386A0B9}"/>
              </a:ext>
            </a:extLst>
          </p:cNvPr>
          <p:cNvSpPr/>
          <p:nvPr/>
        </p:nvSpPr>
        <p:spPr>
          <a:xfrm>
            <a:off x="0" y="3675063"/>
            <a:ext cx="9144000" cy="1412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15" name="矩形 14">
            <a:extLst>
              <a:ext uri="{FF2B5EF4-FFF2-40B4-BE49-F238E27FC236}">
                <a16:creationId xmlns:a16="http://schemas.microsoft.com/office/drawing/2014/main" id="{E1A68270-CE0E-4B30-88CC-4BBCE3B332AE}"/>
              </a:ext>
            </a:extLst>
          </p:cNvPr>
          <p:cNvSpPr/>
          <p:nvPr/>
        </p:nvSpPr>
        <p:spPr>
          <a:xfrm flipV="1">
            <a:off x="6413500" y="3643313"/>
            <a:ext cx="2730500" cy="247650"/>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16" name="矩形 15">
            <a:extLst>
              <a:ext uri="{FF2B5EF4-FFF2-40B4-BE49-F238E27FC236}">
                <a16:creationId xmlns:a16="http://schemas.microsoft.com/office/drawing/2014/main" id="{A9993262-E7C0-47C1-B4DD-BC987962DBA3}"/>
              </a:ext>
            </a:extLst>
          </p:cNvPr>
          <p:cNvSpPr/>
          <p:nvPr/>
        </p:nvSpPr>
        <p:spPr>
          <a:xfrm>
            <a:off x="0" y="0"/>
            <a:ext cx="9144000" cy="370205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8" name="标题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lang="zh-CN" altLang="en-US"/>
              <a:t>单击此处编辑母版标题样式</a:t>
            </a:r>
            <a:endParaRPr lang="en-US"/>
          </a:p>
        </p:txBody>
      </p:sp>
      <p:sp>
        <p:nvSpPr>
          <p:cNvPr id="9" name="副标题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a:t>单击此处编辑母版副标题样式</a:t>
            </a:r>
            <a:endParaRPr lang="en-US"/>
          </a:p>
        </p:txBody>
      </p:sp>
      <p:sp>
        <p:nvSpPr>
          <p:cNvPr id="17" name="日期占位符 27">
            <a:extLst>
              <a:ext uri="{FF2B5EF4-FFF2-40B4-BE49-F238E27FC236}">
                <a16:creationId xmlns:a16="http://schemas.microsoft.com/office/drawing/2014/main" id="{79904784-0058-476F-B2D5-647EF11D7DF4}"/>
              </a:ext>
            </a:extLst>
          </p:cNvPr>
          <p:cNvSpPr>
            <a:spLocks noGrp="1"/>
          </p:cNvSpPr>
          <p:nvPr>
            <p:ph type="dt" sz="half" idx="10"/>
          </p:nvPr>
        </p:nvSpPr>
        <p:spPr>
          <a:xfrm>
            <a:off x="6705600" y="4206875"/>
            <a:ext cx="960438" cy="457200"/>
          </a:xfrm>
        </p:spPr>
        <p:txBody>
          <a:bodyPr/>
          <a:lstStyle>
            <a:lvl1pPr>
              <a:defRPr/>
            </a:lvl1pPr>
          </a:lstStyle>
          <a:p>
            <a:pPr>
              <a:defRPr/>
            </a:pPr>
            <a:endParaRPr lang="en-US" altLang="zh-CN"/>
          </a:p>
        </p:txBody>
      </p:sp>
      <p:sp>
        <p:nvSpPr>
          <p:cNvPr id="18" name="页脚占位符 16">
            <a:extLst>
              <a:ext uri="{FF2B5EF4-FFF2-40B4-BE49-F238E27FC236}">
                <a16:creationId xmlns:a16="http://schemas.microsoft.com/office/drawing/2014/main" id="{F11A4A2D-752A-41CE-A542-E0F5AA0ACF3D}"/>
              </a:ext>
            </a:extLst>
          </p:cNvPr>
          <p:cNvSpPr>
            <a:spLocks noGrp="1"/>
          </p:cNvSpPr>
          <p:nvPr>
            <p:ph type="ftr" sz="quarter" idx="11"/>
          </p:nvPr>
        </p:nvSpPr>
        <p:spPr>
          <a:xfrm>
            <a:off x="5410200" y="4205288"/>
            <a:ext cx="1295400" cy="457200"/>
          </a:xfrm>
        </p:spPr>
        <p:txBody>
          <a:bodyPr/>
          <a:lstStyle>
            <a:lvl1pPr>
              <a:defRPr/>
            </a:lvl1pPr>
          </a:lstStyle>
          <a:p>
            <a:pPr>
              <a:defRPr/>
            </a:pPr>
            <a:endParaRPr lang="en-US" altLang="zh-CN"/>
          </a:p>
        </p:txBody>
      </p:sp>
      <p:sp>
        <p:nvSpPr>
          <p:cNvPr id="19" name="灯片编号占位符 28">
            <a:extLst>
              <a:ext uri="{FF2B5EF4-FFF2-40B4-BE49-F238E27FC236}">
                <a16:creationId xmlns:a16="http://schemas.microsoft.com/office/drawing/2014/main" id="{65559DCC-4C75-422C-BE83-889BE87C7273}"/>
              </a:ext>
            </a:extLst>
          </p:cNvPr>
          <p:cNvSpPr>
            <a:spLocks noGrp="1"/>
          </p:cNvSpPr>
          <p:nvPr>
            <p:ph type="sldNum" sz="quarter" idx="12"/>
          </p:nvPr>
        </p:nvSpPr>
        <p:spPr>
          <a:xfrm>
            <a:off x="8320088" y="1588"/>
            <a:ext cx="747712" cy="365125"/>
          </a:xfrm>
        </p:spPr>
        <p:txBody>
          <a:bodyPr/>
          <a:lstStyle>
            <a:lvl1pPr>
              <a:defRPr>
                <a:solidFill>
                  <a:schemeClr val="bg1"/>
                </a:solidFill>
              </a:defRPr>
            </a:lvl1pPr>
          </a:lstStyle>
          <a:p>
            <a:fld id="{A3A63FC8-E4E7-4F2C-A0D1-02E7326E01EC}" type="slidenum">
              <a:rPr lang="en-US" altLang="zh-CN"/>
              <a:pPr/>
              <a:t>‹#›</a:t>
            </a:fld>
            <a:endParaRPr lang="en-US" altLang="zh-CN"/>
          </a:p>
        </p:txBody>
      </p:sp>
    </p:spTree>
    <p:extLst>
      <p:ext uri="{BB962C8B-B14F-4D97-AF65-F5344CB8AC3E}">
        <p14:creationId xmlns:p14="http://schemas.microsoft.com/office/powerpoint/2010/main" val="290139866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13">
            <a:extLst>
              <a:ext uri="{FF2B5EF4-FFF2-40B4-BE49-F238E27FC236}">
                <a16:creationId xmlns:a16="http://schemas.microsoft.com/office/drawing/2014/main" id="{5FC74333-FB70-44EA-9E4C-45AD52FF8FF9}"/>
              </a:ext>
            </a:extLst>
          </p:cNvPr>
          <p:cNvSpPr>
            <a:spLocks noGrp="1"/>
          </p:cNvSpPr>
          <p:nvPr>
            <p:ph type="dt" sz="half" idx="10"/>
          </p:nvPr>
        </p:nvSpPr>
        <p:spPr/>
        <p:txBody>
          <a:bodyPr/>
          <a:lstStyle>
            <a:lvl1pPr>
              <a:defRPr/>
            </a:lvl1pPr>
          </a:lstStyle>
          <a:p>
            <a:pPr>
              <a:defRPr/>
            </a:pPr>
            <a:endParaRPr lang="en-US" altLang="zh-CN"/>
          </a:p>
        </p:txBody>
      </p:sp>
      <p:sp>
        <p:nvSpPr>
          <p:cNvPr id="5" name="页脚占位符 2">
            <a:extLst>
              <a:ext uri="{FF2B5EF4-FFF2-40B4-BE49-F238E27FC236}">
                <a16:creationId xmlns:a16="http://schemas.microsoft.com/office/drawing/2014/main" id="{47E378C7-6B87-4A29-8897-27F29FC60DD8}"/>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22">
            <a:extLst>
              <a:ext uri="{FF2B5EF4-FFF2-40B4-BE49-F238E27FC236}">
                <a16:creationId xmlns:a16="http://schemas.microsoft.com/office/drawing/2014/main" id="{9A1D9870-309C-453D-8661-CDD68D2ADEF2}"/>
              </a:ext>
            </a:extLst>
          </p:cNvPr>
          <p:cNvSpPr>
            <a:spLocks noGrp="1"/>
          </p:cNvSpPr>
          <p:nvPr>
            <p:ph type="sldNum" sz="quarter" idx="12"/>
          </p:nvPr>
        </p:nvSpPr>
        <p:spPr/>
        <p:txBody>
          <a:bodyPr/>
          <a:lstStyle>
            <a:lvl1pPr>
              <a:defRPr/>
            </a:lvl1pPr>
          </a:lstStyle>
          <a:p>
            <a:fld id="{3995B2DC-FC59-4EA6-AAE1-679F094BE509}" type="slidenum">
              <a:rPr lang="en-US" altLang="zh-CN"/>
              <a:pPr/>
              <a:t>‹#›</a:t>
            </a:fld>
            <a:endParaRPr lang="en-US" altLang="zh-CN"/>
          </a:p>
        </p:txBody>
      </p:sp>
    </p:spTree>
    <p:extLst>
      <p:ext uri="{BB962C8B-B14F-4D97-AF65-F5344CB8AC3E}">
        <p14:creationId xmlns:p14="http://schemas.microsoft.com/office/powerpoint/2010/main" val="408463710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lang="zh-CN" altLang="en-US"/>
              <a:t>单击此处编辑母版标题样式</a:t>
            </a:r>
            <a:endParaRPr lang="en-US"/>
          </a:p>
        </p:txBody>
      </p:sp>
      <p:sp>
        <p:nvSpPr>
          <p:cNvPr id="3" name="文本占位符 2"/>
          <p:cNvSpPr>
            <a:spLocks noGrp="1"/>
          </p:cNvSpPr>
          <p:nvPr>
            <p:ph type="body" idx="1"/>
          </p:nvPr>
        </p:nvSpPr>
        <p:spPr>
          <a:xfrm>
            <a:off x="722313" y="3367088"/>
            <a:ext cx="7772400" cy="1509712"/>
          </a:xfrm>
        </p:spPr>
        <p:txBody>
          <a:bodyPr/>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a:t>单击此处编辑母版文本样式</a:t>
            </a:r>
          </a:p>
        </p:txBody>
      </p:sp>
      <p:sp>
        <p:nvSpPr>
          <p:cNvPr id="4" name="日期占位符 13">
            <a:extLst>
              <a:ext uri="{FF2B5EF4-FFF2-40B4-BE49-F238E27FC236}">
                <a16:creationId xmlns:a16="http://schemas.microsoft.com/office/drawing/2014/main" id="{8A04EE50-1DF1-4352-BA23-251F3882BE3F}"/>
              </a:ext>
            </a:extLst>
          </p:cNvPr>
          <p:cNvSpPr>
            <a:spLocks noGrp="1"/>
          </p:cNvSpPr>
          <p:nvPr>
            <p:ph type="dt" sz="half" idx="10"/>
          </p:nvPr>
        </p:nvSpPr>
        <p:spPr/>
        <p:txBody>
          <a:bodyPr/>
          <a:lstStyle>
            <a:lvl1pPr>
              <a:defRPr/>
            </a:lvl1pPr>
          </a:lstStyle>
          <a:p>
            <a:pPr>
              <a:defRPr/>
            </a:pPr>
            <a:endParaRPr lang="en-US" altLang="zh-CN"/>
          </a:p>
        </p:txBody>
      </p:sp>
      <p:sp>
        <p:nvSpPr>
          <p:cNvPr id="5" name="页脚占位符 2">
            <a:extLst>
              <a:ext uri="{FF2B5EF4-FFF2-40B4-BE49-F238E27FC236}">
                <a16:creationId xmlns:a16="http://schemas.microsoft.com/office/drawing/2014/main" id="{A0F6C5B1-1172-43AF-A506-3ED0F96B55FD}"/>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22">
            <a:extLst>
              <a:ext uri="{FF2B5EF4-FFF2-40B4-BE49-F238E27FC236}">
                <a16:creationId xmlns:a16="http://schemas.microsoft.com/office/drawing/2014/main" id="{A4341A48-5650-4A62-AD73-DD8396EA3BAF}"/>
              </a:ext>
            </a:extLst>
          </p:cNvPr>
          <p:cNvSpPr>
            <a:spLocks noGrp="1"/>
          </p:cNvSpPr>
          <p:nvPr>
            <p:ph type="sldNum" sz="quarter" idx="12"/>
          </p:nvPr>
        </p:nvSpPr>
        <p:spPr/>
        <p:txBody>
          <a:bodyPr/>
          <a:lstStyle>
            <a:lvl1pPr>
              <a:defRPr/>
            </a:lvl1pPr>
          </a:lstStyle>
          <a:p>
            <a:fld id="{422E7F1B-29F5-4F85-B9BE-565439393718}" type="slidenum">
              <a:rPr lang="en-US" altLang="zh-CN"/>
              <a:pPr/>
              <a:t>‹#›</a:t>
            </a:fld>
            <a:endParaRPr lang="en-US" altLang="zh-CN"/>
          </a:p>
        </p:txBody>
      </p:sp>
    </p:spTree>
    <p:extLst>
      <p:ext uri="{BB962C8B-B14F-4D97-AF65-F5344CB8AC3E}">
        <p14:creationId xmlns:p14="http://schemas.microsoft.com/office/powerpoint/2010/main" val="224834893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内容占位符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13">
            <a:extLst>
              <a:ext uri="{FF2B5EF4-FFF2-40B4-BE49-F238E27FC236}">
                <a16:creationId xmlns:a16="http://schemas.microsoft.com/office/drawing/2014/main" id="{D53C087E-5868-4855-B80B-E88DA19402F4}"/>
              </a:ext>
            </a:extLst>
          </p:cNvPr>
          <p:cNvSpPr>
            <a:spLocks noGrp="1"/>
          </p:cNvSpPr>
          <p:nvPr>
            <p:ph type="dt" sz="half" idx="10"/>
          </p:nvPr>
        </p:nvSpPr>
        <p:spPr/>
        <p:txBody>
          <a:bodyPr/>
          <a:lstStyle>
            <a:lvl1pPr>
              <a:defRPr/>
            </a:lvl1pPr>
          </a:lstStyle>
          <a:p>
            <a:pPr>
              <a:defRPr/>
            </a:pPr>
            <a:endParaRPr lang="en-US" altLang="zh-CN"/>
          </a:p>
        </p:txBody>
      </p:sp>
      <p:sp>
        <p:nvSpPr>
          <p:cNvPr id="6" name="页脚占位符 2">
            <a:extLst>
              <a:ext uri="{FF2B5EF4-FFF2-40B4-BE49-F238E27FC236}">
                <a16:creationId xmlns:a16="http://schemas.microsoft.com/office/drawing/2014/main" id="{B3F865BC-FC73-4045-9A25-0C32701CD7CA}"/>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22">
            <a:extLst>
              <a:ext uri="{FF2B5EF4-FFF2-40B4-BE49-F238E27FC236}">
                <a16:creationId xmlns:a16="http://schemas.microsoft.com/office/drawing/2014/main" id="{17186373-37F6-4967-9BC1-49C2FB34E2E5}"/>
              </a:ext>
            </a:extLst>
          </p:cNvPr>
          <p:cNvSpPr>
            <a:spLocks noGrp="1"/>
          </p:cNvSpPr>
          <p:nvPr>
            <p:ph type="sldNum" sz="quarter" idx="12"/>
          </p:nvPr>
        </p:nvSpPr>
        <p:spPr/>
        <p:txBody>
          <a:bodyPr/>
          <a:lstStyle>
            <a:lvl1pPr>
              <a:defRPr/>
            </a:lvl1pPr>
          </a:lstStyle>
          <a:p>
            <a:fld id="{5049F1A0-405B-4A74-8334-1614D16739A5}" type="slidenum">
              <a:rPr lang="en-US" altLang="zh-CN"/>
              <a:pPr/>
              <a:t>‹#›</a:t>
            </a:fld>
            <a:endParaRPr lang="en-US" altLang="zh-CN"/>
          </a:p>
        </p:txBody>
      </p:sp>
    </p:spTree>
    <p:extLst>
      <p:ext uri="{BB962C8B-B14F-4D97-AF65-F5344CB8AC3E}">
        <p14:creationId xmlns:p14="http://schemas.microsoft.com/office/powerpoint/2010/main" val="282034815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381000" y="1143000"/>
            <a:ext cx="8382000" cy="1069848"/>
          </a:xfrm>
        </p:spPr>
        <p:txBody>
          <a:bodyPr/>
          <a:lstStyle>
            <a:lvl1pPr>
              <a:defRPr sz="4000" b="0" i="0" cap="none" baseline="0"/>
            </a:lvl1pPr>
          </a:lstStyle>
          <a:p>
            <a:r>
              <a:rPr lang="zh-CN" altLang="en-US"/>
              <a:t>单击此处编辑母版标题样式</a:t>
            </a:r>
            <a:endParaRPr lang="en-US"/>
          </a:p>
        </p:txBody>
      </p:sp>
      <p:sp>
        <p:nvSpPr>
          <p:cNvPr id="3" name="文本占位符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p>
        </p:txBody>
      </p:sp>
      <p:sp>
        <p:nvSpPr>
          <p:cNvPr id="4" name="文本占位符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p>
        </p:txBody>
      </p:sp>
      <p:sp>
        <p:nvSpPr>
          <p:cNvPr id="5" name="内容占位符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内容占位符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日期占位符 25">
            <a:extLst>
              <a:ext uri="{FF2B5EF4-FFF2-40B4-BE49-F238E27FC236}">
                <a16:creationId xmlns:a16="http://schemas.microsoft.com/office/drawing/2014/main" id="{ACA7D7A8-B732-4C5B-BA05-1E761208464C}"/>
              </a:ext>
            </a:extLst>
          </p:cNvPr>
          <p:cNvSpPr>
            <a:spLocks noGrp="1"/>
          </p:cNvSpPr>
          <p:nvPr>
            <p:ph type="dt" sz="half" idx="10"/>
          </p:nvPr>
        </p:nvSpPr>
        <p:spPr/>
        <p:txBody>
          <a:bodyPr rtlCol="0"/>
          <a:lstStyle>
            <a:lvl1pPr>
              <a:defRPr/>
            </a:lvl1pPr>
          </a:lstStyle>
          <a:p>
            <a:pPr>
              <a:defRPr/>
            </a:pPr>
            <a:endParaRPr lang="en-US" altLang="zh-CN"/>
          </a:p>
        </p:txBody>
      </p:sp>
      <p:sp>
        <p:nvSpPr>
          <p:cNvPr id="8" name="灯片编号占位符 26">
            <a:extLst>
              <a:ext uri="{FF2B5EF4-FFF2-40B4-BE49-F238E27FC236}">
                <a16:creationId xmlns:a16="http://schemas.microsoft.com/office/drawing/2014/main" id="{11784498-396B-41E9-AE1D-0D012C558A7F}"/>
              </a:ext>
            </a:extLst>
          </p:cNvPr>
          <p:cNvSpPr>
            <a:spLocks noGrp="1"/>
          </p:cNvSpPr>
          <p:nvPr>
            <p:ph type="sldNum" sz="quarter" idx="11"/>
          </p:nvPr>
        </p:nvSpPr>
        <p:spPr/>
        <p:txBody>
          <a:bodyPr/>
          <a:lstStyle>
            <a:lvl1pPr>
              <a:defRPr/>
            </a:lvl1pPr>
          </a:lstStyle>
          <a:p>
            <a:fld id="{B8FCD69D-A4B4-4D45-8AEC-96591D4A8919}" type="slidenum">
              <a:rPr lang="en-US" altLang="zh-CN"/>
              <a:pPr/>
              <a:t>‹#›</a:t>
            </a:fld>
            <a:endParaRPr lang="en-US" altLang="zh-CN"/>
          </a:p>
        </p:txBody>
      </p:sp>
      <p:sp>
        <p:nvSpPr>
          <p:cNvPr id="9" name="页脚占位符 27">
            <a:extLst>
              <a:ext uri="{FF2B5EF4-FFF2-40B4-BE49-F238E27FC236}">
                <a16:creationId xmlns:a16="http://schemas.microsoft.com/office/drawing/2014/main" id="{F7BC33D3-1912-45EF-BC6C-31AD2D8F5A3B}"/>
              </a:ext>
            </a:extLst>
          </p:cNvPr>
          <p:cNvSpPr>
            <a:spLocks noGrp="1"/>
          </p:cNvSpPr>
          <p:nvPr>
            <p:ph type="ftr" sz="quarter" idx="12"/>
          </p:nvPr>
        </p:nvSpPr>
        <p:spPr/>
        <p:txBody>
          <a:bodyPr rtlCol="0"/>
          <a:lstStyle>
            <a:lvl1pPr>
              <a:defRPr/>
            </a:lvl1pPr>
          </a:lstStyle>
          <a:p>
            <a:pPr>
              <a:defRPr/>
            </a:pPr>
            <a:endParaRPr lang="en-US" altLang="zh-CN"/>
          </a:p>
        </p:txBody>
      </p:sp>
    </p:spTree>
    <p:extLst>
      <p:ext uri="{BB962C8B-B14F-4D97-AF65-F5344CB8AC3E}">
        <p14:creationId xmlns:p14="http://schemas.microsoft.com/office/powerpoint/2010/main" val="220226517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1143000"/>
            <a:ext cx="8229600" cy="1069848"/>
          </a:xfrm>
        </p:spPr>
        <p:txBody>
          <a:bodyPr/>
          <a:lstStyle>
            <a:lvl1pPr>
              <a:defRPr sz="4000">
                <a:solidFill>
                  <a:schemeClr val="tx2"/>
                </a:solidFill>
              </a:defRPr>
            </a:lvl1pPr>
          </a:lstStyle>
          <a:p>
            <a:r>
              <a:rPr lang="zh-CN" altLang="en-US"/>
              <a:t>单击此处编辑母版标题样式</a:t>
            </a:r>
            <a:endParaRPr lang="en-US"/>
          </a:p>
        </p:txBody>
      </p:sp>
      <p:sp>
        <p:nvSpPr>
          <p:cNvPr id="3" name="日期占位符 2">
            <a:extLst>
              <a:ext uri="{FF2B5EF4-FFF2-40B4-BE49-F238E27FC236}">
                <a16:creationId xmlns:a16="http://schemas.microsoft.com/office/drawing/2014/main" id="{93F4F66C-B5F6-46F9-A58E-2A3FF21A7B6D}"/>
              </a:ext>
            </a:extLst>
          </p:cNvPr>
          <p:cNvSpPr>
            <a:spLocks noGrp="1"/>
          </p:cNvSpPr>
          <p:nvPr>
            <p:ph type="dt" sz="half" idx="10"/>
          </p:nvPr>
        </p:nvSpPr>
        <p:spPr>
          <a:xfrm>
            <a:off x="6583363" y="612775"/>
            <a:ext cx="957262" cy="457200"/>
          </a:xfrm>
        </p:spPr>
        <p:txBody>
          <a:bodyPr/>
          <a:lstStyle>
            <a:lvl1pPr>
              <a:defRPr/>
            </a:lvl1pPr>
          </a:lstStyle>
          <a:p>
            <a:pPr>
              <a:defRPr/>
            </a:pPr>
            <a:endParaRPr lang="en-US" altLang="zh-CN"/>
          </a:p>
        </p:txBody>
      </p:sp>
      <p:sp>
        <p:nvSpPr>
          <p:cNvPr id="4" name="页脚占位符 3">
            <a:extLst>
              <a:ext uri="{FF2B5EF4-FFF2-40B4-BE49-F238E27FC236}">
                <a16:creationId xmlns:a16="http://schemas.microsoft.com/office/drawing/2014/main" id="{EC577CE8-D120-4076-BEDA-08AB4A9EF26E}"/>
              </a:ext>
            </a:extLst>
          </p:cNvPr>
          <p:cNvSpPr>
            <a:spLocks noGrp="1"/>
          </p:cNvSpPr>
          <p:nvPr>
            <p:ph type="ftr" sz="quarter" idx="11"/>
          </p:nvPr>
        </p:nvSpPr>
        <p:spPr/>
        <p:txBody>
          <a:bodyPr/>
          <a:lstStyle>
            <a:lvl1pPr>
              <a:defRPr/>
            </a:lvl1pPr>
          </a:lstStyle>
          <a:p>
            <a:pPr>
              <a:defRPr/>
            </a:pPr>
            <a:endParaRPr lang="en-US" altLang="zh-CN"/>
          </a:p>
        </p:txBody>
      </p:sp>
      <p:sp>
        <p:nvSpPr>
          <p:cNvPr id="5" name="灯片编号占位符 4">
            <a:extLst>
              <a:ext uri="{FF2B5EF4-FFF2-40B4-BE49-F238E27FC236}">
                <a16:creationId xmlns:a16="http://schemas.microsoft.com/office/drawing/2014/main" id="{A961AE75-94F5-4322-BE4F-C75DE33345AC}"/>
              </a:ext>
            </a:extLst>
          </p:cNvPr>
          <p:cNvSpPr>
            <a:spLocks noGrp="1"/>
          </p:cNvSpPr>
          <p:nvPr>
            <p:ph type="sldNum" sz="quarter" idx="12"/>
          </p:nvPr>
        </p:nvSpPr>
        <p:spPr/>
        <p:txBody>
          <a:bodyPr/>
          <a:lstStyle>
            <a:lvl1pPr>
              <a:defRPr/>
            </a:lvl1pPr>
          </a:lstStyle>
          <a:p>
            <a:fld id="{B5F1CA0B-0855-4A4C-9BEB-A7276500C8D3}" type="slidenum">
              <a:rPr lang="en-US" altLang="zh-CN"/>
              <a:pPr/>
              <a:t>‹#›</a:t>
            </a:fld>
            <a:endParaRPr lang="en-US" altLang="zh-CN"/>
          </a:p>
        </p:txBody>
      </p:sp>
    </p:spTree>
    <p:extLst>
      <p:ext uri="{BB962C8B-B14F-4D97-AF65-F5344CB8AC3E}">
        <p14:creationId xmlns:p14="http://schemas.microsoft.com/office/powerpoint/2010/main" val="32917908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3">
            <a:extLst>
              <a:ext uri="{FF2B5EF4-FFF2-40B4-BE49-F238E27FC236}">
                <a16:creationId xmlns:a16="http://schemas.microsoft.com/office/drawing/2014/main" id="{DE0D4197-AF4F-4CCC-B3ED-B16213D60D6B}"/>
              </a:ext>
            </a:extLst>
          </p:cNvPr>
          <p:cNvSpPr>
            <a:spLocks noGrp="1"/>
          </p:cNvSpPr>
          <p:nvPr>
            <p:ph type="dt" sz="half" idx="10"/>
          </p:nvPr>
        </p:nvSpPr>
        <p:spPr/>
        <p:txBody>
          <a:bodyPr/>
          <a:lstStyle>
            <a:lvl1pPr>
              <a:defRPr/>
            </a:lvl1pPr>
          </a:lstStyle>
          <a:p>
            <a:pPr>
              <a:defRPr/>
            </a:pPr>
            <a:endParaRPr lang="en-US" altLang="zh-CN"/>
          </a:p>
        </p:txBody>
      </p:sp>
      <p:sp>
        <p:nvSpPr>
          <p:cNvPr id="3" name="页脚占位符 2">
            <a:extLst>
              <a:ext uri="{FF2B5EF4-FFF2-40B4-BE49-F238E27FC236}">
                <a16:creationId xmlns:a16="http://schemas.microsoft.com/office/drawing/2014/main" id="{B73D4413-BB40-403F-A422-8FD16F383965}"/>
              </a:ext>
            </a:extLst>
          </p:cNvPr>
          <p:cNvSpPr>
            <a:spLocks noGrp="1"/>
          </p:cNvSpPr>
          <p:nvPr>
            <p:ph type="ftr" sz="quarter" idx="11"/>
          </p:nvPr>
        </p:nvSpPr>
        <p:spPr/>
        <p:txBody>
          <a:bodyPr/>
          <a:lstStyle>
            <a:lvl1pPr>
              <a:defRPr/>
            </a:lvl1pPr>
          </a:lstStyle>
          <a:p>
            <a:pPr>
              <a:defRPr/>
            </a:pPr>
            <a:endParaRPr lang="en-US" altLang="zh-CN"/>
          </a:p>
        </p:txBody>
      </p:sp>
      <p:sp>
        <p:nvSpPr>
          <p:cNvPr id="4" name="灯片编号占位符 22">
            <a:extLst>
              <a:ext uri="{FF2B5EF4-FFF2-40B4-BE49-F238E27FC236}">
                <a16:creationId xmlns:a16="http://schemas.microsoft.com/office/drawing/2014/main" id="{C84B5F2D-E114-49DC-9B3E-B0A64A40E548}"/>
              </a:ext>
            </a:extLst>
          </p:cNvPr>
          <p:cNvSpPr>
            <a:spLocks noGrp="1"/>
          </p:cNvSpPr>
          <p:nvPr>
            <p:ph type="sldNum" sz="quarter" idx="12"/>
          </p:nvPr>
        </p:nvSpPr>
        <p:spPr/>
        <p:txBody>
          <a:bodyPr/>
          <a:lstStyle>
            <a:lvl1pPr>
              <a:defRPr/>
            </a:lvl1pPr>
          </a:lstStyle>
          <a:p>
            <a:fld id="{96138F5F-FDF8-49E5-907A-C5306B4C01B7}" type="slidenum">
              <a:rPr lang="en-US" altLang="zh-CN"/>
              <a:pPr/>
              <a:t>‹#›</a:t>
            </a:fld>
            <a:endParaRPr lang="en-US" altLang="zh-CN"/>
          </a:p>
        </p:txBody>
      </p:sp>
    </p:spTree>
    <p:extLst>
      <p:ext uri="{BB962C8B-B14F-4D97-AF65-F5344CB8AC3E}">
        <p14:creationId xmlns:p14="http://schemas.microsoft.com/office/powerpoint/2010/main" val="336443645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5353496" y="1101970"/>
            <a:ext cx="3383280" cy="877824"/>
          </a:xfrm>
        </p:spPr>
        <p:txBody>
          <a:bodyPr anchor="b"/>
          <a:lstStyle>
            <a:lvl1pPr algn="l">
              <a:buNone/>
              <a:defRPr sz="1800" b="1"/>
            </a:lvl1pPr>
          </a:lstStyle>
          <a:p>
            <a:r>
              <a:rPr lang="zh-CN" altLang="en-US"/>
              <a:t>单击此处编辑母版标题样式</a:t>
            </a:r>
            <a:endParaRPr lang="en-US"/>
          </a:p>
        </p:txBody>
      </p:sp>
      <p:sp>
        <p:nvSpPr>
          <p:cNvPr id="3" name="文本占位符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a:r>
              <a:rPr lang="zh-CN" altLang="en-US"/>
              <a:t>单击此处编辑母版文本样式</a:t>
            </a:r>
          </a:p>
        </p:txBody>
      </p:sp>
      <p:sp>
        <p:nvSpPr>
          <p:cNvPr id="4" name="内容占位符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13">
            <a:extLst>
              <a:ext uri="{FF2B5EF4-FFF2-40B4-BE49-F238E27FC236}">
                <a16:creationId xmlns:a16="http://schemas.microsoft.com/office/drawing/2014/main" id="{417CB4EA-064C-42F6-BE89-43467122A073}"/>
              </a:ext>
            </a:extLst>
          </p:cNvPr>
          <p:cNvSpPr>
            <a:spLocks noGrp="1"/>
          </p:cNvSpPr>
          <p:nvPr>
            <p:ph type="dt" sz="half" idx="10"/>
          </p:nvPr>
        </p:nvSpPr>
        <p:spPr/>
        <p:txBody>
          <a:bodyPr/>
          <a:lstStyle>
            <a:lvl1pPr>
              <a:defRPr/>
            </a:lvl1pPr>
          </a:lstStyle>
          <a:p>
            <a:pPr>
              <a:defRPr/>
            </a:pPr>
            <a:endParaRPr lang="en-US" altLang="zh-CN"/>
          </a:p>
        </p:txBody>
      </p:sp>
      <p:sp>
        <p:nvSpPr>
          <p:cNvPr id="6" name="页脚占位符 2">
            <a:extLst>
              <a:ext uri="{FF2B5EF4-FFF2-40B4-BE49-F238E27FC236}">
                <a16:creationId xmlns:a16="http://schemas.microsoft.com/office/drawing/2014/main" id="{D3D9FCD8-A846-47A9-92C9-9873C9F1F08E}"/>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22">
            <a:extLst>
              <a:ext uri="{FF2B5EF4-FFF2-40B4-BE49-F238E27FC236}">
                <a16:creationId xmlns:a16="http://schemas.microsoft.com/office/drawing/2014/main" id="{385D720C-8F62-4248-AC44-9E963F68D270}"/>
              </a:ext>
            </a:extLst>
          </p:cNvPr>
          <p:cNvSpPr>
            <a:spLocks noGrp="1"/>
          </p:cNvSpPr>
          <p:nvPr>
            <p:ph type="sldNum" sz="quarter" idx="12"/>
          </p:nvPr>
        </p:nvSpPr>
        <p:spPr/>
        <p:txBody>
          <a:bodyPr/>
          <a:lstStyle>
            <a:lvl1pPr>
              <a:defRPr/>
            </a:lvl1pPr>
          </a:lstStyle>
          <a:p>
            <a:fld id="{2DE91D59-2E17-4072-B869-05771E6060BE}" type="slidenum">
              <a:rPr lang="en-US" altLang="zh-CN"/>
              <a:pPr/>
              <a:t>‹#›</a:t>
            </a:fld>
            <a:endParaRPr lang="en-US" altLang="zh-CN"/>
          </a:p>
        </p:txBody>
      </p:sp>
    </p:spTree>
    <p:extLst>
      <p:ext uri="{BB962C8B-B14F-4D97-AF65-F5344CB8AC3E}">
        <p14:creationId xmlns:p14="http://schemas.microsoft.com/office/powerpoint/2010/main" val="301050592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lang="zh-CN" altLang="en-US"/>
              <a:t>单击此处编辑母版标题样式</a:t>
            </a:r>
            <a:endParaRPr lang="en-US"/>
          </a:p>
        </p:txBody>
      </p:sp>
      <p:sp>
        <p:nvSpPr>
          <p:cNvPr id="3" name="图片占位符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normAutofit/>
          </a:bodyPr>
          <a:lstStyle>
            <a:lvl1pPr marL="0" indent="0">
              <a:buNone/>
              <a:defRPr sz="3200"/>
            </a:lvl1pPr>
          </a:lstStyle>
          <a:p>
            <a:pPr lvl="0"/>
            <a:r>
              <a:rPr lang="zh-CN" altLang="en-US" noProof="0"/>
              <a:t>单击图标添加图片</a:t>
            </a:r>
            <a:endParaRPr lang="en-US" noProof="0" dirty="0"/>
          </a:p>
        </p:txBody>
      </p:sp>
      <p:sp>
        <p:nvSpPr>
          <p:cNvPr id="4" name="文本占位符 3"/>
          <p:cNvSpPr>
            <a:spLocks noGrp="1"/>
          </p:cNvSpPr>
          <p:nvPr>
            <p:ph type="body" sz="half" idx="2"/>
          </p:nvPr>
        </p:nvSpPr>
        <p:spPr>
          <a:xfrm>
            <a:off x="6088443" y="3274308"/>
            <a:ext cx="2590800" cy="2516489"/>
          </a:xfrm>
        </p:spPr>
        <p:txBody>
          <a:bodyPr lIns="0" tIns="0" rIns="45720"/>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a:r>
              <a:rPr lang="zh-CN" altLang="en-US"/>
              <a:t>单击此处编辑母版文本样式</a:t>
            </a:r>
          </a:p>
        </p:txBody>
      </p:sp>
      <p:sp>
        <p:nvSpPr>
          <p:cNvPr id="5" name="日期占位符 13">
            <a:extLst>
              <a:ext uri="{FF2B5EF4-FFF2-40B4-BE49-F238E27FC236}">
                <a16:creationId xmlns:a16="http://schemas.microsoft.com/office/drawing/2014/main" id="{3B3AED75-3A22-4E64-965A-2F99E5582AD9}"/>
              </a:ext>
            </a:extLst>
          </p:cNvPr>
          <p:cNvSpPr>
            <a:spLocks noGrp="1"/>
          </p:cNvSpPr>
          <p:nvPr>
            <p:ph type="dt" sz="half" idx="10"/>
          </p:nvPr>
        </p:nvSpPr>
        <p:spPr/>
        <p:txBody>
          <a:bodyPr/>
          <a:lstStyle>
            <a:lvl1pPr>
              <a:defRPr/>
            </a:lvl1pPr>
          </a:lstStyle>
          <a:p>
            <a:pPr>
              <a:defRPr/>
            </a:pPr>
            <a:endParaRPr lang="en-US" altLang="zh-CN"/>
          </a:p>
        </p:txBody>
      </p:sp>
      <p:sp>
        <p:nvSpPr>
          <p:cNvPr id="6" name="页脚占位符 2">
            <a:extLst>
              <a:ext uri="{FF2B5EF4-FFF2-40B4-BE49-F238E27FC236}">
                <a16:creationId xmlns:a16="http://schemas.microsoft.com/office/drawing/2014/main" id="{8BFC72C3-3377-4585-B3ED-9A1263D62A1B}"/>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22">
            <a:extLst>
              <a:ext uri="{FF2B5EF4-FFF2-40B4-BE49-F238E27FC236}">
                <a16:creationId xmlns:a16="http://schemas.microsoft.com/office/drawing/2014/main" id="{0FF9C3A7-51EE-43DB-8D99-BDEB40D6771E}"/>
              </a:ext>
            </a:extLst>
          </p:cNvPr>
          <p:cNvSpPr>
            <a:spLocks noGrp="1"/>
          </p:cNvSpPr>
          <p:nvPr>
            <p:ph type="sldNum" sz="quarter" idx="12"/>
          </p:nvPr>
        </p:nvSpPr>
        <p:spPr/>
        <p:txBody>
          <a:bodyPr/>
          <a:lstStyle>
            <a:lvl1pPr>
              <a:defRPr/>
            </a:lvl1pPr>
          </a:lstStyle>
          <a:p>
            <a:fld id="{45877726-CCB7-428E-B652-4FDBA26573B7}" type="slidenum">
              <a:rPr lang="en-US" altLang="zh-CN"/>
              <a:pPr/>
              <a:t>‹#›</a:t>
            </a:fld>
            <a:endParaRPr lang="en-US" altLang="zh-CN"/>
          </a:p>
        </p:txBody>
      </p:sp>
    </p:spTree>
    <p:extLst>
      <p:ext uri="{BB962C8B-B14F-4D97-AF65-F5344CB8AC3E}">
        <p14:creationId xmlns:p14="http://schemas.microsoft.com/office/powerpoint/2010/main" val="324797147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13">
            <a:extLst>
              <a:ext uri="{FF2B5EF4-FFF2-40B4-BE49-F238E27FC236}">
                <a16:creationId xmlns:a16="http://schemas.microsoft.com/office/drawing/2014/main" id="{BC77098B-FE0F-4002-B494-3FC02D2F5DB8}"/>
              </a:ext>
            </a:extLst>
          </p:cNvPr>
          <p:cNvSpPr>
            <a:spLocks noGrp="1"/>
          </p:cNvSpPr>
          <p:nvPr>
            <p:ph type="dt" sz="half" idx="10"/>
          </p:nvPr>
        </p:nvSpPr>
        <p:spPr/>
        <p:txBody>
          <a:bodyPr/>
          <a:lstStyle>
            <a:lvl1pPr>
              <a:defRPr/>
            </a:lvl1pPr>
          </a:lstStyle>
          <a:p>
            <a:pPr>
              <a:defRPr/>
            </a:pPr>
            <a:endParaRPr lang="en-US" altLang="zh-CN"/>
          </a:p>
        </p:txBody>
      </p:sp>
      <p:sp>
        <p:nvSpPr>
          <p:cNvPr id="5" name="页脚占位符 2">
            <a:extLst>
              <a:ext uri="{FF2B5EF4-FFF2-40B4-BE49-F238E27FC236}">
                <a16:creationId xmlns:a16="http://schemas.microsoft.com/office/drawing/2014/main" id="{EBA84FE8-C2DB-4ABE-A2D7-EFD2A9C14735}"/>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22">
            <a:extLst>
              <a:ext uri="{FF2B5EF4-FFF2-40B4-BE49-F238E27FC236}">
                <a16:creationId xmlns:a16="http://schemas.microsoft.com/office/drawing/2014/main" id="{64E55206-7541-4F34-BCF6-6C3BA749386E}"/>
              </a:ext>
            </a:extLst>
          </p:cNvPr>
          <p:cNvSpPr>
            <a:spLocks noGrp="1"/>
          </p:cNvSpPr>
          <p:nvPr>
            <p:ph type="sldNum" sz="quarter" idx="12"/>
          </p:nvPr>
        </p:nvSpPr>
        <p:spPr/>
        <p:txBody>
          <a:bodyPr/>
          <a:lstStyle>
            <a:lvl1pPr>
              <a:defRPr/>
            </a:lvl1pPr>
          </a:lstStyle>
          <a:p>
            <a:fld id="{3C05CCE1-00F4-4F8C-9D3C-AEB87F3AE77B}" type="slidenum">
              <a:rPr lang="en-US" altLang="zh-CN"/>
              <a:pPr/>
              <a:t>‹#›</a:t>
            </a:fld>
            <a:endParaRPr lang="en-US" altLang="zh-CN"/>
          </a:p>
        </p:txBody>
      </p:sp>
    </p:spTree>
    <p:extLst>
      <p:ext uri="{BB962C8B-B14F-4D97-AF65-F5344CB8AC3E}">
        <p14:creationId xmlns:p14="http://schemas.microsoft.com/office/powerpoint/2010/main" val="175059934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81800" y="1143000"/>
            <a:ext cx="1905000" cy="5486400"/>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457200" y="1143000"/>
            <a:ext cx="62484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13">
            <a:extLst>
              <a:ext uri="{FF2B5EF4-FFF2-40B4-BE49-F238E27FC236}">
                <a16:creationId xmlns:a16="http://schemas.microsoft.com/office/drawing/2014/main" id="{6F94D166-FC5E-4DAA-8A05-5C654B98905B}"/>
              </a:ext>
            </a:extLst>
          </p:cNvPr>
          <p:cNvSpPr>
            <a:spLocks noGrp="1"/>
          </p:cNvSpPr>
          <p:nvPr>
            <p:ph type="dt" sz="half" idx="10"/>
          </p:nvPr>
        </p:nvSpPr>
        <p:spPr/>
        <p:txBody>
          <a:bodyPr/>
          <a:lstStyle>
            <a:lvl1pPr>
              <a:defRPr/>
            </a:lvl1pPr>
          </a:lstStyle>
          <a:p>
            <a:pPr>
              <a:defRPr/>
            </a:pPr>
            <a:endParaRPr lang="en-US" altLang="zh-CN"/>
          </a:p>
        </p:txBody>
      </p:sp>
      <p:sp>
        <p:nvSpPr>
          <p:cNvPr id="5" name="页脚占位符 2">
            <a:extLst>
              <a:ext uri="{FF2B5EF4-FFF2-40B4-BE49-F238E27FC236}">
                <a16:creationId xmlns:a16="http://schemas.microsoft.com/office/drawing/2014/main" id="{7EA2819A-46E3-4CE2-9B85-32976FC884DE}"/>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22">
            <a:extLst>
              <a:ext uri="{FF2B5EF4-FFF2-40B4-BE49-F238E27FC236}">
                <a16:creationId xmlns:a16="http://schemas.microsoft.com/office/drawing/2014/main" id="{E99C688A-EAEE-499C-8EC4-414E4D0D2E3E}"/>
              </a:ext>
            </a:extLst>
          </p:cNvPr>
          <p:cNvSpPr>
            <a:spLocks noGrp="1"/>
          </p:cNvSpPr>
          <p:nvPr>
            <p:ph type="sldNum" sz="quarter" idx="12"/>
          </p:nvPr>
        </p:nvSpPr>
        <p:spPr/>
        <p:txBody>
          <a:bodyPr/>
          <a:lstStyle>
            <a:lvl1pPr>
              <a:defRPr/>
            </a:lvl1pPr>
          </a:lstStyle>
          <a:p>
            <a:fld id="{3990B3F3-9703-48C8-923B-1C4BF5D8DC3A}" type="slidenum">
              <a:rPr lang="en-US" altLang="zh-CN"/>
              <a:pPr/>
              <a:t>‹#›</a:t>
            </a:fld>
            <a:endParaRPr lang="en-US" altLang="zh-CN"/>
          </a:p>
        </p:txBody>
      </p:sp>
    </p:spTree>
    <p:extLst>
      <p:ext uri="{BB962C8B-B14F-4D97-AF65-F5344CB8AC3E}">
        <p14:creationId xmlns:p14="http://schemas.microsoft.com/office/powerpoint/2010/main" val="17380925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4.jpe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7" name="任意多边形 6">
            <a:extLst>
              <a:ext uri="{FF2B5EF4-FFF2-40B4-BE49-F238E27FC236}">
                <a16:creationId xmlns:a16="http://schemas.microsoft.com/office/drawing/2014/main" id="{F23FB655-6C3D-43CC-8BAA-B0DA1D313CB3}"/>
              </a:ext>
            </a:extLst>
          </p:cNvPr>
          <p:cNvSpPr>
            <a:spLocks/>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eaLnBrk="1" hangingPunct="1">
              <a:lnSpc>
                <a:spcPct val="70000"/>
              </a:lnSpc>
              <a:defRPr/>
            </a:pPr>
            <a:endParaRPr kumimoji="0" lang="en-US">
              <a:solidFill>
                <a:schemeClr val="tx1"/>
              </a:solidFill>
              <a:latin typeface="+mn-lt"/>
              <a:ea typeface="+mn-ea"/>
            </a:endParaRPr>
          </a:p>
        </p:txBody>
      </p:sp>
      <p:sp>
        <p:nvSpPr>
          <p:cNvPr id="8" name="任意多边形 7">
            <a:extLst>
              <a:ext uri="{FF2B5EF4-FFF2-40B4-BE49-F238E27FC236}">
                <a16:creationId xmlns:a16="http://schemas.microsoft.com/office/drawing/2014/main" id="{9504A026-71F1-4354-9142-BF06776EAF7F}"/>
              </a:ext>
            </a:extLst>
          </p:cNvPr>
          <p:cNvSpPr>
            <a:spLocks/>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eaLnBrk="1" hangingPunct="1">
              <a:lnSpc>
                <a:spcPct val="70000"/>
              </a:lnSpc>
              <a:defRPr/>
            </a:pPr>
            <a:endParaRPr kumimoji="0" lang="en-US">
              <a:solidFill>
                <a:schemeClr val="tx1"/>
              </a:solidFill>
              <a:latin typeface="+mn-lt"/>
              <a:ea typeface="+mn-ea"/>
            </a:endParaRPr>
          </a:p>
        </p:txBody>
      </p:sp>
      <p:sp>
        <p:nvSpPr>
          <p:cNvPr id="1028" name="标题占位符 8">
            <a:extLst>
              <a:ext uri="{FF2B5EF4-FFF2-40B4-BE49-F238E27FC236}">
                <a16:creationId xmlns:a16="http://schemas.microsoft.com/office/drawing/2014/main" id="{2A957419-1A4A-4938-85AE-BD5E72D79367}"/>
              </a:ext>
            </a:extLst>
          </p:cNvPr>
          <p:cNvSpPr>
            <a:spLocks noGrp="1"/>
          </p:cNvSpPr>
          <p:nvPr>
            <p:ph type="title"/>
          </p:nvPr>
        </p:nvSpPr>
        <p:spPr bwMode="auto">
          <a:xfrm>
            <a:off x="457200" y="70485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0" numCol="1" anchor="b" anchorCtr="0" compatLnSpc="1">
            <a:prstTxWarp prst="textNoShape">
              <a:avLst/>
            </a:prstTxWarp>
          </a:bodyPr>
          <a:lstStyle/>
          <a:p>
            <a:pPr lvl="0"/>
            <a:r>
              <a:rPr lang="zh-CN" altLang="en-US"/>
              <a:t>单击此处编辑母版标题样式</a:t>
            </a:r>
            <a:endParaRPr lang="en-US" altLang="zh-CN"/>
          </a:p>
        </p:txBody>
      </p:sp>
      <p:sp>
        <p:nvSpPr>
          <p:cNvPr id="1029" name="文本占位符 29">
            <a:extLst>
              <a:ext uri="{FF2B5EF4-FFF2-40B4-BE49-F238E27FC236}">
                <a16:creationId xmlns:a16="http://schemas.microsoft.com/office/drawing/2014/main" id="{7F63B693-AD6A-4872-98A5-677FDD0C9F9E}"/>
              </a:ext>
            </a:extLst>
          </p:cNvPr>
          <p:cNvSpPr>
            <a:spLocks noGrp="1"/>
          </p:cNvSpPr>
          <p:nvPr>
            <p:ph type="body" idx="1"/>
          </p:nvPr>
        </p:nvSpPr>
        <p:spPr bwMode="auto">
          <a:xfrm>
            <a:off x="457200" y="1935163"/>
            <a:ext cx="8229600" cy="438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10" name="日期占位符 9">
            <a:extLst>
              <a:ext uri="{FF2B5EF4-FFF2-40B4-BE49-F238E27FC236}">
                <a16:creationId xmlns:a16="http://schemas.microsoft.com/office/drawing/2014/main" id="{D61623A5-DD26-4357-9CC8-6B02A507E09E}"/>
              </a:ext>
            </a:extLst>
          </p:cNvPr>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lnSpc>
                <a:spcPct val="70000"/>
              </a:lnSpc>
              <a:defRPr kumimoji="0" sz="1200">
                <a:solidFill>
                  <a:schemeClr val="tx2">
                    <a:shade val="90000"/>
                  </a:schemeClr>
                </a:solidFill>
              </a:defRPr>
            </a:lvl1pPr>
          </a:lstStyle>
          <a:p>
            <a:pPr>
              <a:defRPr/>
            </a:pPr>
            <a:fld id="{054E2204-0E23-4152-9E8F-1D2B0716C429}" type="datetime1">
              <a:rPr lang="zh-CN" altLang="en-US"/>
              <a:pPr>
                <a:defRPr/>
              </a:pPr>
              <a:t>2025/11/6</a:t>
            </a:fld>
            <a:endParaRPr lang="en-US" altLang="zh-CN"/>
          </a:p>
        </p:txBody>
      </p:sp>
      <p:sp>
        <p:nvSpPr>
          <p:cNvPr id="22" name="页脚占位符 21">
            <a:extLst>
              <a:ext uri="{FF2B5EF4-FFF2-40B4-BE49-F238E27FC236}">
                <a16:creationId xmlns:a16="http://schemas.microsoft.com/office/drawing/2014/main" id="{FA9B23AF-499A-4459-B607-4CC7F7EBABD9}"/>
              </a:ext>
            </a:extLst>
          </p:cNvPr>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lnSpc>
                <a:spcPct val="70000"/>
              </a:lnSpc>
              <a:defRPr kumimoji="0" sz="1200">
                <a:solidFill>
                  <a:schemeClr val="tx2">
                    <a:shade val="90000"/>
                  </a:schemeClr>
                </a:solidFill>
              </a:defRPr>
            </a:lvl1pPr>
          </a:lstStyle>
          <a:p>
            <a:pPr>
              <a:defRPr/>
            </a:pPr>
            <a:endParaRPr lang="en-US" altLang="zh-CN"/>
          </a:p>
        </p:txBody>
      </p:sp>
      <p:sp>
        <p:nvSpPr>
          <p:cNvPr id="18" name="灯片编号占位符 17">
            <a:extLst>
              <a:ext uri="{FF2B5EF4-FFF2-40B4-BE49-F238E27FC236}">
                <a16:creationId xmlns:a16="http://schemas.microsoft.com/office/drawing/2014/main" id="{A79D1EDD-A069-4CE2-9DD2-526B57C93E52}"/>
              </a:ext>
            </a:extLst>
          </p:cNvPr>
          <p:cNvSpPr>
            <a:spLocks noGrp="1"/>
          </p:cNvSpPr>
          <p:nvPr>
            <p:ph type="sldNum" sz="quarter" idx="4"/>
          </p:nvPr>
        </p:nvSpPr>
        <p:spPr>
          <a:xfrm>
            <a:off x="7924800" y="6356350"/>
            <a:ext cx="762000" cy="365125"/>
          </a:xfrm>
          <a:prstGeom prst="rect">
            <a:avLst/>
          </a:prstGeom>
        </p:spPr>
        <p:txBody>
          <a:bodyPr vert="horz" wrap="square" lIns="0" tIns="0" rIns="0" bIns="0" numCol="1" anchor="b" anchorCtr="0" compatLnSpc="1">
            <a:prstTxWarp prst="textNoShape">
              <a:avLst/>
            </a:prstTxWarp>
          </a:bodyPr>
          <a:lstStyle>
            <a:lvl1pPr algn="r" eaLnBrk="1" hangingPunct="1">
              <a:lnSpc>
                <a:spcPct val="70000"/>
              </a:lnSpc>
              <a:defRPr kumimoji="0" sz="1200">
                <a:solidFill>
                  <a:srgbClr val="045C75"/>
                </a:solidFill>
              </a:defRPr>
            </a:lvl1pPr>
          </a:lstStyle>
          <a:p>
            <a:pPr>
              <a:defRPr/>
            </a:pPr>
            <a:fld id="{6068D2B1-2D60-4B9A-B2FA-49FD4AED7D15}" type="slidenum">
              <a:rPr lang="en-US" altLang="zh-CN"/>
              <a:pPr>
                <a:defRPr/>
              </a:pPr>
              <a:t>‹#›</a:t>
            </a:fld>
            <a:endParaRPr lang="en-US" altLang="zh-CN"/>
          </a:p>
        </p:txBody>
      </p:sp>
      <p:grpSp>
        <p:nvGrpSpPr>
          <p:cNvPr id="1033" name="组合 1">
            <a:extLst>
              <a:ext uri="{FF2B5EF4-FFF2-40B4-BE49-F238E27FC236}">
                <a16:creationId xmlns:a16="http://schemas.microsoft.com/office/drawing/2014/main" id="{F07C344D-BE46-4FB1-B8C6-465493DAE7C7}"/>
              </a:ext>
            </a:extLst>
          </p:cNvPr>
          <p:cNvGrpSpPr>
            <a:grpSpLocks/>
          </p:cNvGrpSpPr>
          <p:nvPr/>
        </p:nvGrpSpPr>
        <p:grpSpPr bwMode="auto">
          <a:xfrm>
            <a:off x="-19050" y="203200"/>
            <a:ext cx="9180513" cy="647700"/>
            <a:chOff x="-19045" y="216550"/>
            <a:chExt cx="9180548" cy="649224"/>
          </a:xfrm>
        </p:grpSpPr>
        <p:sp>
          <p:nvSpPr>
            <p:cNvPr id="12" name="任意多边形 11">
              <a:extLst>
                <a:ext uri="{FF2B5EF4-FFF2-40B4-BE49-F238E27FC236}">
                  <a16:creationId xmlns:a16="http://schemas.microsoft.com/office/drawing/2014/main" id="{720901D1-C5B1-4A2F-8694-F3F930E07E8E}"/>
                </a:ext>
              </a:extLst>
            </p:cNvPr>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eaLnBrk="1" hangingPunct="1">
                <a:lnSpc>
                  <a:spcPct val="70000"/>
                </a:lnSpc>
                <a:defRPr/>
              </a:pPr>
              <a:endParaRPr kumimoji="0" lang="en-US"/>
            </a:p>
          </p:txBody>
        </p:sp>
        <p:sp>
          <p:nvSpPr>
            <p:cNvPr id="13" name="任意多边形 12">
              <a:extLst>
                <a:ext uri="{FF2B5EF4-FFF2-40B4-BE49-F238E27FC236}">
                  <a16:creationId xmlns:a16="http://schemas.microsoft.com/office/drawing/2014/main" id="{00048F7A-A763-4E2C-8E64-E4DFFE227D13}"/>
                </a:ext>
              </a:extLst>
            </p:cNvPr>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eaLnBrk="1" hangingPunct="1">
                <a:lnSpc>
                  <a:spcPct val="70000"/>
                </a:lnSpc>
                <a:defRPr/>
              </a:pPr>
              <a:endParaRPr kumimoji="0" lang="en-US"/>
            </a:p>
          </p:txBody>
        </p:sp>
      </p:grpSp>
    </p:spTree>
  </p:cSld>
  <p:clrMap bg1="lt1" tx1="dk1" bg2="lt2" tx2="dk2" accent1="accent1" accent2="accent2" accent3="accent3" accent4="accent4" accent5="accent5" accent6="accent6" hlink="hlink" folHlink="folHlink"/>
  <p:sldLayoutIdLst>
    <p:sldLayoutId id="2147483796" r:id="rId1"/>
    <p:sldLayoutId id="2147483788" r:id="rId2"/>
    <p:sldLayoutId id="2147483797" r:id="rId3"/>
    <p:sldLayoutId id="2147483789" r:id="rId4"/>
    <p:sldLayoutId id="2147483790" r:id="rId5"/>
    <p:sldLayoutId id="2147483791" r:id="rId6"/>
    <p:sldLayoutId id="2147483792" r:id="rId7"/>
    <p:sldLayoutId id="2147483793" r:id="rId8"/>
    <p:sldLayoutId id="2147483798" r:id="rId9"/>
    <p:sldLayoutId id="2147483794" r:id="rId10"/>
    <p:sldLayoutId id="2147483795" r:id="rId11"/>
  </p:sldLayoutIdLst>
  <p:transition>
    <p:random/>
  </p:transition>
  <p:hf hdr="0" ftr="0"/>
  <p:txStyles>
    <p:titleStyle>
      <a:lvl1pPr algn="l" rtl="0" eaLnBrk="0" fontAlgn="base" hangingPunct="0">
        <a:spcBef>
          <a:spcPct val="0"/>
        </a:spcBef>
        <a:spcAft>
          <a:spcPct val="0"/>
        </a:spcAft>
        <a:defRPr sz="5000" kern="12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Calibri" pitchFamily="34" charset="0"/>
          <a:ea typeface="隶书" pitchFamily="49" charset="-122"/>
        </a:defRPr>
      </a:lvl2pPr>
      <a:lvl3pPr algn="l" rtl="0" eaLnBrk="0" fontAlgn="base" hangingPunct="0">
        <a:spcBef>
          <a:spcPct val="0"/>
        </a:spcBef>
        <a:spcAft>
          <a:spcPct val="0"/>
        </a:spcAft>
        <a:defRPr sz="5000">
          <a:solidFill>
            <a:schemeClr val="tx2"/>
          </a:solidFill>
          <a:latin typeface="Calibri" pitchFamily="34" charset="0"/>
          <a:ea typeface="隶书" pitchFamily="49" charset="-122"/>
        </a:defRPr>
      </a:lvl3pPr>
      <a:lvl4pPr algn="l" rtl="0" eaLnBrk="0" fontAlgn="base" hangingPunct="0">
        <a:spcBef>
          <a:spcPct val="0"/>
        </a:spcBef>
        <a:spcAft>
          <a:spcPct val="0"/>
        </a:spcAft>
        <a:defRPr sz="5000">
          <a:solidFill>
            <a:schemeClr val="tx2"/>
          </a:solidFill>
          <a:latin typeface="Calibri" pitchFamily="34" charset="0"/>
          <a:ea typeface="隶书" pitchFamily="49" charset="-122"/>
        </a:defRPr>
      </a:lvl4pPr>
      <a:lvl5pPr algn="l" rtl="0" eaLnBrk="0" fontAlgn="base" hangingPunct="0">
        <a:spcBef>
          <a:spcPct val="0"/>
        </a:spcBef>
        <a:spcAft>
          <a:spcPct val="0"/>
        </a:spcAft>
        <a:defRPr sz="5000">
          <a:solidFill>
            <a:schemeClr val="tx2"/>
          </a:solidFill>
          <a:latin typeface="Calibri" pitchFamily="34" charset="0"/>
          <a:ea typeface="隶书" pitchFamily="49" charset="-122"/>
        </a:defRPr>
      </a:lvl5pPr>
      <a:lvl6pPr marL="457200" algn="l" rtl="0" fontAlgn="base">
        <a:spcBef>
          <a:spcPct val="0"/>
        </a:spcBef>
        <a:spcAft>
          <a:spcPct val="0"/>
        </a:spcAft>
        <a:defRPr sz="5000">
          <a:solidFill>
            <a:schemeClr val="tx2"/>
          </a:solidFill>
          <a:latin typeface="Calibri" pitchFamily="34" charset="0"/>
          <a:ea typeface="隶书" pitchFamily="49" charset="-122"/>
        </a:defRPr>
      </a:lvl6pPr>
      <a:lvl7pPr marL="914400" algn="l" rtl="0" fontAlgn="base">
        <a:spcBef>
          <a:spcPct val="0"/>
        </a:spcBef>
        <a:spcAft>
          <a:spcPct val="0"/>
        </a:spcAft>
        <a:defRPr sz="5000">
          <a:solidFill>
            <a:schemeClr val="tx2"/>
          </a:solidFill>
          <a:latin typeface="Calibri" pitchFamily="34" charset="0"/>
          <a:ea typeface="隶书" pitchFamily="49" charset="-122"/>
        </a:defRPr>
      </a:lvl7pPr>
      <a:lvl8pPr marL="1371600" algn="l" rtl="0" fontAlgn="base">
        <a:spcBef>
          <a:spcPct val="0"/>
        </a:spcBef>
        <a:spcAft>
          <a:spcPct val="0"/>
        </a:spcAft>
        <a:defRPr sz="5000">
          <a:solidFill>
            <a:schemeClr val="tx2"/>
          </a:solidFill>
          <a:latin typeface="Calibri" pitchFamily="34" charset="0"/>
          <a:ea typeface="隶书" pitchFamily="49" charset="-122"/>
        </a:defRPr>
      </a:lvl8pPr>
      <a:lvl9pPr marL="1828800" algn="l" rtl="0" fontAlgn="base">
        <a:spcBef>
          <a:spcPct val="0"/>
        </a:spcBef>
        <a:spcAft>
          <a:spcPct val="0"/>
        </a:spcAft>
        <a:defRPr sz="5000">
          <a:solidFill>
            <a:schemeClr val="tx2"/>
          </a:solidFill>
          <a:latin typeface="Calibri" pitchFamily="34" charset="0"/>
          <a:ea typeface="隶书" pitchFamily="49" charset="-122"/>
        </a:defRPr>
      </a:lvl9pPr>
    </p:titleStyle>
    <p:body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kern="1200">
          <a:solidFill>
            <a:schemeClr val="tx1"/>
          </a:solidFill>
          <a:latin typeface="+mn-lt"/>
          <a:ea typeface="+mn-ea"/>
          <a:cs typeface="+mn-cs"/>
        </a:defRPr>
      </a:lvl1pPr>
      <a:lvl2pPr marL="639763" indent="-246063"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063"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088"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7" name="任意多边形 6">
            <a:extLst>
              <a:ext uri="{FF2B5EF4-FFF2-40B4-BE49-F238E27FC236}">
                <a16:creationId xmlns:a16="http://schemas.microsoft.com/office/drawing/2014/main" id="{8B1C2D4F-2310-4B6D-B4B9-05B7499A4C88}"/>
              </a:ext>
            </a:extLst>
          </p:cNvPr>
          <p:cNvSpPr>
            <a:spLocks/>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8" name="任意多边形 7">
            <a:extLst>
              <a:ext uri="{FF2B5EF4-FFF2-40B4-BE49-F238E27FC236}">
                <a16:creationId xmlns:a16="http://schemas.microsoft.com/office/drawing/2014/main" id="{D1F52C27-892C-49DF-B7EB-2BB66E32B4BC}"/>
              </a:ext>
            </a:extLst>
          </p:cNvPr>
          <p:cNvSpPr>
            <a:spLocks/>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6148" name="标题占位符 8">
            <a:extLst>
              <a:ext uri="{FF2B5EF4-FFF2-40B4-BE49-F238E27FC236}">
                <a16:creationId xmlns:a16="http://schemas.microsoft.com/office/drawing/2014/main" id="{3E72BBAD-0632-4FFE-ADF6-3D9543833C4F}"/>
              </a:ext>
            </a:extLst>
          </p:cNvPr>
          <p:cNvSpPr>
            <a:spLocks noGrp="1"/>
          </p:cNvSpPr>
          <p:nvPr>
            <p:ph type="title"/>
          </p:nvPr>
        </p:nvSpPr>
        <p:spPr bwMode="auto">
          <a:xfrm>
            <a:off x="457200" y="70485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0" numCol="1" anchor="b" anchorCtr="0" compatLnSpc="1">
            <a:prstTxWarp prst="textNoShape">
              <a:avLst/>
            </a:prstTxWarp>
          </a:bodyPr>
          <a:lstStyle/>
          <a:p>
            <a:pPr lvl="0"/>
            <a:r>
              <a:rPr lang="zh-CN" altLang="en-US"/>
              <a:t>单击此处编辑母版标题样式</a:t>
            </a:r>
            <a:endParaRPr lang="en-US" altLang="zh-CN"/>
          </a:p>
        </p:txBody>
      </p:sp>
      <p:sp>
        <p:nvSpPr>
          <p:cNvPr id="6149" name="文本占位符 29">
            <a:extLst>
              <a:ext uri="{FF2B5EF4-FFF2-40B4-BE49-F238E27FC236}">
                <a16:creationId xmlns:a16="http://schemas.microsoft.com/office/drawing/2014/main" id="{6B082860-830C-47B7-98A4-C1BF463ABB15}"/>
              </a:ext>
            </a:extLst>
          </p:cNvPr>
          <p:cNvSpPr>
            <a:spLocks noGrp="1"/>
          </p:cNvSpPr>
          <p:nvPr>
            <p:ph type="body" idx="1"/>
          </p:nvPr>
        </p:nvSpPr>
        <p:spPr bwMode="auto">
          <a:xfrm>
            <a:off x="457200" y="1935163"/>
            <a:ext cx="8229600" cy="438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10" name="日期占位符 9">
            <a:extLst>
              <a:ext uri="{FF2B5EF4-FFF2-40B4-BE49-F238E27FC236}">
                <a16:creationId xmlns:a16="http://schemas.microsoft.com/office/drawing/2014/main" id="{65608771-0C55-4D3E-A819-B2D4375B5ED2}"/>
              </a:ext>
            </a:extLst>
          </p:cNvPr>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endParaRPr lang="en-US" altLang="zh-CN"/>
          </a:p>
        </p:txBody>
      </p:sp>
      <p:sp>
        <p:nvSpPr>
          <p:cNvPr id="22" name="页脚占位符 21">
            <a:extLst>
              <a:ext uri="{FF2B5EF4-FFF2-40B4-BE49-F238E27FC236}">
                <a16:creationId xmlns:a16="http://schemas.microsoft.com/office/drawing/2014/main" id="{91FB09AF-FD8E-451D-B9C6-705DD76C0F3E}"/>
              </a:ext>
            </a:extLst>
          </p:cNvPr>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endParaRPr lang="en-US" altLang="zh-CN"/>
          </a:p>
        </p:txBody>
      </p:sp>
      <p:sp>
        <p:nvSpPr>
          <p:cNvPr id="18" name="灯片编号占位符 17">
            <a:extLst>
              <a:ext uri="{FF2B5EF4-FFF2-40B4-BE49-F238E27FC236}">
                <a16:creationId xmlns:a16="http://schemas.microsoft.com/office/drawing/2014/main" id="{413AFDA5-5857-4762-BE04-6D8067EDE619}"/>
              </a:ext>
            </a:extLst>
          </p:cNvPr>
          <p:cNvSpPr>
            <a:spLocks noGrp="1"/>
          </p:cNvSpPr>
          <p:nvPr>
            <p:ph type="sldNum" sz="quarter" idx="4"/>
          </p:nvPr>
        </p:nvSpPr>
        <p:spPr>
          <a:xfrm>
            <a:off x="7924800" y="6356350"/>
            <a:ext cx="762000" cy="365125"/>
          </a:xfrm>
          <a:prstGeom prst="rect">
            <a:avLst/>
          </a:prstGeom>
        </p:spPr>
        <p:txBody>
          <a:bodyPr vert="horz" wrap="square" lIns="0" tIns="0" rIns="0" bIns="0" numCol="1" anchor="b" anchorCtr="0" compatLnSpc="1">
            <a:prstTxWarp prst="textNoShape">
              <a:avLst/>
            </a:prstTxWarp>
          </a:bodyPr>
          <a:lstStyle>
            <a:lvl1pPr algn="r">
              <a:defRPr kumimoji="0" sz="1200">
                <a:solidFill>
                  <a:srgbClr val="045C75"/>
                </a:solidFill>
              </a:defRPr>
            </a:lvl1pPr>
          </a:lstStyle>
          <a:p>
            <a:fld id="{F45DC011-DF80-463B-A7D7-5CFDDB622D19}" type="slidenum">
              <a:rPr lang="en-US" altLang="zh-CN"/>
              <a:pPr/>
              <a:t>‹#›</a:t>
            </a:fld>
            <a:endParaRPr lang="en-US" altLang="zh-CN"/>
          </a:p>
        </p:txBody>
      </p:sp>
      <p:grpSp>
        <p:nvGrpSpPr>
          <p:cNvPr id="6153" name="组合 1">
            <a:extLst>
              <a:ext uri="{FF2B5EF4-FFF2-40B4-BE49-F238E27FC236}">
                <a16:creationId xmlns:a16="http://schemas.microsoft.com/office/drawing/2014/main" id="{975C601A-D4B4-4B52-87DE-0FB6B7385CC6}"/>
              </a:ext>
            </a:extLst>
          </p:cNvPr>
          <p:cNvGrpSpPr>
            <a:grpSpLocks/>
          </p:cNvGrpSpPr>
          <p:nvPr/>
        </p:nvGrpSpPr>
        <p:grpSpPr bwMode="auto">
          <a:xfrm>
            <a:off x="-19050" y="203200"/>
            <a:ext cx="9180513" cy="647700"/>
            <a:chOff x="-19045" y="216550"/>
            <a:chExt cx="9180548" cy="649224"/>
          </a:xfrm>
        </p:grpSpPr>
        <p:sp>
          <p:nvSpPr>
            <p:cNvPr id="12" name="任意多边形 11">
              <a:extLst>
                <a:ext uri="{FF2B5EF4-FFF2-40B4-BE49-F238E27FC236}">
                  <a16:creationId xmlns:a16="http://schemas.microsoft.com/office/drawing/2014/main" id="{C3516A5F-3272-4CE5-8145-0FF61192DC9E}"/>
                </a:ext>
              </a:extLst>
            </p:cNvPr>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a:defRPr/>
              </a:pPr>
              <a:endParaRPr kumimoji="0" lang="en-US"/>
            </a:p>
          </p:txBody>
        </p:sp>
        <p:sp>
          <p:nvSpPr>
            <p:cNvPr id="13" name="任意多边形 12">
              <a:extLst>
                <a:ext uri="{FF2B5EF4-FFF2-40B4-BE49-F238E27FC236}">
                  <a16:creationId xmlns:a16="http://schemas.microsoft.com/office/drawing/2014/main" id="{103871CD-0C3D-462E-A747-31E3156F4B79}"/>
                </a:ext>
              </a:extLst>
            </p:cNvPr>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a:defRPr/>
              </a:pPr>
              <a:endParaRPr kumimoji="0" lang="en-US"/>
            </a:p>
          </p:txBody>
        </p:sp>
      </p:grpSp>
    </p:spTree>
    <p:extLst>
      <p:ext uri="{BB962C8B-B14F-4D97-AF65-F5344CB8AC3E}">
        <p14:creationId xmlns:p14="http://schemas.microsoft.com/office/powerpoint/2010/main" val="2437680441"/>
      </p:ext>
    </p:extLst>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 id="2147483806" r:id="rId7"/>
    <p:sldLayoutId id="2147483807" r:id="rId8"/>
    <p:sldLayoutId id="2147483808" r:id="rId9"/>
    <p:sldLayoutId id="2147483809" r:id="rId10"/>
    <p:sldLayoutId id="2147483810" r:id="rId11"/>
  </p:sldLayoutIdLst>
  <p:txStyles>
    <p:titleStyle>
      <a:lvl1pPr algn="l" rtl="0" eaLnBrk="0" fontAlgn="base" hangingPunct="0">
        <a:spcBef>
          <a:spcPct val="0"/>
        </a:spcBef>
        <a:spcAft>
          <a:spcPct val="0"/>
        </a:spcAft>
        <a:defRPr sz="5000" kern="12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Calibri" pitchFamily="34" charset="0"/>
          <a:ea typeface="隶书" pitchFamily="49" charset="-122"/>
        </a:defRPr>
      </a:lvl2pPr>
      <a:lvl3pPr algn="l" rtl="0" eaLnBrk="0" fontAlgn="base" hangingPunct="0">
        <a:spcBef>
          <a:spcPct val="0"/>
        </a:spcBef>
        <a:spcAft>
          <a:spcPct val="0"/>
        </a:spcAft>
        <a:defRPr sz="5000">
          <a:solidFill>
            <a:schemeClr val="tx2"/>
          </a:solidFill>
          <a:latin typeface="Calibri" pitchFamily="34" charset="0"/>
          <a:ea typeface="隶书" pitchFamily="49" charset="-122"/>
        </a:defRPr>
      </a:lvl3pPr>
      <a:lvl4pPr algn="l" rtl="0" eaLnBrk="0" fontAlgn="base" hangingPunct="0">
        <a:spcBef>
          <a:spcPct val="0"/>
        </a:spcBef>
        <a:spcAft>
          <a:spcPct val="0"/>
        </a:spcAft>
        <a:defRPr sz="5000">
          <a:solidFill>
            <a:schemeClr val="tx2"/>
          </a:solidFill>
          <a:latin typeface="Calibri" pitchFamily="34" charset="0"/>
          <a:ea typeface="隶书" pitchFamily="49" charset="-122"/>
        </a:defRPr>
      </a:lvl4pPr>
      <a:lvl5pPr algn="l" rtl="0" eaLnBrk="0" fontAlgn="base" hangingPunct="0">
        <a:spcBef>
          <a:spcPct val="0"/>
        </a:spcBef>
        <a:spcAft>
          <a:spcPct val="0"/>
        </a:spcAft>
        <a:defRPr sz="5000">
          <a:solidFill>
            <a:schemeClr val="tx2"/>
          </a:solidFill>
          <a:latin typeface="Calibri" pitchFamily="34" charset="0"/>
          <a:ea typeface="隶书" pitchFamily="49" charset="-122"/>
        </a:defRPr>
      </a:lvl5pPr>
      <a:lvl6pPr marL="457200" algn="l" rtl="0" fontAlgn="base">
        <a:spcBef>
          <a:spcPct val="0"/>
        </a:spcBef>
        <a:spcAft>
          <a:spcPct val="0"/>
        </a:spcAft>
        <a:defRPr sz="5000">
          <a:solidFill>
            <a:schemeClr val="tx2"/>
          </a:solidFill>
          <a:latin typeface="Calibri" pitchFamily="34" charset="0"/>
          <a:ea typeface="隶书" pitchFamily="49" charset="-122"/>
        </a:defRPr>
      </a:lvl6pPr>
      <a:lvl7pPr marL="914400" algn="l" rtl="0" fontAlgn="base">
        <a:spcBef>
          <a:spcPct val="0"/>
        </a:spcBef>
        <a:spcAft>
          <a:spcPct val="0"/>
        </a:spcAft>
        <a:defRPr sz="5000">
          <a:solidFill>
            <a:schemeClr val="tx2"/>
          </a:solidFill>
          <a:latin typeface="Calibri" pitchFamily="34" charset="0"/>
          <a:ea typeface="隶书" pitchFamily="49" charset="-122"/>
        </a:defRPr>
      </a:lvl7pPr>
      <a:lvl8pPr marL="1371600" algn="l" rtl="0" fontAlgn="base">
        <a:spcBef>
          <a:spcPct val="0"/>
        </a:spcBef>
        <a:spcAft>
          <a:spcPct val="0"/>
        </a:spcAft>
        <a:defRPr sz="5000">
          <a:solidFill>
            <a:schemeClr val="tx2"/>
          </a:solidFill>
          <a:latin typeface="Calibri" pitchFamily="34" charset="0"/>
          <a:ea typeface="隶书" pitchFamily="49" charset="-122"/>
        </a:defRPr>
      </a:lvl8pPr>
      <a:lvl9pPr marL="1828800" algn="l" rtl="0" fontAlgn="base">
        <a:spcBef>
          <a:spcPct val="0"/>
        </a:spcBef>
        <a:spcAft>
          <a:spcPct val="0"/>
        </a:spcAft>
        <a:defRPr sz="5000">
          <a:solidFill>
            <a:schemeClr val="tx2"/>
          </a:solidFill>
          <a:latin typeface="Calibri" pitchFamily="34" charset="0"/>
          <a:ea typeface="隶书" pitchFamily="49" charset="-122"/>
        </a:defRPr>
      </a:lvl9pPr>
    </p:titleStyle>
    <p:body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kern="1200">
          <a:solidFill>
            <a:schemeClr val="tx1"/>
          </a:solidFill>
          <a:latin typeface="+mn-lt"/>
          <a:ea typeface="+mn-ea"/>
          <a:cs typeface="+mn-cs"/>
        </a:defRPr>
      </a:lvl1pPr>
      <a:lvl2pPr marL="639763" indent="-246063"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063"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088"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任意多边形 12">
            <a:extLst>
              <a:ext uri="{FF2B5EF4-FFF2-40B4-BE49-F238E27FC236}">
                <a16:creationId xmlns:a16="http://schemas.microsoft.com/office/drawing/2014/main" id="{8E9959F0-8E6E-4286-AABA-F3AF495C7EA8}"/>
              </a:ext>
            </a:extLst>
          </p:cNvPr>
          <p:cNvSpPr>
            <a:spLocks/>
          </p:cNvSpPr>
          <p:nvPr/>
        </p:nvSpPr>
        <p:spPr bwMode="auto">
          <a:xfrm>
            <a:off x="500063" y="5945188"/>
            <a:ext cx="4940300"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kumimoji="0" lang="en-US"/>
          </a:p>
        </p:txBody>
      </p:sp>
      <p:sp>
        <p:nvSpPr>
          <p:cNvPr id="12" name="任意多边形 11">
            <a:extLst>
              <a:ext uri="{FF2B5EF4-FFF2-40B4-BE49-F238E27FC236}">
                <a16:creationId xmlns:a16="http://schemas.microsoft.com/office/drawing/2014/main" id="{48FB224C-FCDA-47EF-B087-D3F889F41D75}"/>
              </a:ext>
            </a:extLst>
          </p:cNvPr>
          <p:cNvSpPr>
            <a:spLocks/>
          </p:cNvSpPr>
          <p:nvPr/>
        </p:nvSpPr>
        <p:spPr bwMode="auto">
          <a:xfrm>
            <a:off x="485775" y="5938838"/>
            <a:ext cx="3690938"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kumimoji="0" lang="en-US"/>
          </a:p>
        </p:txBody>
      </p:sp>
      <p:sp>
        <p:nvSpPr>
          <p:cNvPr id="14" name="直角三角形 13">
            <a:extLst>
              <a:ext uri="{FF2B5EF4-FFF2-40B4-BE49-F238E27FC236}">
                <a16:creationId xmlns:a16="http://schemas.microsoft.com/office/drawing/2014/main" id="{F350E57A-86AE-4C2B-A8B6-BD2EDA4422E7}"/>
              </a:ext>
            </a:extLst>
          </p:cNvPr>
          <p:cNvSpPr>
            <a:spLocks/>
          </p:cNvSpPr>
          <p:nvPr/>
        </p:nvSpPr>
        <p:spPr bwMode="auto">
          <a:xfrm>
            <a:off x="-6042" y="5791253"/>
            <a:ext cx="3402314" cy="1080868"/>
          </a:xfrm>
          <a:prstGeom prst="rtTriangle">
            <a:avLst/>
          </a:prstGeom>
          <a:blipFill>
            <a:blip r:embed="rId1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kumimoji="0" lang="en-US"/>
          </a:p>
        </p:txBody>
      </p:sp>
      <p:cxnSp>
        <p:nvCxnSpPr>
          <p:cNvPr id="15" name="直接连接符 14">
            <a:extLst>
              <a:ext uri="{FF2B5EF4-FFF2-40B4-BE49-F238E27FC236}">
                <a16:creationId xmlns:a16="http://schemas.microsoft.com/office/drawing/2014/main" id="{BE694BAD-345B-486D-83BC-B10A6E2681E3}"/>
              </a:ext>
            </a:extLst>
          </p:cNvPr>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标题占位符 8">
            <a:extLst>
              <a:ext uri="{FF2B5EF4-FFF2-40B4-BE49-F238E27FC236}">
                <a16:creationId xmlns:a16="http://schemas.microsoft.com/office/drawing/2014/main" id="{BAD53B1C-B3D2-46BB-B5DC-44FB9582E3BE}"/>
              </a:ext>
            </a:extLst>
          </p:cNvPr>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lang="zh-CN" altLang="en-US"/>
              <a:t>单击此处编辑母版标题样式</a:t>
            </a:r>
            <a:endParaRPr lang="en-US"/>
          </a:p>
        </p:txBody>
      </p:sp>
      <p:sp>
        <p:nvSpPr>
          <p:cNvPr id="13321" name="文本占位符 29">
            <a:extLst>
              <a:ext uri="{FF2B5EF4-FFF2-40B4-BE49-F238E27FC236}">
                <a16:creationId xmlns:a16="http://schemas.microsoft.com/office/drawing/2014/main" id="{DE27DE5C-FFFE-44FA-B0F0-DA1508DF0737}"/>
              </a:ext>
            </a:extLst>
          </p:cNvPr>
          <p:cNvSpPr>
            <a:spLocks noGrp="1"/>
          </p:cNvSpPr>
          <p:nvPr>
            <p:ph type="body" idx="1"/>
          </p:nvPr>
        </p:nvSpPr>
        <p:spPr bwMode="auto">
          <a:xfrm>
            <a:off x="457200" y="1481138"/>
            <a:ext cx="82296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10" name="日期占位符 9">
            <a:extLst>
              <a:ext uri="{FF2B5EF4-FFF2-40B4-BE49-F238E27FC236}">
                <a16:creationId xmlns:a16="http://schemas.microsoft.com/office/drawing/2014/main" id="{AA13BB3A-2DF5-42F8-861F-FE59CF1E71D9}"/>
              </a:ext>
            </a:extLst>
          </p:cNvPr>
          <p:cNvSpPr>
            <a:spLocks noGrp="1"/>
          </p:cNvSpPr>
          <p:nvPr>
            <p:ph type="dt" sz="half" idx="2"/>
          </p:nvPr>
        </p:nvSpPr>
        <p:spPr>
          <a:xfrm>
            <a:off x="6727825" y="6408738"/>
            <a:ext cx="1919288" cy="365125"/>
          </a:xfrm>
          <a:prstGeom prst="rect">
            <a:avLst/>
          </a:prstGeom>
        </p:spPr>
        <p:txBody>
          <a:bodyPr vert="horz" anchor="b"/>
          <a:lstStyle>
            <a:lvl1pPr algn="l" eaLnBrk="1" latinLnBrk="0" hangingPunct="1">
              <a:defRPr kumimoji="0" sz="1000">
                <a:solidFill>
                  <a:schemeClr val="tx1"/>
                </a:solidFill>
              </a:defRPr>
            </a:lvl1pPr>
            <a:extLst/>
          </a:lstStyle>
          <a:p>
            <a:pPr>
              <a:defRPr/>
            </a:pPr>
            <a:endParaRPr lang="en-US" altLang="zh-CN"/>
          </a:p>
        </p:txBody>
      </p:sp>
      <p:sp>
        <p:nvSpPr>
          <p:cNvPr id="22" name="页脚占位符 21">
            <a:extLst>
              <a:ext uri="{FF2B5EF4-FFF2-40B4-BE49-F238E27FC236}">
                <a16:creationId xmlns:a16="http://schemas.microsoft.com/office/drawing/2014/main" id="{E6FBDE2E-28DC-4102-A89D-B90B76209CA9}"/>
              </a:ext>
            </a:extLst>
          </p:cNvPr>
          <p:cNvSpPr>
            <a:spLocks noGrp="1"/>
          </p:cNvSpPr>
          <p:nvPr>
            <p:ph type="ftr" sz="quarter" idx="3"/>
          </p:nvPr>
        </p:nvSpPr>
        <p:spPr>
          <a:xfrm>
            <a:off x="4379913" y="6408738"/>
            <a:ext cx="2351087" cy="365125"/>
          </a:xfrm>
          <a:prstGeom prst="rect">
            <a:avLst/>
          </a:prstGeom>
        </p:spPr>
        <p:txBody>
          <a:bodyPr vert="horz" anchor="b"/>
          <a:lstStyle>
            <a:lvl1pPr algn="r" eaLnBrk="1" latinLnBrk="0" hangingPunct="1">
              <a:defRPr kumimoji="0" sz="1000">
                <a:solidFill>
                  <a:schemeClr val="tx1"/>
                </a:solidFill>
              </a:defRPr>
            </a:lvl1pPr>
            <a:extLst/>
          </a:lstStyle>
          <a:p>
            <a:pPr>
              <a:defRPr/>
            </a:pPr>
            <a:endParaRPr lang="en-US" altLang="zh-CN"/>
          </a:p>
        </p:txBody>
      </p:sp>
      <p:sp>
        <p:nvSpPr>
          <p:cNvPr id="18" name="灯片编号占位符 17">
            <a:extLst>
              <a:ext uri="{FF2B5EF4-FFF2-40B4-BE49-F238E27FC236}">
                <a16:creationId xmlns:a16="http://schemas.microsoft.com/office/drawing/2014/main" id="{AA31405A-47A5-457F-B968-EE2FB07FED49}"/>
              </a:ext>
            </a:extLst>
          </p:cNvPr>
          <p:cNvSpPr>
            <a:spLocks noGrp="1"/>
          </p:cNvSpPr>
          <p:nvPr>
            <p:ph type="sldNum" sz="quarter" idx="4"/>
          </p:nvPr>
        </p:nvSpPr>
        <p:spPr>
          <a:xfrm>
            <a:off x="8647113" y="6408738"/>
            <a:ext cx="366712" cy="365125"/>
          </a:xfrm>
          <a:prstGeom prst="rect">
            <a:avLst/>
          </a:prstGeom>
        </p:spPr>
        <p:txBody>
          <a:bodyPr vert="horz" wrap="square" lIns="91440" tIns="45720" rIns="91440" bIns="45720" numCol="1" anchor="b" anchorCtr="0" compatLnSpc="1">
            <a:prstTxWarp prst="textNoShape">
              <a:avLst/>
            </a:prstTxWarp>
          </a:bodyPr>
          <a:lstStyle>
            <a:lvl1pPr algn="r">
              <a:defRPr kumimoji="0" sz="1000"/>
            </a:lvl1pPr>
          </a:lstStyle>
          <a:p>
            <a:fld id="{92BED24B-A08B-4304-B076-779D3065D5CC}" type="slidenum">
              <a:rPr lang="en-US" altLang="zh-CN"/>
              <a:pPr/>
              <a:t>‹#›</a:t>
            </a:fld>
            <a:endParaRPr lang="en-US" altLang="zh-CN"/>
          </a:p>
        </p:txBody>
      </p:sp>
    </p:spTree>
    <p:extLst>
      <p:ext uri="{BB962C8B-B14F-4D97-AF65-F5344CB8AC3E}">
        <p14:creationId xmlns:p14="http://schemas.microsoft.com/office/powerpoint/2010/main" val="2738347667"/>
      </p:ext>
    </p:extLst>
  </p:cSld>
  <p:clrMap bg1="lt1" tx1="dk1" bg2="lt2" tx2="dk2" accent1="accent1" accent2="accent2" accent3="accent3" accent4="accent4" accent5="accent5" accent6="accent6" hlink="hlink" folHlink="folHlink"/>
  <p:sldLayoutIdLst>
    <p:sldLayoutId id="2147483812" r:id="rId1"/>
    <p:sldLayoutId id="2147483813" r:id="rId2"/>
    <p:sldLayoutId id="2147483814" r:id="rId3"/>
    <p:sldLayoutId id="2147483815" r:id="rId4"/>
    <p:sldLayoutId id="2147483816" r:id="rId5"/>
    <p:sldLayoutId id="2147483817" r:id="rId6"/>
    <p:sldLayoutId id="2147483818" r:id="rId7"/>
    <p:sldLayoutId id="2147483819" r:id="rId8"/>
    <p:sldLayoutId id="2147483820" r:id="rId9"/>
    <p:sldLayoutId id="2147483821" r:id="rId10"/>
    <p:sldLayoutId id="2147483822" r:id="rId11"/>
  </p:sldLayoutIdLst>
  <p:txStyles>
    <p:titleStyle>
      <a:lvl1pPr algn="l" rtl="0" eaLnBrk="0" fontAlgn="base" hangingPunct="0">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eaLnBrk="0" fontAlgn="base" hangingPunct="0">
        <a:spcBef>
          <a:spcPct val="0"/>
        </a:spcBef>
        <a:spcAft>
          <a:spcPct val="0"/>
        </a:spcAft>
        <a:defRPr sz="4100" b="1">
          <a:solidFill>
            <a:schemeClr val="tx2"/>
          </a:solidFill>
          <a:latin typeface="Lucida Sans Unicode" pitchFamily="34" charset="0"/>
          <a:ea typeface="黑体" pitchFamily="2" charset="-122"/>
        </a:defRPr>
      </a:lvl2pPr>
      <a:lvl3pPr algn="l" rtl="0" eaLnBrk="0" fontAlgn="base" hangingPunct="0">
        <a:spcBef>
          <a:spcPct val="0"/>
        </a:spcBef>
        <a:spcAft>
          <a:spcPct val="0"/>
        </a:spcAft>
        <a:defRPr sz="4100" b="1">
          <a:solidFill>
            <a:schemeClr val="tx2"/>
          </a:solidFill>
          <a:latin typeface="Lucida Sans Unicode" pitchFamily="34" charset="0"/>
          <a:ea typeface="黑体" pitchFamily="2" charset="-122"/>
        </a:defRPr>
      </a:lvl3pPr>
      <a:lvl4pPr algn="l" rtl="0" eaLnBrk="0" fontAlgn="base" hangingPunct="0">
        <a:spcBef>
          <a:spcPct val="0"/>
        </a:spcBef>
        <a:spcAft>
          <a:spcPct val="0"/>
        </a:spcAft>
        <a:defRPr sz="4100" b="1">
          <a:solidFill>
            <a:schemeClr val="tx2"/>
          </a:solidFill>
          <a:latin typeface="Lucida Sans Unicode" pitchFamily="34" charset="0"/>
          <a:ea typeface="黑体" pitchFamily="2" charset="-122"/>
        </a:defRPr>
      </a:lvl4pPr>
      <a:lvl5pPr algn="l" rtl="0" eaLnBrk="0" fontAlgn="base" hangingPunct="0">
        <a:spcBef>
          <a:spcPct val="0"/>
        </a:spcBef>
        <a:spcAft>
          <a:spcPct val="0"/>
        </a:spcAft>
        <a:defRPr sz="4100" b="1">
          <a:solidFill>
            <a:schemeClr val="tx2"/>
          </a:solidFill>
          <a:latin typeface="Lucida Sans Unicode" pitchFamily="34" charset="0"/>
          <a:ea typeface="黑体" pitchFamily="2" charset="-122"/>
        </a:defRPr>
      </a:lvl5pPr>
      <a:lvl6pPr marL="457200" algn="l" rtl="0" fontAlgn="base">
        <a:spcBef>
          <a:spcPct val="0"/>
        </a:spcBef>
        <a:spcAft>
          <a:spcPct val="0"/>
        </a:spcAft>
        <a:defRPr sz="4100" b="1">
          <a:solidFill>
            <a:schemeClr val="tx2"/>
          </a:solidFill>
          <a:latin typeface="Lucida Sans Unicode" pitchFamily="34" charset="0"/>
          <a:ea typeface="黑体" pitchFamily="2" charset="-122"/>
        </a:defRPr>
      </a:lvl6pPr>
      <a:lvl7pPr marL="914400" algn="l" rtl="0" fontAlgn="base">
        <a:spcBef>
          <a:spcPct val="0"/>
        </a:spcBef>
        <a:spcAft>
          <a:spcPct val="0"/>
        </a:spcAft>
        <a:defRPr sz="4100" b="1">
          <a:solidFill>
            <a:schemeClr val="tx2"/>
          </a:solidFill>
          <a:latin typeface="Lucida Sans Unicode" pitchFamily="34" charset="0"/>
          <a:ea typeface="黑体" pitchFamily="2" charset="-122"/>
        </a:defRPr>
      </a:lvl7pPr>
      <a:lvl8pPr marL="1371600" algn="l" rtl="0" fontAlgn="base">
        <a:spcBef>
          <a:spcPct val="0"/>
        </a:spcBef>
        <a:spcAft>
          <a:spcPct val="0"/>
        </a:spcAft>
        <a:defRPr sz="4100" b="1">
          <a:solidFill>
            <a:schemeClr val="tx2"/>
          </a:solidFill>
          <a:latin typeface="Lucida Sans Unicode" pitchFamily="34" charset="0"/>
          <a:ea typeface="黑体" pitchFamily="2" charset="-122"/>
        </a:defRPr>
      </a:lvl8pPr>
      <a:lvl9pPr marL="1828800" algn="l" rtl="0" fontAlgn="base">
        <a:spcBef>
          <a:spcPct val="0"/>
        </a:spcBef>
        <a:spcAft>
          <a:spcPct val="0"/>
        </a:spcAft>
        <a:defRPr sz="4100" b="1">
          <a:solidFill>
            <a:schemeClr val="tx2"/>
          </a:solidFill>
          <a:latin typeface="Lucida Sans Unicode" pitchFamily="34" charset="0"/>
          <a:ea typeface="黑体" pitchFamily="2" charset="-122"/>
        </a:defRPr>
      </a:lvl9pPr>
      <a:extLst/>
    </p:titleStyle>
    <p:bodyStyle>
      <a:lvl1pPr marL="365125" indent="-255588" algn="l" rtl="0" eaLnBrk="0" fontAlgn="base" hangingPunct="0">
        <a:spcBef>
          <a:spcPts val="400"/>
        </a:spcBef>
        <a:spcAft>
          <a:spcPct val="0"/>
        </a:spcAft>
        <a:buClr>
          <a:schemeClr val="accent1"/>
        </a:buClr>
        <a:buSzPct val="68000"/>
        <a:buFont typeface="Wingdings 3" panose="05040102010807070707" pitchFamily="18" charset="2"/>
        <a:buChar char=""/>
        <a:defRPr sz="2700" kern="1200">
          <a:solidFill>
            <a:schemeClr val="tx1"/>
          </a:solidFill>
          <a:latin typeface="+mn-lt"/>
          <a:ea typeface="+mn-ea"/>
          <a:cs typeface="+mn-cs"/>
        </a:defRPr>
      </a:lvl1pPr>
      <a:lvl2pPr marL="620713" indent="-228600" algn="l" rtl="0" eaLnBrk="0" fontAlgn="base" hangingPunct="0">
        <a:spcBef>
          <a:spcPts val="325"/>
        </a:spcBef>
        <a:spcAft>
          <a:spcPct val="0"/>
        </a:spcAft>
        <a:buClr>
          <a:schemeClr val="accent1"/>
        </a:buClr>
        <a:buFont typeface="Verdana" panose="020B0604030504040204" pitchFamily="34" charset="0"/>
        <a:buChar char="◦"/>
        <a:defRPr sz="2300" kern="1200">
          <a:solidFill>
            <a:schemeClr val="tx1"/>
          </a:solidFill>
          <a:latin typeface="+mn-lt"/>
          <a:ea typeface="+mn-ea"/>
          <a:cs typeface="+mn-cs"/>
        </a:defRPr>
      </a:lvl2pPr>
      <a:lvl3pPr marL="858838" indent="-228600" algn="l" rtl="0" eaLnBrk="0" fontAlgn="base" hangingPunct="0">
        <a:spcBef>
          <a:spcPts val="350"/>
        </a:spcBef>
        <a:spcAft>
          <a:spcPct val="0"/>
        </a:spcAft>
        <a:buClr>
          <a:schemeClr val="accent2"/>
        </a:buClr>
        <a:buSzPct val="100000"/>
        <a:buFont typeface="Wingdings 2" panose="05020102010507070707" pitchFamily="18" charset="2"/>
        <a:buChar char=""/>
        <a:defRPr sz="2100" kern="1200">
          <a:solidFill>
            <a:schemeClr val="tx1"/>
          </a:solidFill>
          <a:latin typeface="+mn-lt"/>
          <a:ea typeface="+mn-ea"/>
          <a:cs typeface="+mn-cs"/>
        </a:defRPr>
      </a:lvl3pPr>
      <a:lvl4pPr marL="1143000" indent="-228600" algn="l" rtl="0" eaLnBrk="0" fontAlgn="base" hangingPunct="0">
        <a:spcBef>
          <a:spcPts val="350"/>
        </a:spcBef>
        <a:spcAft>
          <a:spcPct val="0"/>
        </a:spcAft>
        <a:buClr>
          <a:schemeClr val="accent2"/>
        </a:buClr>
        <a:buFont typeface="Wingdings 2" panose="05020102010507070707" pitchFamily="18" charset="2"/>
        <a:buChar char=""/>
        <a:defRPr sz="1900" kern="1200">
          <a:solidFill>
            <a:schemeClr val="tx1"/>
          </a:solidFill>
          <a:latin typeface="+mn-lt"/>
          <a:ea typeface="+mn-ea"/>
          <a:cs typeface="+mn-cs"/>
        </a:defRPr>
      </a:lvl4pPr>
      <a:lvl5pPr marL="1371600" indent="-228600" algn="l" rtl="0" eaLnBrk="0" fontAlgn="base" hangingPunct="0">
        <a:spcBef>
          <a:spcPts val="350"/>
        </a:spcBef>
        <a:spcAft>
          <a:spcPct val="0"/>
        </a:spcAft>
        <a:buClr>
          <a:schemeClr val="accent2"/>
        </a:buClr>
        <a:buFont typeface="Wingdings 2" panose="05020102010507070707" pitchFamily="18" charset="2"/>
        <a:buChar char=""/>
        <a:defRPr sz="20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矩形 27">
            <a:extLst>
              <a:ext uri="{FF2B5EF4-FFF2-40B4-BE49-F238E27FC236}">
                <a16:creationId xmlns:a16="http://schemas.microsoft.com/office/drawing/2014/main" id="{92F35D38-6E30-4849-80B6-FC57E094AC04}"/>
              </a:ext>
            </a:extLst>
          </p:cNvPr>
          <p:cNvSpPr/>
          <p:nvPr/>
        </p:nvSpPr>
        <p:spPr>
          <a:xfrm>
            <a:off x="0" y="366713"/>
            <a:ext cx="9144000" cy="8413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29" name="矩形 28">
            <a:extLst>
              <a:ext uri="{FF2B5EF4-FFF2-40B4-BE49-F238E27FC236}">
                <a16:creationId xmlns:a16="http://schemas.microsoft.com/office/drawing/2014/main" id="{9040973E-4ED5-4AAF-98A3-ADD71AC3957F}"/>
              </a:ext>
            </a:extLst>
          </p:cNvPr>
          <p:cNvSpPr/>
          <p:nvPr/>
        </p:nvSpPr>
        <p:spPr>
          <a:xfrm>
            <a:off x="0" y="0"/>
            <a:ext cx="9144000" cy="31115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30" name="矩形 29">
            <a:extLst>
              <a:ext uri="{FF2B5EF4-FFF2-40B4-BE49-F238E27FC236}">
                <a16:creationId xmlns:a16="http://schemas.microsoft.com/office/drawing/2014/main" id="{EC4BB9C4-1C49-4889-A007-8D0AA156B989}"/>
              </a:ext>
            </a:extLst>
          </p:cNvPr>
          <p:cNvSpPr/>
          <p:nvPr/>
        </p:nvSpPr>
        <p:spPr>
          <a:xfrm>
            <a:off x="0" y="307975"/>
            <a:ext cx="9144000" cy="92075"/>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31" name="矩形 30">
            <a:extLst>
              <a:ext uri="{FF2B5EF4-FFF2-40B4-BE49-F238E27FC236}">
                <a16:creationId xmlns:a16="http://schemas.microsoft.com/office/drawing/2014/main" id="{A77CE7F1-B543-473A-B58D-3676A995F997}"/>
              </a:ext>
            </a:extLst>
          </p:cNvPr>
          <p:cNvSpPr/>
          <p:nvPr/>
        </p:nvSpPr>
        <p:spPr>
          <a:xfrm flipV="1">
            <a:off x="5410200" y="360363"/>
            <a:ext cx="3733800" cy="904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32" name="矩形 31">
            <a:extLst>
              <a:ext uri="{FF2B5EF4-FFF2-40B4-BE49-F238E27FC236}">
                <a16:creationId xmlns:a16="http://schemas.microsoft.com/office/drawing/2014/main" id="{29E69C60-09C7-44B1-AB3A-AB03EC0CB597}"/>
              </a:ext>
            </a:extLst>
          </p:cNvPr>
          <p:cNvSpPr/>
          <p:nvPr/>
        </p:nvSpPr>
        <p:spPr>
          <a:xfrm flipV="1">
            <a:off x="5410200" y="439738"/>
            <a:ext cx="3733800" cy="18097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useBgFill="1">
        <p:nvSpPr>
          <p:cNvPr id="33" name="圆角矩形 32">
            <a:extLst>
              <a:ext uri="{FF2B5EF4-FFF2-40B4-BE49-F238E27FC236}">
                <a16:creationId xmlns:a16="http://schemas.microsoft.com/office/drawing/2014/main" id="{4C6D26C0-2E2C-426E-B988-8068B24B779B}"/>
              </a:ext>
            </a:extLst>
          </p:cNvPr>
          <p:cNvSpPr/>
          <p:nvPr/>
        </p:nvSpPr>
        <p:spPr bwMode="white">
          <a:xfrm>
            <a:off x="5407025" y="496888"/>
            <a:ext cx="3063875" cy="28575"/>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useBgFill="1">
        <p:nvSpPr>
          <p:cNvPr id="34" name="圆角矩形 33">
            <a:extLst>
              <a:ext uri="{FF2B5EF4-FFF2-40B4-BE49-F238E27FC236}">
                <a16:creationId xmlns:a16="http://schemas.microsoft.com/office/drawing/2014/main" id="{A3566543-9F5D-400E-8BD8-A779229FF423}"/>
              </a:ext>
            </a:extLst>
          </p:cNvPr>
          <p:cNvSpPr/>
          <p:nvPr/>
        </p:nvSpPr>
        <p:spPr bwMode="white">
          <a:xfrm>
            <a:off x="7373938" y="588963"/>
            <a:ext cx="1600200" cy="3651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35" name="矩形 34">
            <a:extLst>
              <a:ext uri="{FF2B5EF4-FFF2-40B4-BE49-F238E27FC236}">
                <a16:creationId xmlns:a16="http://schemas.microsoft.com/office/drawing/2014/main" id="{2C37D607-354E-488D-B465-DC1206210458}"/>
              </a:ext>
            </a:extLst>
          </p:cNvPr>
          <p:cNvSpPr/>
          <p:nvPr/>
        </p:nvSpPr>
        <p:spPr bwMode="invGray">
          <a:xfrm>
            <a:off x="9085263" y="-1588"/>
            <a:ext cx="57150" cy="620713"/>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dirty="0"/>
          </a:p>
        </p:txBody>
      </p:sp>
      <p:sp>
        <p:nvSpPr>
          <p:cNvPr id="36" name="矩形 35">
            <a:extLst>
              <a:ext uri="{FF2B5EF4-FFF2-40B4-BE49-F238E27FC236}">
                <a16:creationId xmlns:a16="http://schemas.microsoft.com/office/drawing/2014/main" id="{24A54EF1-AEBA-4436-B201-4C37220D164E}"/>
              </a:ext>
            </a:extLst>
          </p:cNvPr>
          <p:cNvSpPr/>
          <p:nvPr/>
        </p:nvSpPr>
        <p:spPr bwMode="invGray">
          <a:xfrm>
            <a:off x="9043988" y="-1588"/>
            <a:ext cx="28575" cy="620713"/>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dirty="0"/>
          </a:p>
        </p:txBody>
      </p:sp>
      <p:sp>
        <p:nvSpPr>
          <p:cNvPr id="37" name="矩形 36">
            <a:extLst>
              <a:ext uri="{FF2B5EF4-FFF2-40B4-BE49-F238E27FC236}">
                <a16:creationId xmlns:a16="http://schemas.microsoft.com/office/drawing/2014/main" id="{0F1CFA29-24A6-4C03-B206-1A6006885A4E}"/>
              </a:ext>
            </a:extLst>
          </p:cNvPr>
          <p:cNvSpPr/>
          <p:nvPr/>
        </p:nvSpPr>
        <p:spPr bwMode="invGray">
          <a:xfrm>
            <a:off x="9024938" y="-1588"/>
            <a:ext cx="9525" cy="620713"/>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38" name="矩形 37">
            <a:extLst>
              <a:ext uri="{FF2B5EF4-FFF2-40B4-BE49-F238E27FC236}">
                <a16:creationId xmlns:a16="http://schemas.microsoft.com/office/drawing/2014/main" id="{CBE90C55-35D2-46DD-8CA3-995C1DBDEAA9}"/>
              </a:ext>
            </a:extLst>
          </p:cNvPr>
          <p:cNvSpPr/>
          <p:nvPr/>
        </p:nvSpPr>
        <p:spPr bwMode="invGray">
          <a:xfrm>
            <a:off x="8975725" y="-1588"/>
            <a:ext cx="26988" cy="620713"/>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39" name="矩形 38">
            <a:extLst>
              <a:ext uri="{FF2B5EF4-FFF2-40B4-BE49-F238E27FC236}">
                <a16:creationId xmlns:a16="http://schemas.microsoft.com/office/drawing/2014/main" id="{59739CEF-4E30-4811-BF26-4BC4CB5D1239}"/>
              </a:ext>
            </a:extLst>
          </p:cNvPr>
          <p:cNvSpPr/>
          <p:nvPr/>
        </p:nvSpPr>
        <p:spPr bwMode="invGray">
          <a:xfrm>
            <a:off x="8915400" y="0"/>
            <a:ext cx="55563" cy="585788"/>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40" name="矩形 39">
            <a:extLst>
              <a:ext uri="{FF2B5EF4-FFF2-40B4-BE49-F238E27FC236}">
                <a16:creationId xmlns:a16="http://schemas.microsoft.com/office/drawing/2014/main" id="{CDE15E72-DCCF-4BB7-AC44-87E7C0BBF7F6}"/>
              </a:ext>
            </a:extLst>
          </p:cNvPr>
          <p:cNvSpPr/>
          <p:nvPr/>
        </p:nvSpPr>
        <p:spPr bwMode="invGray">
          <a:xfrm>
            <a:off x="8874125" y="0"/>
            <a:ext cx="7938" cy="585788"/>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dirty="0"/>
          </a:p>
        </p:txBody>
      </p:sp>
      <p:sp>
        <p:nvSpPr>
          <p:cNvPr id="1039" name="标题占位符 21">
            <a:extLst>
              <a:ext uri="{FF2B5EF4-FFF2-40B4-BE49-F238E27FC236}">
                <a16:creationId xmlns:a16="http://schemas.microsoft.com/office/drawing/2014/main" id="{C75392D2-B2CF-4554-8985-24C8FE9F725B}"/>
              </a:ext>
            </a:extLst>
          </p:cNvPr>
          <p:cNvSpPr>
            <a:spLocks noGrp="1"/>
          </p:cNvSpPr>
          <p:nvPr>
            <p:ph type="title"/>
          </p:nvPr>
        </p:nvSpPr>
        <p:spPr bwMode="auto">
          <a:xfrm>
            <a:off x="457200" y="1143000"/>
            <a:ext cx="8229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040" name="文本占位符 12">
            <a:extLst>
              <a:ext uri="{FF2B5EF4-FFF2-40B4-BE49-F238E27FC236}">
                <a16:creationId xmlns:a16="http://schemas.microsoft.com/office/drawing/2014/main" id="{12509520-FAB6-4B00-9FC7-DBAE8685760B}"/>
              </a:ext>
            </a:extLst>
          </p:cNvPr>
          <p:cNvSpPr>
            <a:spLocks noGrp="1"/>
          </p:cNvSpPr>
          <p:nvPr>
            <p:ph type="body" idx="1"/>
          </p:nvPr>
        </p:nvSpPr>
        <p:spPr bwMode="auto">
          <a:xfrm>
            <a:off x="457200" y="2249488"/>
            <a:ext cx="8229600" cy="432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14" name="日期占位符 13">
            <a:extLst>
              <a:ext uri="{FF2B5EF4-FFF2-40B4-BE49-F238E27FC236}">
                <a16:creationId xmlns:a16="http://schemas.microsoft.com/office/drawing/2014/main" id="{24F2FEE2-C6DA-4B39-9847-A87B24A09397}"/>
              </a:ext>
            </a:extLst>
          </p:cNvPr>
          <p:cNvSpPr>
            <a:spLocks noGrp="1"/>
          </p:cNvSpPr>
          <p:nvPr>
            <p:ph type="dt" sz="half" idx="2"/>
          </p:nvPr>
        </p:nvSpPr>
        <p:spPr>
          <a:xfrm>
            <a:off x="6586538" y="612775"/>
            <a:ext cx="957262" cy="457200"/>
          </a:xfrm>
          <a:prstGeom prst="rect">
            <a:avLst/>
          </a:prstGeom>
        </p:spPr>
        <p:txBody>
          <a:bodyPr vert="horz"/>
          <a:lstStyle>
            <a:lvl1pPr algn="l" eaLnBrk="1" latinLnBrk="0" hangingPunct="1">
              <a:defRPr kumimoji="0" sz="800">
                <a:solidFill>
                  <a:schemeClr val="accent2"/>
                </a:solidFill>
              </a:defRPr>
            </a:lvl1pPr>
          </a:lstStyle>
          <a:p>
            <a:pPr>
              <a:defRPr/>
            </a:pPr>
            <a:endParaRPr lang="en-US" altLang="zh-CN"/>
          </a:p>
        </p:txBody>
      </p:sp>
      <p:sp>
        <p:nvSpPr>
          <p:cNvPr id="3" name="页脚占位符 2">
            <a:extLst>
              <a:ext uri="{FF2B5EF4-FFF2-40B4-BE49-F238E27FC236}">
                <a16:creationId xmlns:a16="http://schemas.microsoft.com/office/drawing/2014/main" id="{14008F79-02AE-4988-8E2F-DBF4EDC41D88}"/>
              </a:ext>
            </a:extLst>
          </p:cNvPr>
          <p:cNvSpPr>
            <a:spLocks noGrp="1"/>
          </p:cNvSpPr>
          <p:nvPr>
            <p:ph type="ftr" sz="quarter" idx="3"/>
          </p:nvPr>
        </p:nvSpPr>
        <p:spPr>
          <a:xfrm>
            <a:off x="5257800" y="612775"/>
            <a:ext cx="1325563" cy="457200"/>
          </a:xfrm>
          <a:prstGeom prst="rect">
            <a:avLst/>
          </a:prstGeom>
        </p:spPr>
        <p:txBody>
          <a:bodyPr vert="horz"/>
          <a:lstStyle>
            <a:lvl1pPr algn="r" eaLnBrk="1" latinLnBrk="0" hangingPunct="1">
              <a:defRPr kumimoji="0" sz="800">
                <a:solidFill>
                  <a:schemeClr val="accent2"/>
                </a:solidFill>
              </a:defRPr>
            </a:lvl1pPr>
          </a:lstStyle>
          <a:p>
            <a:pPr>
              <a:defRPr/>
            </a:pPr>
            <a:endParaRPr lang="en-US" altLang="zh-CN"/>
          </a:p>
        </p:txBody>
      </p:sp>
      <p:sp>
        <p:nvSpPr>
          <p:cNvPr id="23" name="灯片编号占位符 22">
            <a:extLst>
              <a:ext uri="{FF2B5EF4-FFF2-40B4-BE49-F238E27FC236}">
                <a16:creationId xmlns:a16="http://schemas.microsoft.com/office/drawing/2014/main" id="{8EE21C6B-BC3C-4A1E-BBC5-D88BC42415B2}"/>
              </a:ext>
            </a:extLst>
          </p:cNvPr>
          <p:cNvSpPr>
            <a:spLocks noGrp="1"/>
          </p:cNvSpPr>
          <p:nvPr>
            <p:ph type="sldNum" sz="quarter" idx="4"/>
          </p:nvPr>
        </p:nvSpPr>
        <p:spPr>
          <a:xfrm>
            <a:off x="8174038" y="1588"/>
            <a:ext cx="762000" cy="366712"/>
          </a:xfrm>
          <a:prstGeom prst="rect">
            <a:avLst/>
          </a:prstGeom>
        </p:spPr>
        <p:txBody>
          <a:bodyPr vert="horz" wrap="square" lIns="91440" tIns="45720" rIns="91440" bIns="45720" numCol="1" anchor="b" anchorCtr="0" compatLnSpc="1">
            <a:prstTxWarp prst="textNoShape">
              <a:avLst/>
            </a:prstTxWarp>
          </a:bodyPr>
          <a:lstStyle>
            <a:lvl1pPr algn="r" eaLnBrk="1" hangingPunct="1">
              <a:defRPr kumimoji="0" sz="1800">
                <a:solidFill>
                  <a:srgbClr val="FFFFFF"/>
                </a:solidFill>
              </a:defRPr>
            </a:lvl1pPr>
          </a:lstStyle>
          <a:p>
            <a:fld id="{29161068-18FD-4502-9770-98541EAD48AE}" type="slidenum">
              <a:rPr lang="en-US" altLang="zh-CN"/>
              <a:pPr/>
              <a:t>‹#›</a:t>
            </a:fld>
            <a:endParaRPr lang="en-US" altLang="zh-CN"/>
          </a:p>
        </p:txBody>
      </p:sp>
    </p:spTree>
    <p:extLst>
      <p:ext uri="{BB962C8B-B14F-4D97-AF65-F5344CB8AC3E}">
        <p14:creationId xmlns:p14="http://schemas.microsoft.com/office/powerpoint/2010/main" val="1806364777"/>
      </p:ext>
    </p:extLst>
  </p:cSld>
  <p:clrMap bg1="lt1" tx1="dk1" bg2="lt2" tx2="dk2" accent1="accent1" accent2="accent2" accent3="accent3" accent4="accent4" accent5="accent5" accent6="accent6" hlink="hlink" folHlink="folHlink"/>
  <p:sldLayoutIdLst>
    <p:sldLayoutId id="2147483824" r:id="rId1"/>
    <p:sldLayoutId id="2147483825" r:id="rId2"/>
    <p:sldLayoutId id="2147483826" r:id="rId3"/>
    <p:sldLayoutId id="2147483827" r:id="rId4"/>
    <p:sldLayoutId id="2147483828" r:id="rId5"/>
    <p:sldLayoutId id="2147483829" r:id="rId6"/>
    <p:sldLayoutId id="2147483830" r:id="rId7"/>
    <p:sldLayoutId id="2147483831" r:id="rId8"/>
    <p:sldLayoutId id="2147483832" r:id="rId9"/>
    <p:sldLayoutId id="2147483833" r:id="rId10"/>
    <p:sldLayoutId id="2147483834" r:id="rId11"/>
  </p:sldLayoutIdLst>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Trebuchet MS" pitchFamily="34" charset="0"/>
          <a:ea typeface="方正姚体" pitchFamily="2" charset="-122"/>
        </a:defRPr>
      </a:lvl2pPr>
      <a:lvl3pPr algn="l" rtl="0" eaLnBrk="0" fontAlgn="base" hangingPunct="0">
        <a:spcBef>
          <a:spcPct val="0"/>
        </a:spcBef>
        <a:spcAft>
          <a:spcPct val="0"/>
        </a:spcAft>
        <a:defRPr sz="4000">
          <a:solidFill>
            <a:schemeClr val="tx2"/>
          </a:solidFill>
          <a:latin typeface="Trebuchet MS" pitchFamily="34" charset="0"/>
          <a:ea typeface="方正姚体" pitchFamily="2" charset="-122"/>
        </a:defRPr>
      </a:lvl3pPr>
      <a:lvl4pPr algn="l" rtl="0" eaLnBrk="0" fontAlgn="base" hangingPunct="0">
        <a:spcBef>
          <a:spcPct val="0"/>
        </a:spcBef>
        <a:spcAft>
          <a:spcPct val="0"/>
        </a:spcAft>
        <a:defRPr sz="4000">
          <a:solidFill>
            <a:schemeClr val="tx2"/>
          </a:solidFill>
          <a:latin typeface="Trebuchet MS" pitchFamily="34" charset="0"/>
          <a:ea typeface="方正姚体" pitchFamily="2" charset="-122"/>
        </a:defRPr>
      </a:lvl4pPr>
      <a:lvl5pPr algn="l" rtl="0" eaLnBrk="0" fontAlgn="base" hangingPunct="0">
        <a:spcBef>
          <a:spcPct val="0"/>
        </a:spcBef>
        <a:spcAft>
          <a:spcPct val="0"/>
        </a:spcAft>
        <a:defRPr sz="4000">
          <a:solidFill>
            <a:schemeClr val="tx2"/>
          </a:solidFill>
          <a:latin typeface="Trebuchet MS" pitchFamily="34" charset="0"/>
          <a:ea typeface="方正姚体" pitchFamily="2" charset="-122"/>
        </a:defRPr>
      </a:lvl5pPr>
      <a:lvl6pPr marL="457200" algn="l" rtl="0" fontAlgn="base">
        <a:spcBef>
          <a:spcPct val="0"/>
        </a:spcBef>
        <a:spcAft>
          <a:spcPct val="0"/>
        </a:spcAft>
        <a:defRPr sz="4000">
          <a:solidFill>
            <a:schemeClr val="tx2"/>
          </a:solidFill>
          <a:latin typeface="Trebuchet MS" pitchFamily="34" charset="0"/>
          <a:ea typeface="方正姚体" pitchFamily="2" charset="-122"/>
        </a:defRPr>
      </a:lvl6pPr>
      <a:lvl7pPr marL="914400" algn="l" rtl="0" fontAlgn="base">
        <a:spcBef>
          <a:spcPct val="0"/>
        </a:spcBef>
        <a:spcAft>
          <a:spcPct val="0"/>
        </a:spcAft>
        <a:defRPr sz="4000">
          <a:solidFill>
            <a:schemeClr val="tx2"/>
          </a:solidFill>
          <a:latin typeface="Trebuchet MS" pitchFamily="34" charset="0"/>
          <a:ea typeface="方正姚体" pitchFamily="2" charset="-122"/>
        </a:defRPr>
      </a:lvl7pPr>
      <a:lvl8pPr marL="1371600" algn="l" rtl="0" fontAlgn="base">
        <a:spcBef>
          <a:spcPct val="0"/>
        </a:spcBef>
        <a:spcAft>
          <a:spcPct val="0"/>
        </a:spcAft>
        <a:defRPr sz="4000">
          <a:solidFill>
            <a:schemeClr val="tx2"/>
          </a:solidFill>
          <a:latin typeface="Trebuchet MS" pitchFamily="34" charset="0"/>
          <a:ea typeface="方正姚体" pitchFamily="2" charset="-122"/>
        </a:defRPr>
      </a:lvl8pPr>
      <a:lvl9pPr marL="1828800" algn="l" rtl="0" fontAlgn="base">
        <a:spcBef>
          <a:spcPct val="0"/>
        </a:spcBef>
        <a:spcAft>
          <a:spcPct val="0"/>
        </a:spcAft>
        <a:defRPr sz="4000">
          <a:solidFill>
            <a:schemeClr val="tx2"/>
          </a:solidFill>
          <a:latin typeface="Trebuchet MS" pitchFamily="34" charset="0"/>
          <a:ea typeface="方正姚体" pitchFamily="2" charset="-122"/>
        </a:defRPr>
      </a:lvl9pPr>
    </p:titleStyle>
    <p:bodyStyle>
      <a:lvl1pPr marL="365125" indent="-255588" algn="l" rtl="0" eaLnBrk="0" fontAlgn="base" hangingPunct="0">
        <a:spcBef>
          <a:spcPts val="300"/>
        </a:spcBef>
        <a:spcAft>
          <a:spcPct val="0"/>
        </a:spcAft>
        <a:buClr>
          <a:srgbClr val="A04DA3"/>
        </a:buClr>
        <a:buFont typeface="Georgia" panose="02040502050405020303" pitchFamily="18" charset="0"/>
        <a:buChar char="•"/>
        <a:defRPr sz="2800" kern="1200">
          <a:solidFill>
            <a:schemeClr val="tx1"/>
          </a:solidFill>
          <a:latin typeface="+mn-lt"/>
          <a:ea typeface="+mn-ea"/>
          <a:cs typeface="+mn-cs"/>
        </a:defRPr>
      </a:lvl1pPr>
      <a:lvl2pPr marL="657225" indent="-246063" algn="l" rtl="0" eaLnBrk="0" fontAlgn="base" hangingPunct="0">
        <a:spcBef>
          <a:spcPts val="300"/>
        </a:spcBef>
        <a:spcAft>
          <a:spcPct val="0"/>
        </a:spcAft>
        <a:buClr>
          <a:schemeClr val="accent2"/>
        </a:buClr>
        <a:buFont typeface="Georgia" panose="02040502050405020303" pitchFamily="18" charset="0"/>
        <a:buChar char="▫"/>
        <a:defRPr sz="2600" kern="1200">
          <a:solidFill>
            <a:schemeClr val="accent2"/>
          </a:solidFill>
          <a:latin typeface="+mn-lt"/>
          <a:ea typeface="+mn-ea"/>
          <a:cs typeface="+mn-cs"/>
        </a:defRPr>
      </a:lvl2pPr>
      <a:lvl3pPr marL="922338" indent="-219075" algn="l" rtl="0" eaLnBrk="0" fontAlgn="base" hangingPunct="0">
        <a:spcBef>
          <a:spcPts val="300"/>
        </a:spcBef>
        <a:spcAft>
          <a:spcPct val="0"/>
        </a:spcAft>
        <a:buClr>
          <a:schemeClr val="accent1"/>
        </a:buClr>
        <a:buFont typeface="Wingdings 2" panose="05020102010507070707" pitchFamily="18" charset="2"/>
        <a:buChar char=""/>
        <a:defRPr sz="2400" kern="1200">
          <a:solidFill>
            <a:schemeClr val="accent1"/>
          </a:solidFill>
          <a:latin typeface="+mn-lt"/>
          <a:ea typeface="+mn-ea"/>
          <a:cs typeface="+mn-cs"/>
        </a:defRPr>
      </a:lvl3pPr>
      <a:lvl4pPr marL="1179513" indent="-200025" algn="l" rtl="0" eaLnBrk="0" fontAlgn="base" hangingPunct="0">
        <a:spcBef>
          <a:spcPts val="300"/>
        </a:spcBef>
        <a:spcAft>
          <a:spcPct val="0"/>
        </a:spcAft>
        <a:buClr>
          <a:schemeClr val="accent1"/>
        </a:buClr>
        <a:buFont typeface="Wingdings 2" panose="05020102010507070707" pitchFamily="18" charset="2"/>
        <a:buChar char=""/>
        <a:defRPr sz="2200" kern="1200">
          <a:solidFill>
            <a:schemeClr val="accent1"/>
          </a:solidFill>
          <a:latin typeface="+mn-lt"/>
          <a:ea typeface="+mn-ea"/>
          <a:cs typeface="+mn-cs"/>
        </a:defRPr>
      </a:lvl4pPr>
      <a:lvl5pPr marL="1389063" indent="-182563" algn="l" rtl="0" eaLnBrk="0" fontAlgn="base" hangingPunct="0">
        <a:spcBef>
          <a:spcPts val="300"/>
        </a:spcBef>
        <a:spcAft>
          <a:spcPct val="0"/>
        </a:spcAft>
        <a:buClr>
          <a:srgbClr val="A04DA3"/>
        </a:buClr>
        <a:buFont typeface="Georgia" panose="02040502050405020303" pitchFamily="18" charset="0"/>
        <a:buChar char="▫"/>
        <a:defRPr sz="2000" kern="1200">
          <a:solidFill>
            <a:srgbClr val="A04DA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3.wmf"/><Relationship Id="rId13" Type="http://schemas.openxmlformats.org/officeDocument/2006/relationships/image" Target="../media/image16.wmf"/><Relationship Id="rId3" Type="http://schemas.openxmlformats.org/officeDocument/2006/relationships/oleObject" Target="../embeddings/oleObject1.bin"/><Relationship Id="rId7" Type="http://schemas.openxmlformats.org/officeDocument/2006/relationships/image" Target="../media/image12.wmf"/><Relationship Id="rId12" Type="http://schemas.openxmlformats.org/officeDocument/2006/relationships/oleObject" Target="../embeddings/oleObject4.bin"/><Relationship Id="rId2" Type="http://schemas.openxmlformats.org/officeDocument/2006/relationships/image" Target="../media/image9.wmf"/><Relationship Id="rId1" Type="http://schemas.openxmlformats.org/officeDocument/2006/relationships/slideLayout" Target="../slideLayouts/slideLayout2.xml"/><Relationship Id="rId6" Type="http://schemas.openxmlformats.org/officeDocument/2006/relationships/image" Target="../media/image11.wmf"/><Relationship Id="rId11" Type="http://schemas.openxmlformats.org/officeDocument/2006/relationships/image" Target="../media/image15.wmf"/><Relationship Id="rId5" Type="http://schemas.openxmlformats.org/officeDocument/2006/relationships/oleObject" Target="../embeddings/oleObject2.bin"/><Relationship Id="rId10" Type="http://schemas.openxmlformats.org/officeDocument/2006/relationships/oleObject" Target="../embeddings/oleObject3.bin"/><Relationship Id="rId4" Type="http://schemas.openxmlformats.org/officeDocument/2006/relationships/image" Target="../media/image10.wmf"/><Relationship Id="rId9" Type="http://schemas.openxmlformats.org/officeDocument/2006/relationships/image" Target="../media/image14.wmf"/><Relationship Id="rId14" Type="http://schemas.openxmlformats.org/officeDocument/2006/relationships/image" Target="../media/image17.w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image" Target="../media/image18.wmf"/><Relationship Id="rId1" Type="http://schemas.openxmlformats.org/officeDocument/2006/relationships/slideLayout" Target="../slideLayouts/slideLayout7.xml"/><Relationship Id="rId4" Type="http://schemas.openxmlformats.org/officeDocument/2006/relationships/image" Target="../media/image19.wmf"/></Relationships>
</file>

<file path=ppt/slides/_rels/slide13.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audio" Target="../media/audio2.wav"/><Relationship Id="rId1" Type="http://schemas.openxmlformats.org/officeDocument/2006/relationships/slideLayout" Target="../slideLayouts/slideLayout4.xml"/><Relationship Id="rId4" Type="http://schemas.openxmlformats.org/officeDocument/2006/relationships/image" Target="../media/image21.emf"/></Relationships>
</file>

<file path=ppt/slides/_rels/slide21.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oleObject" Target="../embeddings/oleObject8.bin"/><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oleObject" Target="../embeddings/oleObject9.bin"/><Relationship Id="rId1" Type="http://schemas.openxmlformats.org/officeDocument/2006/relationships/slideLayout" Target="../slideLayouts/slideLayout4.xml"/><Relationship Id="rId4" Type="http://schemas.openxmlformats.org/officeDocument/2006/relationships/oleObject" Target="../embeddings/oleObject10.bin"/></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oleObject" Target="../embeddings/oleObject11.bin"/><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oleObject" Target="../embeddings/oleObject12.bin"/><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audio" Target="../media/audio3.wav"/><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oleObject" Target="../embeddings/oleObject13.bin"/><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oleObject" Target="../embeddings/oleObject14.bin"/><Relationship Id="rId1" Type="http://schemas.openxmlformats.org/officeDocument/2006/relationships/slideLayout" Target="../slideLayouts/slideLayout7.xml"/><Relationship Id="rId5" Type="http://schemas.openxmlformats.org/officeDocument/2006/relationships/image" Target="../media/image28.wmf"/><Relationship Id="rId4" Type="http://schemas.openxmlformats.org/officeDocument/2006/relationships/oleObject" Target="../embeddings/oleObject15.bin"/></Relationships>
</file>

<file path=ppt/slides/_rels/slide57.x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oleObject" Target="../embeddings/oleObject16.bin"/><Relationship Id="rId1" Type="http://schemas.openxmlformats.org/officeDocument/2006/relationships/slideLayout" Target="../slideLayouts/slideLayout2.xml"/><Relationship Id="rId5" Type="http://schemas.openxmlformats.org/officeDocument/2006/relationships/image" Target="../media/image30.wmf"/><Relationship Id="rId4" Type="http://schemas.openxmlformats.org/officeDocument/2006/relationships/oleObject" Target="../embeddings/oleObject17.bin"/></Relationships>
</file>

<file path=ppt/slides/_rels/slide58.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oleObject" Target="../embeddings/oleObject18.bin"/><Relationship Id="rId1" Type="http://schemas.openxmlformats.org/officeDocument/2006/relationships/slideLayout" Target="../slideLayouts/slideLayout7.xml"/><Relationship Id="rId5" Type="http://schemas.openxmlformats.org/officeDocument/2006/relationships/image" Target="../media/image32.wmf"/><Relationship Id="rId4" Type="http://schemas.openxmlformats.org/officeDocument/2006/relationships/oleObject" Target="../embeddings/oleObject19.bin"/></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oleObject" Target="../embeddings/oleObject20.bin"/><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8" Type="http://schemas.openxmlformats.org/officeDocument/2006/relationships/oleObject" Target="../embeddings/oleObject24.bin"/><Relationship Id="rId3" Type="http://schemas.openxmlformats.org/officeDocument/2006/relationships/image" Target="../media/image34.wmf"/><Relationship Id="rId7" Type="http://schemas.openxmlformats.org/officeDocument/2006/relationships/image" Target="../media/image36.jpeg"/><Relationship Id="rId2" Type="http://schemas.openxmlformats.org/officeDocument/2006/relationships/oleObject" Target="../embeddings/oleObject21.bin"/><Relationship Id="rId1" Type="http://schemas.openxmlformats.org/officeDocument/2006/relationships/slideLayout" Target="../slideLayouts/slideLayout29.xml"/><Relationship Id="rId6" Type="http://schemas.openxmlformats.org/officeDocument/2006/relationships/oleObject" Target="../embeddings/oleObject23.bin"/><Relationship Id="rId5" Type="http://schemas.openxmlformats.org/officeDocument/2006/relationships/image" Target="../media/image35.wmf"/><Relationship Id="rId4" Type="http://schemas.openxmlformats.org/officeDocument/2006/relationships/oleObject" Target="../embeddings/oleObject22.bin"/><Relationship Id="rId9" Type="http://schemas.openxmlformats.org/officeDocument/2006/relationships/image" Target="../media/image37.emf"/></Relationships>
</file>

<file path=ppt/slides/_rels/slide62.xml.rels><?xml version="1.0" encoding="UTF-8" standalone="yes"?>
<Relationships xmlns="http://schemas.openxmlformats.org/package/2006/relationships"><Relationship Id="rId8" Type="http://schemas.openxmlformats.org/officeDocument/2006/relationships/oleObject" Target="../embeddings/oleObject29.bin"/><Relationship Id="rId13" Type="http://schemas.openxmlformats.org/officeDocument/2006/relationships/image" Target="../media/image41.emf"/><Relationship Id="rId3" Type="http://schemas.openxmlformats.org/officeDocument/2006/relationships/image" Target="../media/image35.wmf"/><Relationship Id="rId7" Type="http://schemas.openxmlformats.org/officeDocument/2006/relationships/oleObject" Target="../embeddings/oleObject28.bin"/><Relationship Id="rId12" Type="http://schemas.openxmlformats.org/officeDocument/2006/relationships/oleObject" Target="../embeddings/oleObject31.bin"/><Relationship Id="rId2" Type="http://schemas.openxmlformats.org/officeDocument/2006/relationships/oleObject" Target="../embeddings/oleObject25.bin"/><Relationship Id="rId1" Type="http://schemas.openxmlformats.org/officeDocument/2006/relationships/slideLayout" Target="../slideLayouts/slideLayout24.xml"/><Relationship Id="rId6" Type="http://schemas.openxmlformats.org/officeDocument/2006/relationships/image" Target="../media/image38.emf"/><Relationship Id="rId11" Type="http://schemas.openxmlformats.org/officeDocument/2006/relationships/image" Target="../media/image40.emf"/><Relationship Id="rId5" Type="http://schemas.openxmlformats.org/officeDocument/2006/relationships/oleObject" Target="../embeddings/oleObject27.bin"/><Relationship Id="rId15" Type="http://schemas.openxmlformats.org/officeDocument/2006/relationships/image" Target="../media/image42.emf"/><Relationship Id="rId10" Type="http://schemas.openxmlformats.org/officeDocument/2006/relationships/oleObject" Target="../embeddings/oleObject30.bin"/><Relationship Id="rId4" Type="http://schemas.openxmlformats.org/officeDocument/2006/relationships/oleObject" Target="../embeddings/oleObject26.bin"/><Relationship Id="rId9" Type="http://schemas.openxmlformats.org/officeDocument/2006/relationships/image" Target="../media/image39.emf"/><Relationship Id="rId14" Type="http://schemas.openxmlformats.org/officeDocument/2006/relationships/oleObject" Target="../embeddings/oleObject32.bin"/></Relationships>
</file>

<file path=ppt/slides/_rels/slide63.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oleObject" Target="../embeddings/oleObject33.bin"/><Relationship Id="rId1" Type="http://schemas.openxmlformats.org/officeDocument/2006/relationships/slideLayout" Target="../slideLayouts/slideLayout24.xml"/><Relationship Id="rId5" Type="http://schemas.openxmlformats.org/officeDocument/2006/relationships/image" Target="../media/image43.emf"/><Relationship Id="rId4" Type="http://schemas.openxmlformats.org/officeDocument/2006/relationships/oleObject" Target="../embeddings/oleObject34.bin"/></Relationships>
</file>

<file path=ppt/slides/_rels/slide64.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oleObject" Target="../embeddings/oleObject35.bin"/><Relationship Id="rId1" Type="http://schemas.openxmlformats.org/officeDocument/2006/relationships/slideLayout" Target="../slideLayouts/slideLayout24.xml"/></Relationships>
</file>

<file path=ppt/slides/_rels/slide65.x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oleObject" Target="../embeddings/oleObject36.bin"/><Relationship Id="rId1" Type="http://schemas.openxmlformats.org/officeDocument/2006/relationships/slideLayout" Target="../slideLayouts/slideLayout29.xml"/><Relationship Id="rId5" Type="http://schemas.openxmlformats.org/officeDocument/2006/relationships/image" Target="../media/image46.wmf"/><Relationship Id="rId4" Type="http://schemas.openxmlformats.org/officeDocument/2006/relationships/oleObject" Target="../embeddings/oleObject37.bin"/></Relationships>
</file>

<file path=ppt/slides/_rels/slide66.x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oleObject" Target="../embeddings/oleObject38.bin"/><Relationship Id="rId1" Type="http://schemas.openxmlformats.org/officeDocument/2006/relationships/slideLayout" Target="../slideLayouts/slideLayout29.xml"/></Relationships>
</file>

<file path=ppt/slides/_rels/slide67.xml.rels><?xml version="1.0" encoding="UTF-8" standalone="yes"?>
<Relationships xmlns="http://schemas.openxmlformats.org/package/2006/relationships"><Relationship Id="rId3" Type="http://schemas.openxmlformats.org/officeDocument/2006/relationships/image" Target="../media/image48.emf"/><Relationship Id="rId7" Type="http://schemas.openxmlformats.org/officeDocument/2006/relationships/image" Target="../media/image50.emf"/><Relationship Id="rId2" Type="http://schemas.openxmlformats.org/officeDocument/2006/relationships/oleObject" Target="../embeddings/oleObject39.bin"/><Relationship Id="rId1" Type="http://schemas.openxmlformats.org/officeDocument/2006/relationships/slideLayout" Target="../slideLayouts/slideLayout24.xml"/><Relationship Id="rId6" Type="http://schemas.openxmlformats.org/officeDocument/2006/relationships/oleObject" Target="../embeddings/oleObject41.bin"/><Relationship Id="rId5" Type="http://schemas.openxmlformats.org/officeDocument/2006/relationships/image" Target="../media/image49.emf"/><Relationship Id="rId4" Type="http://schemas.openxmlformats.org/officeDocument/2006/relationships/oleObject" Target="../embeddings/oleObject40.bin"/></Relationships>
</file>

<file path=ppt/slides/_rels/slide68.xml.rels><?xml version="1.0" encoding="UTF-8" standalone="yes"?>
<Relationships xmlns="http://schemas.openxmlformats.org/package/2006/relationships"><Relationship Id="rId3" Type="http://schemas.openxmlformats.org/officeDocument/2006/relationships/image" Target="../media/image51.wmf"/><Relationship Id="rId2" Type="http://schemas.openxmlformats.org/officeDocument/2006/relationships/oleObject" Target="../embeddings/oleObject42.bin"/><Relationship Id="rId1" Type="http://schemas.openxmlformats.org/officeDocument/2006/relationships/slideLayout" Target="../slideLayouts/slideLayout24.xml"/><Relationship Id="rId5" Type="http://schemas.openxmlformats.org/officeDocument/2006/relationships/image" Target="../media/image52.wmf"/><Relationship Id="rId4" Type="http://schemas.openxmlformats.org/officeDocument/2006/relationships/oleObject" Target="../embeddings/oleObject43.bin"/></Relationships>
</file>

<file path=ppt/slides/_rels/slide69.xml.rels><?xml version="1.0" encoding="UTF-8" standalone="yes"?>
<Relationships xmlns="http://schemas.openxmlformats.org/package/2006/relationships"><Relationship Id="rId3" Type="http://schemas.openxmlformats.org/officeDocument/2006/relationships/image" Target="../media/image34.wmf"/><Relationship Id="rId7" Type="http://schemas.openxmlformats.org/officeDocument/2006/relationships/image" Target="../media/image54.emf"/><Relationship Id="rId2" Type="http://schemas.openxmlformats.org/officeDocument/2006/relationships/oleObject" Target="../embeddings/oleObject44.bin"/><Relationship Id="rId1" Type="http://schemas.openxmlformats.org/officeDocument/2006/relationships/slideLayout" Target="../slideLayouts/slideLayout24.xml"/><Relationship Id="rId6" Type="http://schemas.openxmlformats.org/officeDocument/2006/relationships/oleObject" Target="../embeddings/oleObject46.bin"/><Relationship Id="rId5" Type="http://schemas.openxmlformats.org/officeDocument/2006/relationships/image" Target="../media/image53.emf"/><Relationship Id="rId4" Type="http://schemas.openxmlformats.org/officeDocument/2006/relationships/oleObject" Target="../embeddings/oleObject45.bin"/></Relationships>
</file>

<file path=ppt/slides/_rels/slide70.xml.rels><?xml version="1.0" encoding="UTF-8" standalone="yes"?>
<Relationships xmlns="http://schemas.openxmlformats.org/package/2006/relationships"><Relationship Id="rId8" Type="http://schemas.openxmlformats.org/officeDocument/2006/relationships/oleObject" Target="../embeddings/oleObject50.bin"/><Relationship Id="rId3" Type="http://schemas.openxmlformats.org/officeDocument/2006/relationships/image" Target="../media/image55.emf"/><Relationship Id="rId7" Type="http://schemas.openxmlformats.org/officeDocument/2006/relationships/image" Target="../media/image35.wmf"/><Relationship Id="rId2" Type="http://schemas.openxmlformats.org/officeDocument/2006/relationships/oleObject" Target="../embeddings/oleObject47.bin"/><Relationship Id="rId1" Type="http://schemas.openxmlformats.org/officeDocument/2006/relationships/slideLayout" Target="../slideLayouts/slideLayout29.xml"/><Relationship Id="rId6" Type="http://schemas.openxmlformats.org/officeDocument/2006/relationships/oleObject" Target="../embeddings/oleObject49.bin"/><Relationship Id="rId5" Type="http://schemas.openxmlformats.org/officeDocument/2006/relationships/image" Target="../media/image56.emf"/><Relationship Id="rId4" Type="http://schemas.openxmlformats.org/officeDocument/2006/relationships/oleObject" Target="../embeddings/oleObject48.bin"/><Relationship Id="rId9" Type="http://schemas.openxmlformats.org/officeDocument/2006/relationships/image" Target="../media/image57.emf"/></Relationships>
</file>

<file path=ppt/slides/_rels/slide71.xml.rels><?xml version="1.0" encoding="UTF-8" standalone="yes"?>
<Relationships xmlns="http://schemas.openxmlformats.org/package/2006/relationships"><Relationship Id="rId8" Type="http://schemas.openxmlformats.org/officeDocument/2006/relationships/oleObject" Target="../embeddings/oleObject54.bin"/><Relationship Id="rId3" Type="http://schemas.openxmlformats.org/officeDocument/2006/relationships/image" Target="../media/image58.emf"/><Relationship Id="rId7" Type="http://schemas.openxmlformats.org/officeDocument/2006/relationships/image" Target="../media/image60.emf"/><Relationship Id="rId2" Type="http://schemas.openxmlformats.org/officeDocument/2006/relationships/oleObject" Target="../embeddings/oleObject51.bin"/><Relationship Id="rId1" Type="http://schemas.openxmlformats.org/officeDocument/2006/relationships/slideLayout" Target="../slideLayouts/slideLayout24.xml"/><Relationship Id="rId6" Type="http://schemas.openxmlformats.org/officeDocument/2006/relationships/oleObject" Target="../embeddings/oleObject53.bin"/><Relationship Id="rId5" Type="http://schemas.openxmlformats.org/officeDocument/2006/relationships/image" Target="../media/image59.emf"/><Relationship Id="rId4" Type="http://schemas.openxmlformats.org/officeDocument/2006/relationships/oleObject" Target="../embeddings/oleObject52.bin"/><Relationship Id="rId9" Type="http://schemas.openxmlformats.org/officeDocument/2006/relationships/image" Target="../media/image61.emf"/></Relationships>
</file>

<file path=ppt/slides/_rels/slide72.xml.rels><?xml version="1.0" encoding="UTF-8" standalone="yes"?>
<Relationships xmlns="http://schemas.openxmlformats.org/package/2006/relationships"><Relationship Id="rId3" Type="http://schemas.openxmlformats.org/officeDocument/2006/relationships/image" Target="../media/image62.emf"/><Relationship Id="rId2" Type="http://schemas.openxmlformats.org/officeDocument/2006/relationships/oleObject" Target="../embeddings/oleObject55.bin"/><Relationship Id="rId1" Type="http://schemas.openxmlformats.org/officeDocument/2006/relationships/slideLayout" Target="../slideLayouts/slideLayout24.xml"/></Relationships>
</file>

<file path=ppt/slides/_rels/slide73.xml.rels><?xml version="1.0" encoding="UTF-8" standalone="yes"?>
<Relationships xmlns="http://schemas.openxmlformats.org/package/2006/relationships"><Relationship Id="rId8" Type="http://schemas.openxmlformats.org/officeDocument/2006/relationships/oleObject" Target="../embeddings/oleObject59.bin"/><Relationship Id="rId3" Type="http://schemas.openxmlformats.org/officeDocument/2006/relationships/image" Target="../media/image63.emf"/><Relationship Id="rId7" Type="http://schemas.openxmlformats.org/officeDocument/2006/relationships/image" Target="../media/image65.wmf"/><Relationship Id="rId2" Type="http://schemas.openxmlformats.org/officeDocument/2006/relationships/oleObject" Target="../embeddings/oleObject56.bin"/><Relationship Id="rId1" Type="http://schemas.openxmlformats.org/officeDocument/2006/relationships/slideLayout" Target="../slideLayouts/slideLayout40.xml"/><Relationship Id="rId6" Type="http://schemas.openxmlformats.org/officeDocument/2006/relationships/oleObject" Target="../embeddings/oleObject58.bin"/><Relationship Id="rId5" Type="http://schemas.openxmlformats.org/officeDocument/2006/relationships/image" Target="../media/image64.wmf"/><Relationship Id="rId4" Type="http://schemas.openxmlformats.org/officeDocument/2006/relationships/oleObject" Target="../embeddings/oleObject57.bin"/><Relationship Id="rId9" Type="http://schemas.openxmlformats.org/officeDocument/2006/relationships/image" Target="../media/image66.emf"/></Relationships>
</file>

<file path=ppt/slides/_rels/slide7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35.xml"/><Relationship Id="rId4" Type="http://schemas.openxmlformats.org/officeDocument/2006/relationships/image" Target="../media/image68.png"/></Relationships>
</file>

<file path=ppt/slides/_rels/slide75.xml.rels><?xml version="1.0" encoding="UTF-8" standalone="yes"?>
<Relationships xmlns="http://schemas.openxmlformats.org/package/2006/relationships"><Relationship Id="rId8" Type="http://schemas.openxmlformats.org/officeDocument/2006/relationships/oleObject" Target="../embeddings/oleObject63.bin"/><Relationship Id="rId3" Type="http://schemas.openxmlformats.org/officeDocument/2006/relationships/image" Target="../media/image67.emf"/><Relationship Id="rId7" Type="http://schemas.openxmlformats.org/officeDocument/2006/relationships/image" Target="../media/image69.wmf"/><Relationship Id="rId2" Type="http://schemas.openxmlformats.org/officeDocument/2006/relationships/oleObject" Target="../embeddings/oleObject60.bin"/><Relationship Id="rId1" Type="http://schemas.openxmlformats.org/officeDocument/2006/relationships/slideLayout" Target="../slideLayouts/slideLayout35.xml"/><Relationship Id="rId6" Type="http://schemas.openxmlformats.org/officeDocument/2006/relationships/oleObject" Target="../embeddings/oleObject62.bin"/><Relationship Id="rId11" Type="http://schemas.openxmlformats.org/officeDocument/2006/relationships/image" Target="../media/image71.wmf"/><Relationship Id="rId5" Type="http://schemas.openxmlformats.org/officeDocument/2006/relationships/image" Target="../media/image68.wmf"/><Relationship Id="rId10" Type="http://schemas.openxmlformats.org/officeDocument/2006/relationships/oleObject" Target="../embeddings/oleObject64.bin"/><Relationship Id="rId4" Type="http://schemas.openxmlformats.org/officeDocument/2006/relationships/oleObject" Target="../embeddings/oleObject61.bin"/><Relationship Id="rId9" Type="http://schemas.openxmlformats.org/officeDocument/2006/relationships/image" Target="../media/image70.wmf"/></Relationships>
</file>

<file path=ppt/slides/_rels/slide76.xml.rels><?xml version="1.0" encoding="UTF-8" standalone="yes"?>
<Relationships xmlns="http://schemas.openxmlformats.org/package/2006/relationships"><Relationship Id="rId8" Type="http://schemas.openxmlformats.org/officeDocument/2006/relationships/oleObject" Target="../embeddings/oleObject68.bin"/><Relationship Id="rId13" Type="http://schemas.openxmlformats.org/officeDocument/2006/relationships/oleObject" Target="../embeddings/oleObject72.bin"/><Relationship Id="rId3" Type="http://schemas.openxmlformats.org/officeDocument/2006/relationships/image" Target="../media/image35.wmf"/><Relationship Id="rId7" Type="http://schemas.openxmlformats.org/officeDocument/2006/relationships/image" Target="../media/image73.wmf"/><Relationship Id="rId12" Type="http://schemas.openxmlformats.org/officeDocument/2006/relationships/image" Target="../media/image74.emf"/><Relationship Id="rId2" Type="http://schemas.openxmlformats.org/officeDocument/2006/relationships/oleObject" Target="../embeddings/oleObject65.bin"/><Relationship Id="rId1" Type="http://schemas.openxmlformats.org/officeDocument/2006/relationships/slideLayout" Target="../slideLayouts/slideLayout35.xml"/><Relationship Id="rId6" Type="http://schemas.openxmlformats.org/officeDocument/2006/relationships/oleObject" Target="../embeddings/oleObject67.bin"/><Relationship Id="rId11" Type="http://schemas.openxmlformats.org/officeDocument/2006/relationships/oleObject" Target="../embeddings/oleObject71.bin"/><Relationship Id="rId5" Type="http://schemas.openxmlformats.org/officeDocument/2006/relationships/image" Target="../media/image72.emf"/><Relationship Id="rId10" Type="http://schemas.openxmlformats.org/officeDocument/2006/relationships/oleObject" Target="../embeddings/oleObject70.bin"/><Relationship Id="rId4" Type="http://schemas.openxmlformats.org/officeDocument/2006/relationships/oleObject" Target="../embeddings/oleObject66.bin"/><Relationship Id="rId9" Type="http://schemas.openxmlformats.org/officeDocument/2006/relationships/oleObject" Target="../embeddings/oleObject69.bin"/><Relationship Id="rId14" Type="http://schemas.openxmlformats.org/officeDocument/2006/relationships/image" Target="../media/image75.wmf"/></Relationships>
</file>

<file path=ppt/slides/_rels/slide77.xml.rels><?xml version="1.0" encoding="UTF-8" standalone="yes"?>
<Relationships xmlns="http://schemas.openxmlformats.org/package/2006/relationships"><Relationship Id="rId3" Type="http://schemas.openxmlformats.org/officeDocument/2006/relationships/image" Target="../media/image76.emf"/><Relationship Id="rId2" Type="http://schemas.openxmlformats.org/officeDocument/2006/relationships/oleObject" Target="../embeddings/oleObject73.bin"/><Relationship Id="rId1" Type="http://schemas.openxmlformats.org/officeDocument/2006/relationships/slideLayout" Target="../slideLayouts/slideLayout40.xml"/></Relationships>
</file>

<file path=ppt/slides/_rels/slide78.xml.rels><?xml version="1.0" encoding="UTF-8" standalone="yes"?>
<Relationships xmlns="http://schemas.openxmlformats.org/package/2006/relationships"><Relationship Id="rId8" Type="http://schemas.openxmlformats.org/officeDocument/2006/relationships/oleObject" Target="../embeddings/oleObject77.bin"/><Relationship Id="rId3" Type="http://schemas.openxmlformats.org/officeDocument/2006/relationships/image" Target="../media/image77.emf"/><Relationship Id="rId7" Type="http://schemas.openxmlformats.org/officeDocument/2006/relationships/image" Target="../media/image79.emf"/><Relationship Id="rId2" Type="http://schemas.openxmlformats.org/officeDocument/2006/relationships/oleObject" Target="../embeddings/oleObject74.bin"/><Relationship Id="rId1" Type="http://schemas.openxmlformats.org/officeDocument/2006/relationships/slideLayout" Target="../slideLayouts/slideLayout35.xml"/><Relationship Id="rId6" Type="http://schemas.openxmlformats.org/officeDocument/2006/relationships/oleObject" Target="../embeddings/oleObject76.bin"/><Relationship Id="rId5" Type="http://schemas.openxmlformats.org/officeDocument/2006/relationships/image" Target="../media/image78.wmf"/><Relationship Id="rId4" Type="http://schemas.openxmlformats.org/officeDocument/2006/relationships/oleObject" Target="../embeddings/oleObject75.bin"/><Relationship Id="rId9" Type="http://schemas.openxmlformats.org/officeDocument/2006/relationships/image" Target="../media/image80.emf"/></Relationships>
</file>

<file path=ppt/slides/_rels/slide79.xml.rels><?xml version="1.0" encoding="UTF-8" standalone="yes"?>
<Relationships xmlns="http://schemas.openxmlformats.org/package/2006/relationships"><Relationship Id="rId8" Type="http://schemas.openxmlformats.org/officeDocument/2006/relationships/oleObject" Target="../embeddings/oleObject81.bin"/><Relationship Id="rId3" Type="http://schemas.openxmlformats.org/officeDocument/2006/relationships/image" Target="../media/image81.emf"/><Relationship Id="rId7" Type="http://schemas.openxmlformats.org/officeDocument/2006/relationships/image" Target="../media/image83.wmf"/><Relationship Id="rId2" Type="http://schemas.openxmlformats.org/officeDocument/2006/relationships/oleObject" Target="../embeddings/oleObject78.bin"/><Relationship Id="rId1" Type="http://schemas.openxmlformats.org/officeDocument/2006/relationships/slideLayout" Target="../slideLayouts/slideLayout35.xml"/><Relationship Id="rId6" Type="http://schemas.openxmlformats.org/officeDocument/2006/relationships/oleObject" Target="../embeddings/oleObject80.bin"/><Relationship Id="rId5" Type="http://schemas.openxmlformats.org/officeDocument/2006/relationships/image" Target="../media/image82.emf"/><Relationship Id="rId4" Type="http://schemas.openxmlformats.org/officeDocument/2006/relationships/oleObject" Target="../embeddings/oleObject79.bin"/><Relationship Id="rId9" Type="http://schemas.openxmlformats.org/officeDocument/2006/relationships/image" Target="../media/image84.wmf"/></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1.xml.rels><?xml version="1.0" encoding="UTF-8" standalone="yes"?>
<Relationships xmlns="http://schemas.openxmlformats.org/package/2006/relationships"><Relationship Id="rId3" Type="http://schemas.openxmlformats.org/officeDocument/2006/relationships/image" Target="../media/image85.emf"/><Relationship Id="rId2" Type="http://schemas.openxmlformats.org/officeDocument/2006/relationships/oleObject" Target="../embeddings/oleObject82.bin"/><Relationship Id="rId1" Type="http://schemas.openxmlformats.org/officeDocument/2006/relationships/slideLayout" Target="../slideLayouts/slideLayout35.xml"/><Relationship Id="rId5" Type="http://schemas.openxmlformats.org/officeDocument/2006/relationships/image" Target="../media/image86.wmf"/><Relationship Id="rId4" Type="http://schemas.openxmlformats.org/officeDocument/2006/relationships/oleObject" Target="../embeddings/oleObject83.bin"/></Relationships>
</file>

<file path=ppt/slides/_rels/slide82.xml.rels><?xml version="1.0" encoding="UTF-8" standalone="yes"?>
<Relationships xmlns="http://schemas.openxmlformats.org/package/2006/relationships"><Relationship Id="rId3" Type="http://schemas.openxmlformats.org/officeDocument/2006/relationships/image" Target="../media/image87.emf"/><Relationship Id="rId2" Type="http://schemas.openxmlformats.org/officeDocument/2006/relationships/oleObject" Target="../embeddings/oleObject84.bin"/><Relationship Id="rId1" Type="http://schemas.openxmlformats.org/officeDocument/2006/relationships/slideLayout" Target="../slideLayouts/slideLayout35.xml"/><Relationship Id="rId5" Type="http://schemas.openxmlformats.org/officeDocument/2006/relationships/image" Target="../media/image88.emf"/><Relationship Id="rId4" Type="http://schemas.openxmlformats.org/officeDocument/2006/relationships/oleObject" Target="../embeddings/oleObject85.bin"/></Relationships>
</file>

<file path=ppt/slides/_rels/slide83.xml.rels><?xml version="1.0" encoding="UTF-8" standalone="yes"?>
<Relationships xmlns="http://schemas.openxmlformats.org/package/2006/relationships"><Relationship Id="rId3" Type="http://schemas.openxmlformats.org/officeDocument/2006/relationships/image" Target="../media/image89.emf"/><Relationship Id="rId7" Type="http://schemas.openxmlformats.org/officeDocument/2006/relationships/image" Target="../media/image91.wmf"/><Relationship Id="rId2" Type="http://schemas.openxmlformats.org/officeDocument/2006/relationships/oleObject" Target="../embeddings/oleObject86.bin"/><Relationship Id="rId1" Type="http://schemas.openxmlformats.org/officeDocument/2006/relationships/slideLayout" Target="../slideLayouts/slideLayout40.xml"/><Relationship Id="rId6" Type="http://schemas.openxmlformats.org/officeDocument/2006/relationships/oleObject" Target="../embeddings/oleObject88.bin"/><Relationship Id="rId5" Type="http://schemas.openxmlformats.org/officeDocument/2006/relationships/image" Target="../media/image90.emf"/><Relationship Id="rId4" Type="http://schemas.openxmlformats.org/officeDocument/2006/relationships/oleObject" Target="../embeddings/oleObject87.bin"/></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a:extLst>
              <a:ext uri="{FF2B5EF4-FFF2-40B4-BE49-F238E27FC236}">
                <a16:creationId xmlns:a16="http://schemas.microsoft.com/office/drawing/2014/main" id="{3A885C4E-4BFA-4B06-BBC0-29B1470BA29A}"/>
              </a:ext>
            </a:extLst>
          </p:cNvPr>
          <p:cNvSpPr>
            <a:spLocks noGrp="1"/>
          </p:cNvSpPr>
          <p:nvPr>
            <p:ph type="title"/>
          </p:nvPr>
        </p:nvSpPr>
        <p:spPr>
          <a:xfrm>
            <a:off x="457200" y="2205038"/>
            <a:ext cx="8229600" cy="1143000"/>
          </a:xfrm>
        </p:spPr>
        <p:txBody>
          <a:bodyPr/>
          <a:lstStyle/>
          <a:p>
            <a:pPr algn="ctr"/>
            <a:r>
              <a:rPr lang="zh-CN" altLang="en-US" sz="8800"/>
              <a:t>组合数学</a:t>
            </a:r>
          </a:p>
        </p:txBody>
      </p:sp>
      <p:sp>
        <p:nvSpPr>
          <p:cNvPr id="7171" name="内容占位符 2">
            <a:extLst>
              <a:ext uri="{FF2B5EF4-FFF2-40B4-BE49-F238E27FC236}">
                <a16:creationId xmlns:a16="http://schemas.microsoft.com/office/drawing/2014/main" id="{42F72418-62EC-4765-A891-C38DF61F42AB}"/>
              </a:ext>
            </a:extLst>
          </p:cNvPr>
          <p:cNvSpPr>
            <a:spLocks noGrp="1"/>
          </p:cNvSpPr>
          <p:nvPr>
            <p:ph idx="1"/>
          </p:nvPr>
        </p:nvSpPr>
        <p:spPr>
          <a:xfrm>
            <a:off x="2339975" y="4276725"/>
            <a:ext cx="4330700" cy="576263"/>
          </a:xfrm>
        </p:spPr>
        <p:txBody>
          <a:bodyPr/>
          <a:lstStyle/>
          <a:p>
            <a:pPr marL="0" indent="0">
              <a:buFont typeface="Wingdings 2" panose="05020102010507070707" pitchFamily="18" charset="2"/>
              <a:buNone/>
              <a:defRPr/>
            </a:pPr>
            <a:r>
              <a:rPr lang="zh-CN" altLang="en-US" sz="4000" dirty="0">
                <a:latin typeface="+mj-ea"/>
                <a:ea typeface="+mj-ea"/>
              </a:rPr>
              <a:t>授课老师：肖鸣宇</a:t>
            </a:r>
          </a:p>
        </p:txBody>
      </p:sp>
      <p:sp>
        <p:nvSpPr>
          <p:cNvPr id="4" name="日期占位符 3">
            <a:extLst>
              <a:ext uri="{FF2B5EF4-FFF2-40B4-BE49-F238E27FC236}">
                <a16:creationId xmlns:a16="http://schemas.microsoft.com/office/drawing/2014/main" id="{98D9527E-E755-41B3-A944-29F314DC5A65}"/>
              </a:ext>
            </a:extLst>
          </p:cNvPr>
          <p:cNvSpPr>
            <a:spLocks noGrp="1"/>
          </p:cNvSpPr>
          <p:nvPr>
            <p:ph type="dt" sz="quarter" idx="10"/>
          </p:nvPr>
        </p:nvSpPr>
        <p:spPr/>
        <p:txBody>
          <a:bodyPr/>
          <a:lstStyle/>
          <a:p>
            <a:pPr>
              <a:defRPr/>
            </a:pPr>
            <a:fld id="{679550F9-5536-4354-9D18-05D6040F6A56}" type="datetime1">
              <a:rPr lang="zh-CN" altLang="en-US" smtClean="0"/>
              <a:pPr>
                <a:defRPr/>
              </a:pPr>
              <a:t>2025/11/6</a:t>
            </a:fld>
            <a:endParaRPr lang="en-US" altLang="zh-CN"/>
          </a:p>
        </p:txBody>
      </p:sp>
      <p:sp>
        <p:nvSpPr>
          <p:cNvPr id="7173" name="灯片编号占位符 4">
            <a:extLst>
              <a:ext uri="{FF2B5EF4-FFF2-40B4-BE49-F238E27FC236}">
                <a16:creationId xmlns:a16="http://schemas.microsoft.com/office/drawing/2014/main" id="{CC1594A0-918C-4283-B9DB-BAB39D752AD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4800">
                <a:solidFill>
                  <a:srgbClr val="000000"/>
                </a:solidFill>
                <a:latin typeface="华文彩云" panose="02010800040101010101" pitchFamily="2" charset="-122"/>
                <a:ea typeface="华文彩云" panose="02010800040101010101" pitchFamily="2" charset="-122"/>
              </a:defRPr>
            </a:lvl1pPr>
            <a:lvl2pPr marL="742950" indent="-285750">
              <a:defRPr kumimoji="1" sz="4800">
                <a:solidFill>
                  <a:srgbClr val="000000"/>
                </a:solidFill>
                <a:latin typeface="华文彩云" panose="02010800040101010101" pitchFamily="2" charset="-122"/>
                <a:ea typeface="华文彩云" panose="02010800040101010101" pitchFamily="2" charset="-122"/>
              </a:defRPr>
            </a:lvl2pPr>
            <a:lvl3pPr marL="1143000" indent="-228600">
              <a:defRPr kumimoji="1" sz="4800">
                <a:solidFill>
                  <a:srgbClr val="000000"/>
                </a:solidFill>
                <a:latin typeface="华文彩云" panose="02010800040101010101" pitchFamily="2" charset="-122"/>
                <a:ea typeface="华文彩云" panose="02010800040101010101" pitchFamily="2" charset="-122"/>
              </a:defRPr>
            </a:lvl3pPr>
            <a:lvl4pPr marL="1600200" indent="-228600">
              <a:defRPr kumimoji="1" sz="4800">
                <a:solidFill>
                  <a:srgbClr val="000000"/>
                </a:solidFill>
                <a:latin typeface="华文彩云" panose="02010800040101010101" pitchFamily="2" charset="-122"/>
                <a:ea typeface="华文彩云" panose="02010800040101010101" pitchFamily="2" charset="-122"/>
              </a:defRPr>
            </a:lvl4pPr>
            <a:lvl5pPr marL="2057400" indent="-228600">
              <a:defRPr kumimoji="1" sz="4800">
                <a:solidFill>
                  <a:srgbClr val="000000"/>
                </a:solidFill>
                <a:latin typeface="华文彩云" panose="02010800040101010101" pitchFamily="2" charset="-122"/>
                <a:ea typeface="华文彩云" panose="02010800040101010101" pitchFamily="2" charset="-122"/>
              </a:defRPr>
            </a:lvl5pPr>
            <a:lvl6pPr marL="25146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6pPr>
            <a:lvl7pPr marL="29718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7pPr>
            <a:lvl8pPr marL="34290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8pPr>
            <a:lvl9pPr marL="38862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9pPr>
          </a:lstStyle>
          <a:p>
            <a:fld id="{122831A8-B69A-4617-B516-CB3F6A05D2B4}" type="slidenum">
              <a:rPr kumimoji="0" lang="en-US" altLang="zh-CN" sz="1200" smtClean="0">
                <a:solidFill>
                  <a:srgbClr val="045C75"/>
                </a:solidFill>
              </a:rPr>
              <a:pPr/>
              <a:t>1</a:t>
            </a:fld>
            <a:endParaRPr kumimoji="0" lang="en-US" altLang="zh-CN" sz="1200">
              <a:solidFill>
                <a:srgbClr val="045C75"/>
              </a:solidFill>
            </a:endParaRPr>
          </a:p>
        </p:txBody>
      </p:sp>
    </p:spTree>
  </p:cSld>
  <p:clrMapOvr>
    <a:masterClrMapping/>
  </p:clrMapOvr>
  <p:transition>
    <p:random/>
  </p:transition>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C69E335D-7E0A-4894-B15F-36FBE60B78F6}"/>
              </a:ext>
            </a:extLst>
          </p:cNvPr>
          <p:cNvSpPr>
            <a:spLocks noGrp="1"/>
          </p:cNvSpPr>
          <p:nvPr>
            <p:ph type="title"/>
          </p:nvPr>
        </p:nvSpPr>
        <p:spPr>
          <a:xfrm>
            <a:off x="1752600" y="304800"/>
            <a:ext cx="6096000" cy="1371600"/>
          </a:xfrm>
        </p:spPr>
        <p:txBody>
          <a:bodyPr/>
          <a:lstStyle/>
          <a:p>
            <a:pPr eaLnBrk="1" hangingPunct="1"/>
            <a:r>
              <a:rPr lang="zh-CN" altLang="en-US" sz="6400">
                <a:latin typeface="Times New Roman" panose="02020603050405020304" pitchFamily="18" charset="0"/>
              </a:rPr>
              <a:t>教学安排与要求</a:t>
            </a:r>
          </a:p>
        </p:txBody>
      </p:sp>
      <p:sp>
        <p:nvSpPr>
          <p:cNvPr id="47107" name="Rectangle 3">
            <a:extLst>
              <a:ext uri="{FF2B5EF4-FFF2-40B4-BE49-F238E27FC236}">
                <a16:creationId xmlns:a16="http://schemas.microsoft.com/office/drawing/2014/main" id="{950101D8-DE56-4812-B655-989440A57447}"/>
              </a:ext>
            </a:extLst>
          </p:cNvPr>
          <p:cNvSpPr>
            <a:spLocks noGrp="1"/>
          </p:cNvSpPr>
          <p:nvPr>
            <p:ph idx="1"/>
          </p:nvPr>
        </p:nvSpPr>
        <p:spPr>
          <a:xfrm>
            <a:off x="250825" y="1657350"/>
            <a:ext cx="8763000" cy="4895850"/>
          </a:xfrm>
        </p:spPr>
        <p:txBody>
          <a:bodyPr/>
          <a:lstStyle/>
          <a:p>
            <a:pPr eaLnBrk="1" hangingPunct="1">
              <a:lnSpc>
                <a:spcPct val="90000"/>
              </a:lnSpc>
              <a:buFont typeface="Wingdings" panose="05000000000000000000" pitchFamily="2" charset="2"/>
              <a:buNone/>
            </a:pPr>
            <a:r>
              <a:rPr lang="zh-CN" altLang="en-US" sz="3100" b="1">
                <a:solidFill>
                  <a:schemeClr val="accent1"/>
                </a:solidFill>
              </a:rPr>
              <a:t>学时数：</a:t>
            </a:r>
            <a:r>
              <a:rPr lang="en-US" altLang="zh-CN" sz="3100" b="1">
                <a:solidFill>
                  <a:schemeClr val="tx2"/>
                </a:solidFill>
              </a:rPr>
              <a:t>32</a:t>
            </a:r>
          </a:p>
          <a:p>
            <a:pPr eaLnBrk="1" hangingPunct="1">
              <a:lnSpc>
                <a:spcPct val="90000"/>
              </a:lnSpc>
              <a:spcBef>
                <a:spcPts val="2400"/>
              </a:spcBef>
              <a:buFont typeface="Wingdings" panose="05000000000000000000" pitchFamily="2" charset="2"/>
              <a:buNone/>
            </a:pPr>
            <a:r>
              <a:rPr lang="zh-CN" altLang="en-US" sz="3100" b="1">
                <a:solidFill>
                  <a:schemeClr val="accent1"/>
                </a:solidFill>
              </a:rPr>
              <a:t>教材</a:t>
            </a:r>
            <a:r>
              <a:rPr lang="en-US" altLang="zh-CN" sz="3100" b="1">
                <a:solidFill>
                  <a:schemeClr val="accent1"/>
                </a:solidFill>
              </a:rPr>
              <a:t>:    </a:t>
            </a:r>
            <a:r>
              <a:rPr lang="en-US" altLang="zh-CN" sz="3100"/>
              <a:t>《</a:t>
            </a:r>
            <a:r>
              <a:rPr lang="zh-CN" altLang="en-US" sz="3100" b="1"/>
              <a:t>组合数学及其应用</a:t>
            </a:r>
            <a:r>
              <a:rPr lang="en-US" altLang="zh-CN" sz="3100" b="1"/>
              <a:t>》</a:t>
            </a:r>
            <a:br>
              <a:rPr lang="en-US" altLang="zh-CN" sz="3100" b="1"/>
            </a:br>
            <a:r>
              <a:rPr lang="zh-CN" altLang="en-US" sz="3100" b="1"/>
              <a:t>清华大学出版社，卢光辉、孙世新、杨国武</a:t>
            </a:r>
          </a:p>
          <a:p>
            <a:pPr eaLnBrk="1" hangingPunct="1">
              <a:lnSpc>
                <a:spcPct val="90000"/>
              </a:lnSpc>
              <a:spcBef>
                <a:spcPts val="2400"/>
              </a:spcBef>
              <a:buFont typeface="Wingdings" panose="05000000000000000000" pitchFamily="2" charset="2"/>
              <a:buNone/>
            </a:pPr>
            <a:r>
              <a:rPr lang="zh-CN" altLang="en-US" sz="3100" b="1">
                <a:solidFill>
                  <a:schemeClr val="accent1"/>
                </a:solidFill>
              </a:rPr>
              <a:t>任课老师：  </a:t>
            </a:r>
            <a:r>
              <a:rPr lang="zh-CN" altLang="en-US" sz="3100" b="1"/>
              <a:t>王丽杰、肖鸣宇</a:t>
            </a:r>
            <a:endParaRPr lang="en-US" altLang="zh-CN" sz="3100" b="1"/>
          </a:p>
          <a:p>
            <a:pPr eaLnBrk="1" hangingPunct="1">
              <a:lnSpc>
                <a:spcPct val="90000"/>
              </a:lnSpc>
              <a:spcBef>
                <a:spcPts val="2400"/>
              </a:spcBef>
              <a:buFont typeface="Wingdings 2" panose="05020102010507070707" pitchFamily="18" charset="2"/>
              <a:buNone/>
            </a:pPr>
            <a:r>
              <a:rPr lang="zh-CN" altLang="en-US" sz="3100" b="1">
                <a:solidFill>
                  <a:schemeClr val="accent1"/>
                </a:solidFill>
              </a:rPr>
              <a:t>考核</a:t>
            </a:r>
            <a:r>
              <a:rPr lang="en-US" altLang="zh-CN" sz="3100" b="1">
                <a:solidFill>
                  <a:schemeClr val="accent1"/>
                </a:solidFill>
              </a:rPr>
              <a:t>:</a:t>
            </a:r>
          </a:p>
          <a:p>
            <a:pPr eaLnBrk="1" hangingPunct="1">
              <a:lnSpc>
                <a:spcPct val="90000"/>
              </a:lnSpc>
              <a:buFont typeface="Wingdings 2" panose="05020102010507070707" pitchFamily="18" charset="2"/>
              <a:buNone/>
            </a:pPr>
            <a:r>
              <a:rPr lang="zh-CN" altLang="en-US" sz="3100" b="1"/>
              <a:t>平时成绩</a:t>
            </a:r>
            <a:r>
              <a:rPr lang="en-US" altLang="zh-CN" sz="3100" b="1"/>
              <a:t>  </a:t>
            </a:r>
            <a:r>
              <a:rPr lang="en-US" altLang="zh-CN" sz="3100" b="1">
                <a:solidFill>
                  <a:schemeClr val="tx2"/>
                </a:solidFill>
              </a:rPr>
              <a:t>20</a:t>
            </a:r>
            <a:r>
              <a:rPr lang="en-US" altLang="zh-CN" sz="3100" b="1"/>
              <a:t>%   </a:t>
            </a:r>
            <a:r>
              <a:rPr lang="zh-CN" altLang="en-US" sz="3100" b="1"/>
              <a:t>作业和课堂表现 </a:t>
            </a:r>
            <a:endParaRPr lang="en-US" altLang="zh-CN" sz="3100" b="1"/>
          </a:p>
          <a:p>
            <a:pPr eaLnBrk="1" hangingPunct="1">
              <a:lnSpc>
                <a:spcPct val="90000"/>
              </a:lnSpc>
              <a:buFont typeface="Wingdings 2" panose="05020102010507070707" pitchFamily="18" charset="2"/>
              <a:buNone/>
            </a:pPr>
            <a:r>
              <a:rPr lang="zh-CN" altLang="en-US" sz="3100" b="1"/>
              <a:t>期中考试  </a:t>
            </a:r>
            <a:r>
              <a:rPr lang="en-US" altLang="zh-CN" sz="3100" b="1">
                <a:solidFill>
                  <a:schemeClr val="tx2"/>
                </a:solidFill>
              </a:rPr>
              <a:t>10</a:t>
            </a:r>
            <a:r>
              <a:rPr lang="en-US" altLang="zh-CN" sz="3100" b="1"/>
              <a:t>%</a:t>
            </a:r>
          </a:p>
          <a:p>
            <a:pPr eaLnBrk="1" hangingPunct="1">
              <a:lnSpc>
                <a:spcPct val="90000"/>
              </a:lnSpc>
              <a:buFont typeface="Wingdings 2" panose="05020102010507070707" pitchFamily="18" charset="2"/>
              <a:buNone/>
            </a:pPr>
            <a:r>
              <a:rPr lang="zh-CN" altLang="en-US" sz="3100" b="1"/>
              <a:t>期末考试   </a:t>
            </a:r>
            <a:r>
              <a:rPr lang="en-US" altLang="zh-CN" sz="3100" b="1">
                <a:solidFill>
                  <a:schemeClr val="tx2"/>
                </a:solidFill>
              </a:rPr>
              <a:t>70</a:t>
            </a:r>
            <a:r>
              <a:rPr lang="en-US" altLang="zh-CN" sz="3100" b="1"/>
              <a:t>%</a:t>
            </a:r>
            <a:endParaRPr lang="zh-CN" altLang="en-US" sz="3100" b="1"/>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anim calcmode="lin" valueType="num">
                                      <p:cBhvr additive="base">
                                        <p:cTn id="7" dur="500" fill="hold"/>
                                        <p:tgtEl>
                                          <p:spTgt spid="4710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710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7107">
                                            <p:txEl>
                                              <p:pRg st="1" end="1"/>
                                            </p:txEl>
                                          </p:spTgt>
                                        </p:tgtEl>
                                        <p:attrNameLst>
                                          <p:attrName>style.visibility</p:attrName>
                                        </p:attrNameLst>
                                      </p:cBhvr>
                                      <p:to>
                                        <p:strVal val="visible"/>
                                      </p:to>
                                    </p:set>
                                    <p:anim calcmode="lin" valueType="num">
                                      <p:cBhvr additive="base">
                                        <p:cTn id="13" dur="500" fill="hold"/>
                                        <p:tgtEl>
                                          <p:spTgt spid="4710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710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7107">
                                            <p:txEl>
                                              <p:pRg st="2" end="2"/>
                                            </p:txEl>
                                          </p:spTgt>
                                        </p:tgtEl>
                                        <p:attrNameLst>
                                          <p:attrName>style.visibility</p:attrName>
                                        </p:attrNameLst>
                                      </p:cBhvr>
                                      <p:to>
                                        <p:strVal val="visible"/>
                                      </p:to>
                                    </p:set>
                                    <p:anim calcmode="lin" valueType="num">
                                      <p:cBhvr additive="base">
                                        <p:cTn id="19" dur="500" fill="hold"/>
                                        <p:tgtEl>
                                          <p:spTgt spid="4710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710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7107">
                                            <p:txEl>
                                              <p:pRg st="3" end="3"/>
                                            </p:txEl>
                                          </p:spTgt>
                                        </p:tgtEl>
                                        <p:attrNameLst>
                                          <p:attrName>style.visibility</p:attrName>
                                        </p:attrNameLst>
                                      </p:cBhvr>
                                      <p:to>
                                        <p:strVal val="visible"/>
                                      </p:to>
                                    </p:set>
                                    <p:anim calcmode="lin" valueType="num">
                                      <p:cBhvr additive="base">
                                        <p:cTn id="25" dur="500" fill="hold"/>
                                        <p:tgtEl>
                                          <p:spTgt spid="4710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4710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7107">
                                            <p:txEl>
                                              <p:pRg st="4" end="4"/>
                                            </p:txEl>
                                          </p:spTgt>
                                        </p:tgtEl>
                                        <p:attrNameLst>
                                          <p:attrName>style.visibility</p:attrName>
                                        </p:attrNameLst>
                                      </p:cBhvr>
                                      <p:to>
                                        <p:strVal val="visible"/>
                                      </p:to>
                                    </p:set>
                                    <p:anim calcmode="lin" valueType="num">
                                      <p:cBhvr additive="base">
                                        <p:cTn id="31" dur="500" fill="hold"/>
                                        <p:tgtEl>
                                          <p:spTgt spid="47107">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4710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47107">
                                            <p:txEl>
                                              <p:pRg st="5" end="5"/>
                                            </p:txEl>
                                          </p:spTgt>
                                        </p:tgtEl>
                                        <p:attrNameLst>
                                          <p:attrName>style.visibility</p:attrName>
                                        </p:attrNameLst>
                                      </p:cBhvr>
                                      <p:to>
                                        <p:strVal val="visible"/>
                                      </p:to>
                                    </p:set>
                                    <p:anim calcmode="lin" valueType="num">
                                      <p:cBhvr additive="base">
                                        <p:cTn id="37" dur="500" fill="hold"/>
                                        <p:tgtEl>
                                          <p:spTgt spid="47107">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47107">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47107">
                                            <p:txEl>
                                              <p:pRg st="6" end="6"/>
                                            </p:txEl>
                                          </p:spTgt>
                                        </p:tgtEl>
                                        <p:attrNameLst>
                                          <p:attrName>style.visibility</p:attrName>
                                        </p:attrNameLst>
                                      </p:cBhvr>
                                      <p:to>
                                        <p:strVal val="visible"/>
                                      </p:to>
                                    </p:set>
                                    <p:anim calcmode="lin" valueType="num">
                                      <p:cBhvr additive="base">
                                        <p:cTn id="43" dur="500" fill="hold"/>
                                        <p:tgtEl>
                                          <p:spTgt spid="47107">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47107">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uild="p"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901DC9-2456-4633-91D2-0264E7F87062}"/>
              </a:ext>
            </a:extLst>
          </p:cNvPr>
          <p:cNvSpPr>
            <a:spLocks noGrp="1"/>
          </p:cNvSpPr>
          <p:nvPr>
            <p:ph type="title"/>
          </p:nvPr>
        </p:nvSpPr>
        <p:spPr>
          <a:xfrm>
            <a:off x="2843808" y="136525"/>
            <a:ext cx="4464496" cy="1143000"/>
          </a:xfrm>
        </p:spPr>
        <p:txBody>
          <a:bodyPr/>
          <a:lstStyle/>
          <a:p>
            <a:r>
              <a:rPr lang="zh-CN" altLang="en-US" dirty="0"/>
              <a:t>课程交流</a:t>
            </a:r>
            <a:r>
              <a:rPr lang="en-US" altLang="zh-CN" dirty="0"/>
              <a:t>QQ</a:t>
            </a:r>
            <a:r>
              <a:rPr lang="zh-CN" altLang="en-US" dirty="0"/>
              <a:t>群</a:t>
            </a:r>
          </a:p>
        </p:txBody>
      </p:sp>
      <p:sp>
        <p:nvSpPr>
          <p:cNvPr id="4" name="日期占位符 3">
            <a:extLst>
              <a:ext uri="{FF2B5EF4-FFF2-40B4-BE49-F238E27FC236}">
                <a16:creationId xmlns:a16="http://schemas.microsoft.com/office/drawing/2014/main" id="{99581C3A-7639-48C8-9559-3D8F431066B6}"/>
              </a:ext>
            </a:extLst>
          </p:cNvPr>
          <p:cNvSpPr>
            <a:spLocks noGrp="1"/>
          </p:cNvSpPr>
          <p:nvPr>
            <p:ph type="dt" sz="half" idx="10"/>
          </p:nvPr>
        </p:nvSpPr>
        <p:spPr/>
        <p:txBody>
          <a:bodyPr/>
          <a:lstStyle/>
          <a:p>
            <a:pPr>
              <a:defRPr/>
            </a:pPr>
            <a:fld id="{C7588AE0-C4A4-4F39-852B-8116E93D0E61}" type="datetime1">
              <a:rPr lang="zh-CN" altLang="en-US" smtClean="0"/>
              <a:pPr>
                <a:defRPr/>
              </a:pPr>
              <a:t>2025/11/6</a:t>
            </a:fld>
            <a:endParaRPr lang="en-US" altLang="zh-CN"/>
          </a:p>
        </p:txBody>
      </p:sp>
      <p:sp>
        <p:nvSpPr>
          <p:cNvPr id="5" name="灯片编号占位符 4">
            <a:extLst>
              <a:ext uri="{FF2B5EF4-FFF2-40B4-BE49-F238E27FC236}">
                <a16:creationId xmlns:a16="http://schemas.microsoft.com/office/drawing/2014/main" id="{E407EF41-F829-4CC5-8C44-13A32D042029}"/>
              </a:ext>
            </a:extLst>
          </p:cNvPr>
          <p:cNvSpPr>
            <a:spLocks noGrp="1"/>
          </p:cNvSpPr>
          <p:nvPr>
            <p:ph type="sldNum" sz="quarter" idx="12"/>
          </p:nvPr>
        </p:nvSpPr>
        <p:spPr/>
        <p:txBody>
          <a:bodyPr/>
          <a:lstStyle/>
          <a:p>
            <a:pPr>
              <a:defRPr/>
            </a:pPr>
            <a:fld id="{480F36D2-3FBC-412A-AFB9-E2BCD5921FDE}" type="slidenum">
              <a:rPr lang="en-US" altLang="zh-CN" smtClean="0"/>
              <a:pPr>
                <a:defRPr/>
              </a:pPr>
              <a:t>3</a:t>
            </a:fld>
            <a:endParaRPr lang="en-US" altLang="zh-CN"/>
          </a:p>
        </p:txBody>
      </p:sp>
      <p:pic>
        <p:nvPicPr>
          <p:cNvPr id="9" name="图片 8">
            <a:extLst>
              <a:ext uri="{FF2B5EF4-FFF2-40B4-BE49-F238E27FC236}">
                <a16:creationId xmlns:a16="http://schemas.microsoft.com/office/drawing/2014/main" id="{0E8BAC64-FC8B-4DBB-887E-A5E959C35AF8}"/>
              </a:ext>
            </a:extLst>
          </p:cNvPr>
          <p:cNvPicPr>
            <a:picLocks noChangeAspect="1"/>
          </p:cNvPicPr>
          <p:nvPr/>
        </p:nvPicPr>
        <p:blipFill>
          <a:blip r:embed="rId2"/>
          <a:stretch>
            <a:fillRect/>
          </a:stretch>
        </p:blipFill>
        <p:spPr>
          <a:xfrm>
            <a:off x="2621797" y="1364337"/>
            <a:ext cx="4464496" cy="5191858"/>
          </a:xfrm>
          <a:prstGeom prst="rect">
            <a:avLst/>
          </a:prstGeom>
        </p:spPr>
      </p:pic>
    </p:spTree>
    <p:extLst>
      <p:ext uri="{BB962C8B-B14F-4D97-AF65-F5344CB8AC3E}">
        <p14:creationId xmlns:p14="http://schemas.microsoft.com/office/powerpoint/2010/main" val="933826570"/>
      </p:ext>
    </p:extLst>
  </p:cSld>
  <p:clrMapOvr>
    <a:masterClrMapping/>
  </p:clrMapOvr>
  <p:transition>
    <p:rand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026">
            <a:extLst>
              <a:ext uri="{FF2B5EF4-FFF2-40B4-BE49-F238E27FC236}">
                <a16:creationId xmlns:a16="http://schemas.microsoft.com/office/drawing/2014/main" id="{22297A49-4C14-4F8A-A884-B6A8D35E2C2B}"/>
              </a:ext>
            </a:extLst>
          </p:cNvPr>
          <p:cNvSpPr txBox="1">
            <a:spLocks noChangeArrowheads="1"/>
          </p:cNvSpPr>
          <p:nvPr/>
        </p:nvSpPr>
        <p:spPr bwMode="auto">
          <a:xfrm>
            <a:off x="395288" y="2060575"/>
            <a:ext cx="792162" cy="2663825"/>
          </a:xfrm>
          <a:prstGeom prst="rect">
            <a:avLst/>
          </a:prstGeom>
          <a:noFill/>
          <a:ln w="9525">
            <a:noFill/>
            <a:miter lim="800000"/>
            <a:headEnd/>
            <a:tailEnd/>
          </a:ln>
          <a:effectLst/>
        </p:spPr>
        <p:txBody>
          <a:bodyPr lIns="92075" tIns="46038" rIns="92075" bIns="46038" anchor="ctr"/>
          <a:lstStyle/>
          <a:p>
            <a:pPr eaLnBrk="1" hangingPunct="1">
              <a:lnSpc>
                <a:spcPct val="70000"/>
              </a:lnSpc>
              <a:defRPr/>
            </a:pPr>
            <a:r>
              <a:rPr lang="zh-CN" altLang="en-US" b="1" kern="0" dirty="0">
                <a:solidFill>
                  <a:schemeClr val="tx2"/>
                </a:solidFill>
                <a:latin typeface="+mj-lt"/>
                <a:ea typeface="+mj-ea"/>
                <a:cs typeface="+mj-cs"/>
              </a:rPr>
              <a:t>前    </a:t>
            </a:r>
            <a:br>
              <a:rPr lang="en-US" altLang="zh-CN" b="1" kern="0" dirty="0">
                <a:solidFill>
                  <a:schemeClr val="tx2"/>
                </a:solidFill>
                <a:latin typeface="+mj-lt"/>
                <a:ea typeface="+mj-ea"/>
                <a:cs typeface="+mj-cs"/>
              </a:rPr>
            </a:br>
            <a:r>
              <a:rPr lang="zh-CN" altLang="en-US" b="1" kern="0" dirty="0">
                <a:solidFill>
                  <a:schemeClr val="tx2"/>
                </a:solidFill>
                <a:latin typeface="+mj-lt"/>
                <a:ea typeface="+mj-ea"/>
                <a:cs typeface="+mj-cs"/>
              </a:rPr>
              <a:t>           言</a:t>
            </a:r>
          </a:p>
        </p:txBody>
      </p:sp>
      <p:sp>
        <p:nvSpPr>
          <p:cNvPr id="2" name="左大括号 1">
            <a:extLst>
              <a:ext uri="{FF2B5EF4-FFF2-40B4-BE49-F238E27FC236}">
                <a16:creationId xmlns:a16="http://schemas.microsoft.com/office/drawing/2014/main" id="{8D687725-0707-4D36-9D01-B057E3AFA8F0}"/>
              </a:ext>
            </a:extLst>
          </p:cNvPr>
          <p:cNvSpPr/>
          <p:nvPr/>
        </p:nvSpPr>
        <p:spPr>
          <a:xfrm>
            <a:off x="2916238" y="2060575"/>
            <a:ext cx="360362" cy="2520950"/>
          </a:xfrm>
          <a:prstGeom prst="leftBrace">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p>
        </p:txBody>
      </p:sp>
      <p:sp>
        <p:nvSpPr>
          <p:cNvPr id="9220" name="文本框 2">
            <a:extLst>
              <a:ext uri="{FF2B5EF4-FFF2-40B4-BE49-F238E27FC236}">
                <a16:creationId xmlns:a16="http://schemas.microsoft.com/office/drawing/2014/main" id="{E877F14E-8D15-4618-B7C9-37139AEBE97B}"/>
              </a:ext>
            </a:extLst>
          </p:cNvPr>
          <p:cNvSpPr txBox="1">
            <a:spLocks noChangeArrowheads="1"/>
          </p:cNvSpPr>
          <p:nvPr/>
        </p:nvSpPr>
        <p:spPr bwMode="auto">
          <a:xfrm>
            <a:off x="2039938" y="2608263"/>
            <a:ext cx="4318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a:solidFill>
                  <a:srgbClr val="000000"/>
                </a:solidFill>
                <a:latin typeface="华文彩云" panose="02010800040101010101" pitchFamily="2" charset="-122"/>
                <a:ea typeface="华文彩云" panose="02010800040101010101" pitchFamily="2" charset="-122"/>
              </a:defRPr>
            </a:lvl1pPr>
            <a:lvl2pPr marL="742950" indent="-285750">
              <a:defRPr kumimoji="1" sz="4800">
                <a:solidFill>
                  <a:srgbClr val="000000"/>
                </a:solidFill>
                <a:latin typeface="华文彩云" panose="02010800040101010101" pitchFamily="2" charset="-122"/>
                <a:ea typeface="华文彩云" panose="02010800040101010101" pitchFamily="2" charset="-122"/>
              </a:defRPr>
            </a:lvl2pPr>
            <a:lvl3pPr marL="1143000" indent="-228600">
              <a:defRPr kumimoji="1" sz="4800">
                <a:solidFill>
                  <a:srgbClr val="000000"/>
                </a:solidFill>
                <a:latin typeface="华文彩云" panose="02010800040101010101" pitchFamily="2" charset="-122"/>
                <a:ea typeface="华文彩云" panose="02010800040101010101" pitchFamily="2" charset="-122"/>
              </a:defRPr>
            </a:lvl3pPr>
            <a:lvl4pPr marL="1600200" indent="-228600">
              <a:defRPr kumimoji="1" sz="4800">
                <a:solidFill>
                  <a:srgbClr val="000000"/>
                </a:solidFill>
                <a:latin typeface="华文彩云" panose="02010800040101010101" pitchFamily="2" charset="-122"/>
                <a:ea typeface="华文彩云" panose="02010800040101010101" pitchFamily="2" charset="-122"/>
              </a:defRPr>
            </a:lvl4pPr>
            <a:lvl5pPr marL="2057400" indent="-228600">
              <a:defRPr kumimoji="1" sz="4800">
                <a:solidFill>
                  <a:srgbClr val="000000"/>
                </a:solidFill>
                <a:latin typeface="华文彩云" panose="02010800040101010101" pitchFamily="2" charset="-122"/>
                <a:ea typeface="华文彩云" panose="02010800040101010101" pitchFamily="2" charset="-122"/>
              </a:defRPr>
            </a:lvl5pPr>
            <a:lvl6pPr marL="25146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6pPr>
            <a:lvl7pPr marL="29718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7pPr>
            <a:lvl8pPr marL="34290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8pPr>
            <a:lvl9pPr marL="38862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9pPr>
          </a:lstStyle>
          <a:p>
            <a:r>
              <a:rPr lang="zh-CN" altLang="en-US">
                <a:latin typeface="楷体" panose="02010609060101010101" pitchFamily="49" charset="-122"/>
                <a:ea typeface="楷体" panose="02010609060101010101" pitchFamily="49" charset="-122"/>
              </a:rPr>
              <a:t>数</a:t>
            </a:r>
          </a:p>
        </p:txBody>
      </p:sp>
      <p:sp>
        <p:nvSpPr>
          <p:cNvPr id="9221" name="文本框 6">
            <a:extLst>
              <a:ext uri="{FF2B5EF4-FFF2-40B4-BE49-F238E27FC236}">
                <a16:creationId xmlns:a16="http://schemas.microsoft.com/office/drawing/2014/main" id="{DF74E41A-243A-497D-9971-4FCFFF3B7DAC}"/>
              </a:ext>
            </a:extLst>
          </p:cNvPr>
          <p:cNvSpPr txBox="1">
            <a:spLocks noChangeArrowheads="1"/>
          </p:cNvSpPr>
          <p:nvPr/>
        </p:nvSpPr>
        <p:spPr bwMode="auto">
          <a:xfrm>
            <a:off x="3419475" y="1763713"/>
            <a:ext cx="18732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a:solidFill>
                  <a:srgbClr val="000000"/>
                </a:solidFill>
                <a:latin typeface="华文彩云" panose="02010800040101010101" pitchFamily="2" charset="-122"/>
                <a:ea typeface="华文彩云" panose="02010800040101010101" pitchFamily="2" charset="-122"/>
              </a:defRPr>
            </a:lvl1pPr>
            <a:lvl2pPr marL="742950" indent="-285750">
              <a:defRPr kumimoji="1" sz="4800">
                <a:solidFill>
                  <a:srgbClr val="000000"/>
                </a:solidFill>
                <a:latin typeface="华文彩云" panose="02010800040101010101" pitchFamily="2" charset="-122"/>
                <a:ea typeface="华文彩云" panose="02010800040101010101" pitchFamily="2" charset="-122"/>
              </a:defRPr>
            </a:lvl2pPr>
            <a:lvl3pPr marL="1143000" indent="-228600">
              <a:defRPr kumimoji="1" sz="4800">
                <a:solidFill>
                  <a:srgbClr val="000000"/>
                </a:solidFill>
                <a:latin typeface="华文彩云" panose="02010800040101010101" pitchFamily="2" charset="-122"/>
                <a:ea typeface="华文彩云" panose="02010800040101010101" pitchFamily="2" charset="-122"/>
              </a:defRPr>
            </a:lvl3pPr>
            <a:lvl4pPr marL="1600200" indent="-228600">
              <a:defRPr kumimoji="1" sz="4800">
                <a:solidFill>
                  <a:srgbClr val="000000"/>
                </a:solidFill>
                <a:latin typeface="华文彩云" panose="02010800040101010101" pitchFamily="2" charset="-122"/>
                <a:ea typeface="华文彩云" panose="02010800040101010101" pitchFamily="2" charset="-122"/>
              </a:defRPr>
            </a:lvl4pPr>
            <a:lvl5pPr marL="2057400" indent="-228600">
              <a:defRPr kumimoji="1" sz="4800">
                <a:solidFill>
                  <a:srgbClr val="000000"/>
                </a:solidFill>
                <a:latin typeface="华文彩云" panose="02010800040101010101" pitchFamily="2" charset="-122"/>
                <a:ea typeface="华文彩云" panose="02010800040101010101" pitchFamily="2" charset="-122"/>
              </a:defRPr>
            </a:lvl5pPr>
            <a:lvl6pPr marL="25146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6pPr>
            <a:lvl7pPr marL="29718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7pPr>
            <a:lvl8pPr marL="34290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8pPr>
            <a:lvl9pPr marL="38862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9pPr>
          </a:lstStyle>
          <a:p>
            <a:r>
              <a:rPr lang="zh-CN" altLang="en-US" sz="3200">
                <a:latin typeface="楷体" panose="02010609060101010101" pitchFamily="49" charset="-122"/>
                <a:ea typeface="楷体" panose="02010609060101010101" pitchFamily="49" charset="-122"/>
              </a:rPr>
              <a:t>连续数学</a:t>
            </a:r>
          </a:p>
        </p:txBody>
      </p:sp>
      <p:sp>
        <p:nvSpPr>
          <p:cNvPr id="9222" name="文本框 7">
            <a:extLst>
              <a:ext uri="{FF2B5EF4-FFF2-40B4-BE49-F238E27FC236}">
                <a16:creationId xmlns:a16="http://schemas.microsoft.com/office/drawing/2014/main" id="{2BFF266B-44A4-47A8-BAF4-EDB1B61E1FD6}"/>
              </a:ext>
            </a:extLst>
          </p:cNvPr>
          <p:cNvSpPr txBox="1">
            <a:spLocks noChangeArrowheads="1"/>
          </p:cNvSpPr>
          <p:nvPr/>
        </p:nvSpPr>
        <p:spPr bwMode="auto">
          <a:xfrm>
            <a:off x="3419475" y="4173538"/>
            <a:ext cx="18732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a:solidFill>
                  <a:srgbClr val="000000"/>
                </a:solidFill>
                <a:latin typeface="华文彩云" panose="02010800040101010101" pitchFamily="2" charset="-122"/>
                <a:ea typeface="华文彩云" panose="02010800040101010101" pitchFamily="2" charset="-122"/>
              </a:defRPr>
            </a:lvl1pPr>
            <a:lvl2pPr marL="742950" indent="-285750">
              <a:defRPr kumimoji="1" sz="4800">
                <a:solidFill>
                  <a:srgbClr val="000000"/>
                </a:solidFill>
                <a:latin typeface="华文彩云" panose="02010800040101010101" pitchFamily="2" charset="-122"/>
                <a:ea typeface="华文彩云" panose="02010800040101010101" pitchFamily="2" charset="-122"/>
              </a:defRPr>
            </a:lvl2pPr>
            <a:lvl3pPr marL="1143000" indent="-228600">
              <a:defRPr kumimoji="1" sz="4800">
                <a:solidFill>
                  <a:srgbClr val="000000"/>
                </a:solidFill>
                <a:latin typeface="华文彩云" panose="02010800040101010101" pitchFamily="2" charset="-122"/>
                <a:ea typeface="华文彩云" panose="02010800040101010101" pitchFamily="2" charset="-122"/>
              </a:defRPr>
            </a:lvl3pPr>
            <a:lvl4pPr marL="1600200" indent="-228600">
              <a:defRPr kumimoji="1" sz="4800">
                <a:solidFill>
                  <a:srgbClr val="000000"/>
                </a:solidFill>
                <a:latin typeface="华文彩云" panose="02010800040101010101" pitchFamily="2" charset="-122"/>
                <a:ea typeface="华文彩云" panose="02010800040101010101" pitchFamily="2" charset="-122"/>
              </a:defRPr>
            </a:lvl4pPr>
            <a:lvl5pPr marL="2057400" indent="-228600">
              <a:defRPr kumimoji="1" sz="4800">
                <a:solidFill>
                  <a:srgbClr val="000000"/>
                </a:solidFill>
                <a:latin typeface="华文彩云" panose="02010800040101010101" pitchFamily="2" charset="-122"/>
                <a:ea typeface="华文彩云" panose="02010800040101010101" pitchFamily="2" charset="-122"/>
              </a:defRPr>
            </a:lvl5pPr>
            <a:lvl6pPr marL="25146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6pPr>
            <a:lvl7pPr marL="29718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7pPr>
            <a:lvl8pPr marL="34290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8pPr>
            <a:lvl9pPr marL="38862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9pPr>
          </a:lstStyle>
          <a:p>
            <a:r>
              <a:rPr lang="zh-CN" altLang="en-US" sz="3200">
                <a:latin typeface="楷体" panose="02010609060101010101" pitchFamily="49" charset="-122"/>
                <a:ea typeface="楷体" panose="02010609060101010101" pitchFamily="49" charset="-122"/>
              </a:rPr>
              <a:t>离散数学</a:t>
            </a:r>
          </a:p>
        </p:txBody>
      </p:sp>
      <p:sp>
        <p:nvSpPr>
          <p:cNvPr id="9" name="左大括号 8">
            <a:extLst>
              <a:ext uri="{FF2B5EF4-FFF2-40B4-BE49-F238E27FC236}">
                <a16:creationId xmlns:a16="http://schemas.microsoft.com/office/drawing/2014/main" id="{05B1C981-088F-423E-9775-35C81F7AD913}"/>
              </a:ext>
            </a:extLst>
          </p:cNvPr>
          <p:cNvSpPr/>
          <p:nvPr/>
        </p:nvSpPr>
        <p:spPr>
          <a:xfrm>
            <a:off x="5219700" y="1192213"/>
            <a:ext cx="360363" cy="1727200"/>
          </a:xfrm>
          <a:prstGeom prst="leftBrace">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p>
        </p:txBody>
      </p:sp>
      <p:sp>
        <p:nvSpPr>
          <p:cNvPr id="9224" name="文本框 10">
            <a:extLst>
              <a:ext uri="{FF2B5EF4-FFF2-40B4-BE49-F238E27FC236}">
                <a16:creationId xmlns:a16="http://schemas.microsoft.com/office/drawing/2014/main" id="{AA917FB8-05CD-4394-9FCB-9D97CBE468E9}"/>
              </a:ext>
            </a:extLst>
          </p:cNvPr>
          <p:cNvSpPr txBox="1">
            <a:spLocks noChangeArrowheads="1"/>
          </p:cNvSpPr>
          <p:nvPr/>
        </p:nvSpPr>
        <p:spPr bwMode="auto">
          <a:xfrm>
            <a:off x="5724525" y="908050"/>
            <a:ext cx="1871663"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a:solidFill>
                  <a:srgbClr val="000000"/>
                </a:solidFill>
                <a:latin typeface="华文彩云" panose="02010800040101010101" pitchFamily="2" charset="-122"/>
                <a:ea typeface="华文彩云" panose="02010800040101010101" pitchFamily="2" charset="-122"/>
              </a:defRPr>
            </a:lvl1pPr>
            <a:lvl2pPr marL="742950" indent="-285750">
              <a:defRPr kumimoji="1" sz="4800">
                <a:solidFill>
                  <a:srgbClr val="000000"/>
                </a:solidFill>
                <a:latin typeface="华文彩云" panose="02010800040101010101" pitchFamily="2" charset="-122"/>
                <a:ea typeface="华文彩云" panose="02010800040101010101" pitchFamily="2" charset="-122"/>
              </a:defRPr>
            </a:lvl2pPr>
            <a:lvl3pPr marL="1143000" indent="-228600">
              <a:defRPr kumimoji="1" sz="4800">
                <a:solidFill>
                  <a:srgbClr val="000000"/>
                </a:solidFill>
                <a:latin typeface="华文彩云" panose="02010800040101010101" pitchFamily="2" charset="-122"/>
                <a:ea typeface="华文彩云" panose="02010800040101010101" pitchFamily="2" charset="-122"/>
              </a:defRPr>
            </a:lvl3pPr>
            <a:lvl4pPr marL="1600200" indent="-228600">
              <a:defRPr kumimoji="1" sz="4800">
                <a:solidFill>
                  <a:srgbClr val="000000"/>
                </a:solidFill>
                <a:latin typeface="华文彩云" panose="02010800040101010101" pitchFamily="2" charset="-122"/>
                <a:ea typeface="华文彩云" panose="02010800040101010101" pitchFamily="2" charset="-122"/>
              </a:defRPr>
            </a:lvl4pPr>
            <a:lvl5pPr marL="2057400" indent="-228600">
              <a:defRPr kumimoji="1" sz="4800">
                <a:solidFill>
                  <a:srgbClr val="000000"/>
                </a:solidFill>
                <a:latin typeface="华文彩云" panose="02010800040101010101" pitchFamily="2" charset="-122"/>
                <a:ea typeface="华文彩云" panose="02010800040101010101" pitchFamily="2" charset="-122"/>
              </a:defRPr>
            </a:lvl5pPr>
            <a:lvl6pPr marL="25146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6pPr>
            <a:lvl7pPr marL="29718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7pPr>
            <a:lvl8pPr marL="34290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8pPr>
            <a:lvl9pPr marL="38862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9pPr>
          </a:lstStyle>
          <a:p>
            <a:r>
              <a:rPr lang="zh-CN" altLang="en-US" sz="3200">
                <a:latin typeface="楷体" panose="02010609060101010101" pitchFamily="49" charset="-122"/>
                <a:ea typeface="楷体" panose="02010609060101010101" pitchFamily="49" charset="-122"/>
              </a:rPr>
              <a:t>数学分析</a:t>
            </a:r>
          </a:p>
        </p:txBody>
      </p:sp>
      <p:sp>
        <p:nvSpPr>
          <p:cNvPr id="9225" name="文本框 11">
            <a:extLst>
              <a:ext uri="{FF2B5EF4-FFF2-40B4-BE49-F238E27FC236}">
                <a16:creationId xmlns:a16="http://schemas.microsoft.com/office/drawing/2014/main" id="{99B859E2-6D46-4CC6-A15B-071A8D2BDEC4}"/>
              </a:ext>
            </a:extLst>
          </p:cNvPr>
          <p:cNvSpPr txBox="1">
            <a:spLocks noChangeArrowheads="1"/>
          </p:cNvSpPr>
          <p:nvPr/>
        </p:nvSpPr>
        <p:spPr bwMode="auto">
          <a:xfrm>
            <a:off x="5724525" y="1484313"/>
            <a:ext cx="1871663"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a:solidFill>
                  <a:srgbClr val="000000"/>
                </a:solidFill>
                <a:latin typeface="华文彩云" panose="02010800040101010101" pitchFamily="2" charset="-122"/>
                <a:ea typeface="华文彩云" panose="02010800040101010101" pitchFamily="2" charset="-122"/>
              </a:defRPr>
            </a:lvl1pPr>
            <a:lvl2pPr marL="742950" indent="-285750">
              <a:defRPr kumimoji="1" sz="4800">
                <a:solidFill>
                  <a:srgbClr val="000000"/>
                </a:solidFill>
                <a:latin typeface="华文彩云" panose="02010800040101010101" pitchFamily="2" charset="-122"/>
                <a:ea typeface="华文彩云" panose="02010800040101010101" pitchFamily="2" charset="-122"/>
              </a:defRPr>
            </a:lvl2pPr>
            <a:lvl3pPr marL="1143000" indent="-228600">
              <a:defRPr kumimoji="1" sz="4800">
                <a:solidFill>
                  <a:srgbClr val="000000"/>
                </a:solidFill>
                <a:latin typeface="华文彩云" panose="02010800040101010101" pitchFamily="2" charset="-122"/>
                <a:ea typeface="华文彩云" panose="02010800040101010101" pitchFamily="2" charset="-122"/>
              </a:defRPr>
            </a:lvl3pPr>
            <a:lvl4pPr marL="1600200" indent="-228600">
              <a:defRPr kumimoji="1" sz="4800">
                <a:solidFill>
                  <a:srgbClr val="000000"/>
                </a:solidFill>
                <a:latin typeface="华文彩云" panose="02010800040101010101" pitchFamily="2" charset="-122"/>
                <a:ea typeface="华文彩云" panose="02010800040101010101" pitchFamily="2" charset="-122"/>
              </a:defRPr>
            </a:lvl4pPr>
            <a:lvl5pPr marL="2057400" indent="-228600">
              <a:defRPr kumimoji="1" sz="4800">
                <a:solidFill>
                  <a:srgbClr val="000000"/>
                </a:solidFill>
                <a:latin typeface="华文彩云" panose="02010800040101010101" pitchFamily="2" charset="-122"/>
                <a:ea typeface="华文彩云" panose="02010800040101010101" pitchFamily="2" charset="-122"/>
              </a:defRPr>
            </a:lvl5pPr>
            <a:lvl6pPr marL="25146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6pPr>
            <a:lvl7pPr marL="29718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7pPr>
            <a:lvl8pPr marL="34290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8pPr>
            <a:lvl9pPr marL="38862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9pPr>
          </a:lstStyle>
          <a:p>
            <a:r>
              <a:rPr lang="zh-CN" altLang="en-US" sz="3200">
                <a:latin typeface="楷体" panose="02010609060101010101" pitchFamily="49" charset="-122"/>
                <a:ea typeface="楷体" panose="02010609060101010101" pitchFamily="49" charset="-122"/>
              </a:rPr>
              <a:t>复变函数</a:t>
            </a:r>
          </a:p>
        </p:txBody>
      </p:sp>
      <p:sp>
        <p:nvSpPr>
          <p:cNvPr id="9226" name="文本框 12">
            <a:extLst>
              <a:ext uri="{FF2B5EF4-FFF2-40B4-BE49-F238E27FC236}">
                <a16:creationId xmlns:a16="http://schemas.microsoft.com/office/drawing/2014/main" id="{526B5E85-9124-4D7A-A002-17B3B171ED62}"/>
              </a:ext>
            </a:extLst>
          </p:cNvPr>
          <p:cNvSpPr txBox="1">
            <a:spLocks noChangeArrowheads="1"/>
          </p:cNvSpPr>
          <p:nvPr/>
        </p:nvSpPr>
        <p:spPr bwMode="auto">
          <a:xfrm>
            <a:off x="5724525" y="2060575"/>
            <a:ext cx="1871663"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a:solidFill>
                  <a:srgbClr val="000000"/>
                </a:solidFill>
                <a:latin typeface="华文彩云" panose="02010800040101010101" pitchFamily="2" charset="-122"/>
                <a:ea typeface="华文彩云" panose="02010800040101010101" pitchFamily="2" charset="-122"/>
              </a:defRPr>
            </a:lvl1pPr>
            <a:lvl2pPr marL="742950" indent="-285750">
              <a:defRPr kumimoji="1" sz="4800">
                <a:solidFill>
                  <a:srgbClr val="000000"/>
                </a:solidFill>
                <a:latin typeface="华文彩云" panose="02010800040101010101" pitchFamily="2" charset="-122"/>
                <a:ea typeface="华文彩云" panose="02010800040101010101" pitchFamily="2" charset="-122"/>
              </a:defRPr>
            </a:lvl2pPr>
            <a:lvl3pPr marL="1143000" indent="-228600">
              <a:defRPr kumimoji="1" sz="4800">
                <a:solidFill>
                  <a:srgbClr val="000000"/>
                </a:solidFill>
                <a:latin typeface="华文彩云" panose="02010800040101010101" pitchFamily="2" charset="-122"/>
                <a:ea typeface="华文彩云" panose="02010800040101010101" pitchFamily="2" charset="-122"/>
              </a:defRPr>
            </a:lvl3pPr>
            <a:lvl4pPr marL="1600200" indent="-228600">
              <a:defRPr kumimoji="1" sz="4800">
                <a:solidFill>
                  <a:srgbClr val="000000"/>
                </a:solidFill>
                <a:latin typeface="华文彩云" panose="02010800040101010101" pitchFamily="2" charset="-122"/>
                <a:ea typeface="华文彩云" panose="02010800040101010101" pitchFamily="2" charset="-122"/>
              </a:defRPr>
            </a:lvl4pPr>
            <a:lvl5pPr marL="2057400" indent="-228600">
              <a:defRPr kumimoji="1" sz="4800">
                <a:solidFill>
                  <a:srgbClr val="000000"/>
                </a:solidFill>
                <a:latin typeface="华文彩云" panose="02010800040101010101" pitchFamily="2" charset="-122"/>
                <a:ea typeface="华文彩云" panose="02010800040101010101" pitchFamily="2" charset="-122"/>
              </a:defRPr>
            </a:lvl5pPr>
            <a:lvl6pPr marL="25146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6pPr>
            <a:lvl7pPr marL="29718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7pPr>
            <a:lvl8pPr marL="34290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8pPr>
            <a:lvl9pPr marL="38862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9pPr>
          </a:lstStyle>
          <a:p>
            <a:r>
              <a:rPr lang="zh-CN" altLang="en-US" sz="3200">
                <a:latin typeface="楷体" panose="02010609060101010101" pitchFamily="49" charset="-122"/>
                <a:ea typeface="楷体" panose="02010609060101010101" pitchFamily="49" charset="-122"/>
              </a:rPr>
              <a:t>泛函分析</a:t>
            </a:r>
          </a:p>
        </p:txBody>
      </p:sp>
      <p:sp>
        <p:nvSpPr>
          <p:cNvPr id="9227" name="文本框 13">
            <a:extLst>
              <a:ext uri="{FF2B5EF4-FFF2-40B4-BE49-F238E27FC236}">
                <a16:creationId xmlns:a16="http://schemas.microsoft.com/office/drawing/2014/main" id="{83F74355-E950-48CA-8994-2736B877E0D3}"/>
              </a:ext>
            </a:extLst>
          </p:cNvPr>
          <p:cNvSpPr txBox="1">
            <a:spLocks noChangeArrowheads="1"/>
          </p:cNvSpPr>
          <p:nvPr/>
        </p:nvSpPr>
        <p:spPr bwMode="auto">
          <a:xfrm>
            <a:off x="5724525" y="2628900"/>
            <a:ext cx="27352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a:solidFill>
                  <a:srgbClr val="000000"/>
                </a:solidFill>
                <a:latin typeface="华文彩云" panose="02010800040101010101" pitchFamily="2" charset="-122"/>
                <a:ea typeface="华文彩云" panose="02010800040101010101" pitchFamily="2" charset="-122"/>
              </a:defRPr>
            </a:lvl1pPr>
            <a:lvl2pPr marL="742950" indent="-285750">
              <a:defRPr kumimoji="1" sz="4800">
                <a:solidFill>
                  <a:srgbClr val="000000"/>
                </a:solidFill>
                <a:latin typeface="华文彩云" panose="02010800040101010101" pitchFamily="2" charset="-122"/>
                <a:ea typeface="华文彩云" panose="02010800040101010101" pitchFamily="2" charset="-122"/>
              </a:defRPr>
            </a:lvl2pPr>
            <a:lvl3pPr marL="1143000" indent="-228600">
              <a:defRPr kumimoji="1" sz="4800">
                <a:solidFill>
                  <a:srgbClr val="000000"/>
                </a:solidFill>
                <a:latin typeface="华文彩云" panose="02010800040101010101" pitchFamily="2" charset="-122"/>
                <a:ea typeface="华文彩云" panose="02010800040101010101" pitchFamily="2" charset="-122"/>
              </a:defRPr>
            </a:lvl3pPr>
            <a:lvl4pPr marL="1600200" indent="-228600">
              <a:defRPr kumimoji="1" sz="4800">
                <a:solidFill>
                  <a:srgbClr val="000000"/>
                </a:solidFill>
                <a:latin typeface="华文彩云" panose="02010800040101010101" pitchFamily="2" charset="-122"/>
                <a:ea typeface="华文彩云" panose="02010800040101010101" pitchFamily="2" charset="-122"/>
              </a:defRPr>
            </a:lvl4pPr>
            <a:lvl5pPr marL="2057400" indent="-228600">
              <a:defRPr kumimoji="1" sz="4800">
                <a:solidFill>
                  <a:srgbClr val="000000"/>
                </a:solidFill>
                <a:latin typeface="华文彩云" panose="02010800040101010101" pitchFamily="2" charset="-122"/>
                <a:ea typeface="华文彩云" panose="02010800040101010101" pitchFamily="2" charset="-122"/>
              </a:defRPr>
            </a:lvl5pPr>
            <a:lvl6pPr marL="25146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6pPr>
            <a:lvl7pPr marL="29718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7pPr>
            <a:lvl8pPr marL="34290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8pPr>
            <a:lvl9pPr marL="38862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9pPr>
          </a:lstStyle>
          <a:p>
            <a:r>
              <a:rPr lang="zh-CN" altLang="en-US" sz="3200">
                <a:latin typeface="楷体" panose="02010609060101010101" pitchFamily="49" charset="-122"/>
                <a:ea typeface="楷体" panose="02010609060101010101" pitchFamily="49" charset="-122"/>
              </a:rPr>
              <a:t>微分方程等等</a:t>
            </a:r>
          </a:p>
        </p:txBody>
      </p:sp>
      <p:sp>
        <p:nvSpPr>
          <p:cNvPr id="15" name="左大括号 14">
            <a:extLst>
              <a:ext uri="{FF2B5EF4-FFF2-40B4-BE49-F238E27FC236}">
                <a16:creationId xmlns:a16="http://schemas.microsoft.com/office/drawing/2014/main" id="{96759F02-D076-4FC9-BD7C-B7138F31E424}"/>
              </a:ext>
            </a:extLst>
          </p:cNvPr>
          <p:cNvSpPr/>
          <p:nvPr/>
        </p:nvSpPr>
        <p:spPr>
          <a:xfrm>
            <a:off x="5219700" y="3573463"/>
            <a:ext cx="360363" cy="1871662"/>
          </a:xfrm>
          <a:prstGeom prst="leftBrace">
            <a:avLst>
              <a:gd name="adj1" fmla="val 0"/>
              <a:gd name="adj2" fmla="val 50000"/>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p>
        </p:txBody>
      </p:sp>
      <p:sp>
        <p:nvSpPr>
          <p:cNvPr id="9229" name="文本框 15">
            <a:extLst>
              <a:ext uri="{FF2B5EF4-FFF2-40B4-BE49-F238E27FC236}">
                <a16:creationId xmlns:a16="http://schemas.microsoft.com/office/drawing/2014/main" id="{F567AE62-F6FD-407E-83E4-E7351AA8BD42}"/>
              </a:ext>
            </a:extLst>
          </p:cNvPr>
          <p:cNvSpPr txBox="1">
            <a:spLocks noChangeArrowheads="1"/>
          </p:cNvSpPr>
          <p:nvPr/>
        </p:nvSpPr>
        <p:spPr bwMode="auto">
          <a:xfrm>
            <a:off x="5795963" y="3348038"/>
            <a:ext cx="1871662"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a:solidFill>
                  <a:srgbClr val="000000"/>
                </a:solidFill>
                <a:latin typeface="华文彩云" panose="02010800040101010101" pitchFamily="2" charset="-122"/>
                <a:ea typeface="华文彩云" panose="02010800040101010101" pitchFamily="2" charset="-122"/>
              </a:defRPr>
            </a:lvl1pPr>
            <a:lvl2pPr marL="742950" indent="-285750">
              <a:defRPr kumimoji="1" sz="4800">
                <a:solidFill>
                  <a:srgbClr val="000000"/>
                </a:solidFill>
                <a:latin typeface="华文彩云" panose="02010800040101010101" pitchFamily="2" charset="-122"/>
                <a:ea typeface="华文彩云" panose="02010800040101010101" pitchFamily="2" charset="-122"/>
              </a:defRPr>
            </a:lvl2pPr>
            <a:lvl3pPr marL="1143000" indent="-228600">
              <a:defRPr kumimoji="1" sz="4800">
                <a:solidFill>
                  <a:srgbClr val="000000"/>
                </a:solidFill>
                <a:latin typeface="华文彩云" panose="02010800040101010101" pitchFamily="2" charset="-122"/>
                <a:ea typeface="华文彩云" panose="02010800040101010101" pitchFamily="2" charset="-122"/>
              </a:defRPr>
            </a:lvl3pPr>
            <a:lvl4pPr marL="1600200" indent="-228600">
              <a:defRPr kumimoji="1" sz="4800">
                <a:solidFill>
                  <a:srgbClr val="000000"/>
                </a:solidFill>
                <a:latin typeface="华文彩云" panose="02010800040101010101" pitchFamily="2" charset="-122"/>
                <a:ea typeface="华文彩云" panose="02010800040101010101" pitchFamily="2" charset="-122"/>
              </a:defRPr>
            </a:lvl4pPr>
            <a:lvl5pPr marL="2057400" indent="-228600">
              <a:defRPr kumimoji="1" sz="4800">
                <a:solidFill>
                  <a:srgbClr val="000000"/>
                </a:solidFill>
                <a:latin typeface="华文彩云" panose="02010800040101010101" pitchFamily="2" charset="-122"/>
                <a:ea typeface="华文彩云" panose="02010800040101010101" pitchFamily="2" charset="-122"/>
              </a:defRPr>
            </a:lvl5pPr>
            <a:lvl6pPr marL="25146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6pPr>
            <a:lvl7pPr marL="29718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7pPr>
            <a:lvl8pPr marL="34290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8pPr>
            <a:lvl9pPr marL="38862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9pPr>
          </a:lstStyle>
          <a:p>
            <a:r>
              <a:rPr lang="zh-CN" altLang="en-US" sz="3200">
                <a:latin typeface="楷体" panose="02010609060101010101" pitchFamily="49" charset="-122"/>
                <a:ea typeface="楷体" panose="02010609060101010101" pitchFamily="49" charset="-122"/>
              </a:rPr>
              <a:t>数理逻辑</a:t>
            </a:r>
          </a:p>
        </p:txBody>
      </p:sp>
      <p:sp>
        <p:nvSpPr>
          <p:cNvPr id="9230" name="文本框 16">
            <a:extLst>
              <a:ext uri="{FF2B5EF4-FFF2-40B4-BE49-F238E27FC236}">
                <a16:creationId xmlns:a16="http://schemas.microsoft.com/office/drawing/2014/main" id="{E66C1BF9-E1E5-4C32-A6B7-F7B44E5CB154}"/>
              </a:ext>
            </a:extLst>
          </p:cNvPr>
          <p:cNvSpPr txBox="1">
            <a:spLocks noChangeArrowheads="1"/>
          </p:cNvSpPr>
          <p:nvPr/>
        </p:nvSpPr>
        <p:spPr bwMode="auto">
          <a:xfrm>
            <a:off x="5795963" y="3924300"/>
            <a:ext cx="187166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a:solidFill>
                  <a:srgbClr val="000000"/>
                </a:solidFill>
                <a:latin typeface="华文彩云" panose="02010800040101010101" pitchFamily="2" charset="-122"/>
                <a:ea typeface="华文彩云" panose="02010800040101010101" pitchFamily="2" charset="-122"/>
              </a:defRPr>
            </a:lvl1pPr>
            <a:lvl2pPr marL="742950" indent="-285750">
              <a:defRPr kumimoji="1" sz="4800">
                <a:solidFill>
                  <a:srgbClr val="000000"/>
                </a:solidFill>
                <a:latin typeface="华文彩云" panose="02010800040101010101" pitchFamily="2" charset="-122"/>
                <a:ea typeface="华文彩云" panose="02010800040101010101" pitchFamily="2" charset="-122"/>
              </a:defRPr>
            </a:lvl2pPr>
            <a:lvl3pPr marL="1143000" indent="-228600">
              <a:defRPr kumimoji="1" sz="4800">
                <a:solidFill>
                  <a:srgbClr val="000000"/>
                </a:solidFill>
                <a:latin typeface="华文彩云" panose="02010800040101010101" pitchFamily="2" charset="-122"/>
                <a:ea typeface="华文彩云" panose="02010800040101010101" pitchFamily="2" charset="-122"/>
              </a:defRPr>
            </a:lvl3pPr>
            <a:lvl4pPr marL="1600200" indent="-228600">
              <a:defRPr kumimoji="1" sz="4800">
                <a:solidFill>
                  <a:srgbClr val="000000"/>
                </a:solidFill>
                <a:latin typeface="华文彩云" panose="02010800040101010101" pitchFamily="2" charset="-122"/>
                <a:ea typeface="华文彩云" panose="02010800040101010101" pitchFamily="2" charset="-122"/>
              </a:defRPr>
            </a:lvl4pPr>
            <a:lvl5pPr marL="2057400" indent="-228600">
              <a:defRPr kumimoji="1" sz="4800">
                <a:solidFill>
                  <a:srgbClr val="000000"/>
                </a:solidFill>
                <a:latin typeface="华文彩云" panose="02010800040101010101" pitchFamily="2" charset="-122"/>
                <a:ea typeface="华文彩云" panose="02010800040101010101" pitchFamily="2" charset="-122"/>
              </a:defRPr>
            </a:lvl5pPr>
            <a:lvl6pPr marL="25146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6pPr>
            <a:lvl7pPr marL="29718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7pPr>
            <a:lvl8pPr marL="34290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8pPr>
            <a:lvl9pPr marL="38862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9pPr>
          </a:lstStyle>
          <a:p>
            <a:r>
              <a:rPr lang="zh-CN" altLang="en-US" sz="3200">
                <a:latin typeface="楷体" panose="02010609060101010101" pitchFamily="49" charset="-122"/>
                <a:ea typeface="楷体" panose="02010609060101010101" pitchFamily="49" charset="-122"/>
              </a:rPr>
              <a:t>代数结构</a:t>
            </a:r>
          </a:p>
        </p:txBody>
      </p:sp>
      <p:sp>
        <p:nvSpPr>
          <p:cNvPr id="9231" name="文本框 17">
            <a:extLst>
              <a:ext uri="{FF2B5EF4-FFF2-40B4-BE49-F238E27FC236}">
                <a16:creationId xmlns:a16="http://schemas.microsoft.com/office/drawing/2014/main" id="{9E5E02AE-6254-49AC-8AB4-509FC34D13C6}"/>
              </a:ext>
            </a:extLst>
          </p:cNvPr>
          <p:cNvSpPr txBox="1">
            <a:spLocks noChangeArrowheads="1"/>
          </p:cNvSpPr>
          <p:nvPr/>
        </p:nvSpPr>
        <p:spPr bwMode="auto">
          <a:xfrm>
            <a:off x="5795963" y="4500563"/>
            <a:ext cx="187166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a:solidFill>
                  <a:srgbClr val="000000"/>
                </a:solidFill>
                <a:latin typeface="华文彩云" panose="02010800040101010101" pitchFamily="2" charset="-122"/>
                <a:ea typeface="华文彩云" panose="02010800040101010101" pitchFamily="2" charset="-122"/>
              </a:defRPr>
            </a:lvl1pPr>
            <a:lvl2pPr marL="742950" indent="-285750">
              <a:defRPr kumimoji="1" sz="4800">
                <a:solidFill>
                  <a:srgbClr val="000000"/>
                </a:solidFill>
                <a:latin typeface="华文彩云" panose="02010800040101010101" pitchFamily="2" charset="-122"/>
                <a:ea typeface="华文彩云" panose="02010800040101010101" pitchFamily="2" charset="-122"/>
              </a:defRPr>
            </a:lvl2pPr>
            <a:lvl3pPr marL="1143000" indent="-228600">
              <a:defRPr kumimoji="1" sz="4800">
                <a:solidFill>
                  <a:srgbClr val="000000"/>
                </a:solidFill>
                <a:latin typeface="华文彩云" panose="02010800040101010101" pitchFamily="2" charset="-122"/>
                <a:ea typeface="华文彩云" panose="02010800040101010101" pitchFamily="2" charset="-122"/>
              </a:defRPr>
            </a:lvl3pPr>
            <a:lvl4pPr marL="1600200" indent="-228600">
              <a:defRPr kumimoji="1" sz="4800">
                <a:solidFill>
                  <a:srgbClr val="000000"/>
                </a:solidFill>
                <a:latin typeface="华文彩云" panose="02010800040101010101" pitchFamily="2" charset="-122"/>
                <a:ea typeface="华文彩云" panose="02010800040101010101" pitchFamily="2" charset="-122"/>
              </a:defRPr>
            </a:lvl4pPr>
            <a:lvl5pPr marL="2057400" indent="-228600">
              <a:defRPr kumimoji="1" sz="4800">
                <a:solidFill>
                  <a:srgbClr val="000000"/>
                </a:solidFill>
                <a:latin typeface="华文彩云" panose="02010800040101010101" pitchFamily="2" charset="-122"/>
                <a:ea typeface="华文彩云" panose="02010800040101010101" pitchFamily="2" charset="-122"/>
              </a:defRPr>
            </a:lvl5pPr>
            <a:lvl6pPr marL="25146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6pPr>
            <a:lvl7pPr marL="29718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7pPr>
            <a:lvl8pPr marL="34290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8pPr>
            <a:lvl9pPr marL="38862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9pPr>
          </a:lstStyle>
          <a:p>
            <a:r>
              <a:rPr lang="zh-CN" altLang="en-US" sz="3200">
                <a:latin typeface="楷体" panose="02010609060101010101" pitchFamily="49" charset="-122"/>
                <a:ea typeface="楷体" panose="02010609060101010101" pitchFamily="49" charset="-122"/>
              </a:rPr>
              <a:t>图论</a:t>
            </a:r>
          </a:p>
        </p:txBody>
      </p:sp>
      <p:sp>
        <p:nvSpPr>
          <p:cNvPr id="9232" name="文本框 18">
            <a:extLst>
              <a:ext uri="{FF2B5EF4-FFF2-40B4-BE49-F238E27FC236}">
                <a16:creationId xmlns:a16="http://schemas.microsoft.com/office/drawing/2014/main" id="{9B2FEEF4-33EE-4D2C-810B-A0C2A960BF93}"/>
              </a:ext>
            </a:extLst>
          </p:cNvPr>
          <p:cNvSpPr txBox="1">
            <a:spLocks noChangeArrowheads="1"/>
          </p:cNvSpPr>
          <p:nvPr/>
        </p:nvSpPr>
        <p:spPr bwMode="auto">
          <a:xfrm>
            <a:off x="5795963" y="5148263"/>
            <a:ext cx="259238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a:solidFill>
                  <a:srgbClr val="000000"/>
                </a:solidFill>
                <a:latin typeface="华文彩云" panose="02010800040101010101" pitchFamily="2" charset="-122"/>
                <a:ea typeface="华文彩云" panose="02010800040101010101" pitchFamily="2" charset="-122"/>
              </a:defRPr>
            </a:lvl1pPr>
            <a:lvl2pPr marL="742950" indent="-285750">
              <a:defRPr kumimoji="1" sz="4800">
                <a:solidFill>
                  <a:srgbClr val="000000"/>
                </a:solidFill>
                <a:latin typeface="华文彩云" panose="02010800040101010101" pitchFamily="2" charset="-122"/>
                <a:ea typeface="华文彩云" panose="02010800040101010101" pitchFamily="2" charset="-122"/>
              </a:defRPr>
            </a:lvl2pPr>
            <a:lvl3pPr marL="1143000" indent="-228600">
              <a:defRPr kumimoji="1" sz="4800">
                <a:solidFill>
                  <a:srgbClr val="000000"/>
                </a:solidFill>
                <a:latin typeface="华文彩云" panose="02010800040101010101" pitchFamily="2" charset="-122"/>
                <a:ea typeface="华文彩云" panose="02010800040101010101" pitchFamily="2" charset="-122"/>
              </a:defRPr>
            </a:lvl3pPr>
            <a:lvl4pPr marL="1600200" indent="-228600">
              <a:defRPr kumimoji="1" sz="4800">
                <a:solidFill>
                  <a:srgbClr val="000000"/>
                </a:solidFill>
                <a:latin typeface="华文彩云" panose="02010800040101010101" pitchFamily="2" charset="-122"/>
                <a:ea typeface="华文彩云" panose="02010800040101010101" pitchFamily="2" charset="-122"/>
              </a:defRPr>
            </a:lvl4pPr>
            <a:lvl5pPr marL="2057400" indent="-228600">
              <a:defRPr kumimoji="1" sz="4800">
                <a:solidFill>
                  <a:srgbClr val="000000"/>
                </a:solidFill>
                <a:latin typeface="华文彩云" panose="02010800040101010101" pitchFamily="2" charset="-122"/>
                <a:ea typeface="华文彩云" panose="02010800040101010101" pitchFamily="2" charset="-122"/>
              </a:defRPr>
            </a:lvl5pPr>
            <a:lvl6pPr marL="25146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6pPr>
            <a:lvl7pPr marL="29718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7pPr>
            <a:lvl8pPr marL="34290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8pPr>
            <a:lvl9pPr marL="38862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9pPr>
          </a:lstStyle>
          <a:p>
            <a:r>
              <a:rPr lang="zh-CN" altLang="en-US" sz="3200">
                <a:latin typeface="楷体" panose="02010609060101010101" pitchFamily="49" charset="-122"/>
                <a:ea typeface="楷体" panose="02010609060101010101" pitchFamily="49" charset="-122"/>
              </a:rPr>
              <a:t>组合数学等</a:t>
            </a:r>
          </a:p>
        </p:txBody>
      </p:sp>
      <p:sp>
        <p:nvSpPr>
          <p:cNvPr id="9233" name="文本框 19">
            <a:extLst>
              <a:ext uri="{FF2B5EF4-FFF2-40B4-BE49-F238E27FC236}">
                <a16:creationId xmlns:a16="http://schemas.microsoft.com/office/drawing/2014/main" id="{02E9CFCC-CDAC-437D-8E50-BC150A790D51}"/>
              </a:ext>
            </a:extLst>
          </p:cNvPr>
          <p:cNvSpPr txBox="1">
            <a:spLocks noChangeArrowheads="1"/>
          </p:cNvSpPr>
          <p:nvPr/>
        </p:nvSpPr>
        <p:spPr bwMode="auto">
          <a:xfrm>
            <a:off x="2051050" y="5407025"/>
            <a:ext cx="433388"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a:solidFill>
                  <a:srgbClr val="000000"/>
                </a:solidFill>
                <a:latin typeface="华文彩云" panose="02010800040101010101" pitchFamily="2" charset="-122"/>
                <a:ea typeface="华文彩云" panose="02010800040101010101" pitchFamily="2" charset="-122"/>
              </a:defRPr>
            </a:lvl1pPr>
            <a:lvl2pPr marL="742950" indent="-285750">
              <a:defRPr kumimoji="1" sz="4800">
                <a:solidFill>
                  <a:srgbClr val="000000"/>
                </a:solidFill>
                <a:latin typeface="华文彩云" panose="02010800040101010101" pitchFamily="2" charset="-122"/>
                <a:ea typeface="华文彩云" panose="02010800040101010101" pitchFamily="2" charset="-122"/>
              </a:defRPr>
            </a:lvl2pPr>
            <a:lvl3pPr marL="1143000" indent="-228600">
              <a:defRPr kumimoji="1" sz="4800">
                <a:solidFill>
                  <a:srgbClr val="000000"/>
                </a:solidFill>
                <a:latin typeface="华文彩云" panose="02010800040101010101" pitchFamily="2" charset="-122"/>
                <a:ea typeface="华文彩云" panose="02010800040101010101" pitchFamily="2" charset="-122"/>
              </a:defRPr>
            </a:lvl3pPr>
            <a:lvl4pPr marL="1600200" indent="-228600">
              <a:defRPr kumimoji="1" sz="4800">
                <a:solidFill>
                  <a:srgbClr val="000000"/>
                </a:solidFill>
                <a:latin typeface="华文彩云" panose="02010800040101010101" pitchFamily="2" charset="-122"/>
                <a:ea typeface="华文彩云" panose="02010800040101010101" pitchFamily="2" charset="-122"/>
              </a:defRPr>
            </a:lvl4pPr>
            <a:lvl5pPr marL="2057400" indent="-228600">
              <a:defRPr kumimoji="1" sz="4800">
                <a:solidFill>
                  <a:srgbClr val="000000"/>
                </a:solidFill>
                <a:latin typeface="华文彩云" panose="02010800040101010101" pitchFamily="2" charset="-122"/>
                <a:ea typeface="华文彩云" panose="02010800040101010101" pitchFamily="2" charset="-122"/>
              </a:defRPr>
            </a:lvl5pPr>
            <a:lvl6pPr marL="25146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6pPr>
            <a:lvl7pPr marL="29718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7pPr>
            <a:lvl8pPr marL="34290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8pPr>
            <a:lvl9pPr marL="38862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9pPr>
          </a:lstStyle>
          <a:p>
            <a:r>
              <a:rPr lang="zh-CN" altLang="en-US">
                <a:latin typeface="楷体" panose="02010609060101010101" pitchFamily="49" charset="-122"/>
                <a:ea typeface="楷体" panose="02010609060101010101" pitchFamily="49" charset="-122"/>
              </a:rPr>
              <a:t>形</a:t>
            </a:r>
          </a:p>
        </p:txBody>
      </p:sp>
    </p:spTree>
  </p:cSld>
  <p:clrMapOvr>
    <a:masterClrMapping/>
  </p:clrMapOvr>
  <p:transition>
    <p:random/>
  </p:transition>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5" name="Rectangle 1027">
            <a:extLst>
              <a:ext uri="{FF2B5EF4-FFF2-40B4-BE49-F238E27FC236}">
                <a16:creationId xmlns:a16="http://schemas.microsoft.com/office/drawing/2014/main" id="{B316FC26-58B1-4F79-9CF9-CDB38292ACBA}"/>
              </a:ext>
            </a:extLst>
          </p:cNvPr>
          <p:cNvSpPr>
            <a:spLocks noGrp="1"/>
          </p:cNvSpPr>
          <p:nvPr>
            <p:ph idx="1"/>
          </p:nvPr>
        </p:nvSpPr>
        <p:spPr>
          <a:xfrm>
            <a:off x="1571625" y="928688"/>
            <a:ext cx="7105650" cy="5021262"/>
          </a:xfrm>
        </p:spPr>
        <p:txBody>
          <a:bodyPr/>
          <a:lstStyle/>
          <a:p>
            <a:pPr eaLnBrk="1" hangingPunct="1"/>
            <a:r>
              <a:rPr lang="en-US" altLang="zh-CN"/>
              <a:t>    </a:t>
            </a:r>
            <a:r>
              <a:rPr lang="zh-CN" altLang="en-US"/>
              <a:t>贾宪， 北宋数学家（约</a:t>
            </a:r>
            <a:r>
              <a:rPr lang="en-US" altLang="zh-CN"/>
              <a:t>11</a:t>
            </a:r>
            <a:r>
              <a:rPr lang="zh-CN" altLang="en-US"/>
              <a:t>世纪） 著有</a:t>
            </a:r>
            <a:r>
              <a:rPr lang="en-US" altLang="zh-CN"/>
              <a:t>《</a:t>
            </a:r>
            <a:r>
              <a:rPr lang="zh-CN" altLang="en-US"/>
              <a:t>黄帝九章细草</a:t>
            </a:r>
            <a:r>
              <a:rPr lang="en-US" altLang="zh-CN"/>
              <a:t>》</a:t>
            </a:r>
            <a:r>
              <a:rPr lang="zh-CN" altLang="en-US"/>
              <a:t>等都已失传。杨辉著</a:t>
            </a:r>
            <a:r>
              <a:rPr lang="en-US" altLang="zh-CN"/>
              <a:t>《</a:t>
            </a:r>
            <a:r>
              <a:rPr lang="zh-CN" altLang="en-US"/>
              <a:t>详解九章算法</a:t>
            </a:r>
            <a:r>
              <a:rPr lang="en-US" altLang="zh-CN"/>
              <a:t>》</a:t>
            </a:r>
            <a:r>
              <a:rPr lang="zh-CN" altLang="en-US"/>
              <a:t>（</a:t>
            </a:r>
            <a:r>
              <a:rPr lang="en-US" altLang="zh-CN"/>
              <a:t>1261</a:t>
            </a:r>
            <a:r>
              <a:rPr lang="zh-CN" altLang="en-US"/>
              <a:t>年）中曾引贾宪的“开方作法本源”图（即指数为正整数的二项式展开系数表，现称“杨辉三角形”）和“增乘开方法”（求高次幂的正根法）。前者比帕斯卡三角形早</a:t>
            </a:r>
            <a:r>
              <a:rPr lang="en-US" altLang="zh-CN"/>
              <a:t>600</a:t>
            </a:r>
            <a:r>
              <a:rPr lang="zh-CN" altLang="en-US"/>
              <a:t>年，后者比霍纳（</a:t>
            </a:r>
            <a:r>
              <a:rPr lang="en-US" altLang="zh-CN"/>
              <a:t>William Geoge Horner</a:t>
            </a:r>
            <a:r>
              <a:rPr lang="zh-CN" altLang="en-US"/>
              <a:t>，</a:t>
            </a:r>
            <a:r>
              <a:rPr lang="en-US" altLang="zh-CN"/>
              <a:t>1786—1837</a:t>
            </a:r>
            <a:r>
              <a:rPr lang="zh-CN" altLang="en-US"/>
              <a:t>）的方法（</a:t>
            </a:r>
            <a:r>
              <a:rPr lang="en-US" altLang="zh-CN"/>
              <a:t>1819</a:t>
            </a:r>
            <a:r>
              <a:rPr lang="zh-CN" altLang="en-US"/>
              <a:t>年）早</a:t>
            </a:r>
            <a:r>
              <a:rPr lang="en-US" altLang="zh-CN"/>
              <a:t>770</a:t>
            </a:r>
            <a:r>
              <a:rPr lang="zh-CN" altLang="en-US"/>
              <a:t>年。</a:t>
            </a:r>
            <a:endParaRPr lang="en-US" altLang="zh-CN"/>
          </a:p>
          <a:p>
            <a:pPr eaLnBrk="1" hangingPunct="1">
              <a:buFont typeface="Wingdings 2" panose="05020102010507070707" pitchFamily="18" charset="2"/>
              <a:buNone/>
            </a:pPr>
            <a:endParaRPr lang="zh-CN" altLang="en-US"/>
          </a:p>
          <a:p>
            <a:pPr eaLnBrk="1" hangingPunct="1"/>
            <a:r>
              <a:rPr lang="zh-CN" altLang="en-US"/>
              <a:t>     </a:t>
            </a:r>
            <a:r>
              <a:rPr lang="en-US" altLang="zh-CN"/>
              <a:t>1666</a:t>
            </a:r>
            <a:r>
              <a:rPr lang="zh-CN" altLang="en-US"/>
              <a:t>年莱布尼兹所著</a:t>
            </a:r>
            <a:r>
              <a:rPr lang="en-US" altLang="zh-CN"/>
              <a:t>《</a:t>
            </a:r>
            <a:r>
              <a:rPr lang="zh-CN" altLang="en-US"/>
              <a:t>组合学论文</a:t>
            </a:r>
            <a:r>
              <a:rPr lang="en-US" altLang="zh-CN"/>
              <a:t>》</a:t>
            </a:r>
            <a:r>
              <a:rPr lang="zh-CN" altLang="en-US"/>
              <a:t>一书问世，这是组合数学的第一部专著。书中首次使用了组合论（</a:t>
            </a:r>
            <a:r>
              <a:rPr lang="en-US" altLang="zh-CN"/>
              <a:t>Combinatorics</a:t>
            </a:r>
            <a:r>
              <a:rPr lang="zh-CN" altLang="en-US"/>
              <a:t>）一词。</a:t>
            </a:r>
          </a:p>
        </p:txBody>
      </p:sp>
      <p:sp>
        <p:nvSpPr>
          <p:cNvPr id="5" name="Rectangle 1026">
            <a:extLst>
              <a:ext uri="{FF2B5EF4-FFF2-40B4-BE49-F238E27FC236}">
                <a16:creationId xmlns:a16="http://schemas.microsoft.com/office/drawing/2014/main" id="{768879DE-2FD3-4C36-AE4E-0BC08F938166}"/>
              </a:ext>
            </a:extLst>
          </p:cNvPr>
          <p:cNvSpPr txBox="1">
            <a:spLocks noChangeArrowheads="1"/>
          </p:cNvSpPr>
          <p:nvPr/>
        </p:nvSpPr>
        <p:spPr bwMode="auto">
          <a:xfrm>
            <a:off x="395288" y="2060575"/>
            <a:ext cx="792162" cy="2663825"/>
          </a:xfrm>
          <a:prstGeom prst="rect">
            <a:avLst/>
          </a:prstGeom>
          <a:noFill/>
          <a:ln w="9525">
            <a:noFill/>
            <a:miter lim="800000"/>
            <a:headEnd/>
            <a:tailEnd/>
          </a:ln>
          <a:effectLst/>
        </p:spPr>
        <p:txBody>
          <a:bodyPr lIns="92075" tIns="46038" rIns="92075" bIns="46038" anchor="ctr"/>
          <a:lstStyle/>
          <a:p>
            <a:pPr eaLnBrk="1" hangingPunct="1">
              <a:lnSpc>
                <a:spcPct val="70000"/>
              </a:lnSpc>
              <a:defRPr/>
            </a:pPr>
            <a:r>
              <a:rPr lang="zh-CN" altLang="en-US" b="1" kern="0" dirty="0">
                <a:solidFill>
                  <a:schemeClr val="tx2"/>
                </a:solidFill>
                <a:latin typeface="+mj-lt"/>
                <a:ea typeface="+mj-ea"/>
                <a:cs typeface="+mj-cs"/>
              </a:rPr>
              <a:t>前    </a:t>
            </a:r>
            <a:br>
              <a:rPr lang="en-US" altLang="zh-CN" b="1" kern="0" dirty="0">
                <a:solidFill>
                  <a:schemeClr val="tx2"/>
                </a:solidFill>
                <a:latin typeface="+mj-lt"/>
                <a:ea typeface="+mj-ea"/>
                <a:cs typeface="+mj-cs"/>
              </a:rPr>
            </a:br>
            <a:r>
              <a:rPr lang="zh-CN" altLang="en-US" b="1" kern="0" dirty="0">
                <a:solidFill>
                  <a:schemeClr val="tx2"/>
                </a:solidFill>
                <a:latin typeface="+mj-lt"/>
                <a:ea typeface="+mj-ea"/>
                <a:cs typeface="+mj-cs"/>
              </a:rPr>
              <a:t>           言</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9155">
                                            <p:txEl>
                                              <p:pRg st="0" end="0"/>
                                            </p:txEl>
                                          </p:spTgt>
                                        </p:tgtEl>
                                        <p:attrNameLst>
                                          <p:attrName>style.visibility</p:attrName>
                                        </p:attrNameLst>
                                      </p:cBhvr>
                                      <p:to>
                                        <p:strVal val="visible"/>
                                      </p:to>
                                    </p:set>
                                    <p:animEffect transition="in" filter="randombar(horizontal)">
                                      <p:cBhvr>
                                        <p:cTn id="7" dur="500"/>
                                        <p:tgtEl>
                                          <p:spTgt spid="4915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9155">
                                            <p:txEl>
                                              <p:pRg st="2" end="2"/>
                                            </p:txEl>
                                          </p:spTgt>
                                        </p:tgtEl>
                                        <p:attrNameLst>
                                          <p:attrName>style.visibility</p:attrName>
                                        </p:attrNameLst>
                                      </p:cBhvr>
                                      <p:to>
                                        <p:strVal val="visible"/>
                                      </p:to>
                                    </p:set>
                                    <p:animEffect transition="in" filter="randombar(horizontal)">
                                      <p:cBhvr>
                                        <p:cTn id="12" dur="500"/>
                                        <p:tgtEl>
                                          <p:spTgt spid="4915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5">
            <a:extLst>
              <a:ext uri="{FF2B5EF4-FFF2-40B4-BE49-F238E27FC236}">
                <a16:creationId xmlns:a16="http://schemas.microsoft.com/office/drawing/2014/main" id="{5A5535B3-2310-4813-8A15-A63B898D1D14}"/>
              </a:ext>
            </a:extLst>
          </p:cNvPr>
          <p:cNvSpPr>
            <a:spLocks noGrp="1"/>
          </p:cNvSpPr>
          <p:nvPr>
            <p:ph idx="1"/>
          </p:nvPr>
        </p:nvSpPr>
        <p:spPr>
          <a:xfrm>
            <a:off x="1571625" y="1052513"/>
            <a:ext cx="7032625" cy="4448175"/>
          </a:xfrm>
        </p:spPr>
        <p:txBody>
          <a:bodyPr/>
          <a:lstStyle/>
          <a:p>
            <a:pPr eaLnBrk="1" hangingPunct="1"/>
            <a:r>
              <a:rPr lang="en-US" altLang="zh-CN"/>
              <a:t>   </a:t>
            </a:r>
            <a:r>
              <a:rPr lang="zh-CN" altLang="en-US"/>
              <a:t>组合数学的蓬勃发展则是在计算机问世和普遍应用之后。由于组合数学涉及面广，内容庞杂，并且仍在很快地发展着，因而还没有一个统一而有效的理论体系。这与数学分析形成了对照。</a:t>
            </a:r>
            <a:endParaRPr lang="en-US" altLang="zh-CN"/>
          </a:p>
          <a:p>
            <a:pPr eaLnBrk="1" hangingPunct="1"/>
            <a:endParaRPr lang="zh-CN" altLang="en-US"/>
          </a:p>
          <a:p>
            <a:pPr eaLnBrk="1" hangingPunct="1"/>
            <a:r>
              <a:rPr lang="zh-CN" altLang="en-US"/>
              <a:t>       组合数学经常使用的方法并不高深复杂。 但是，要学好组合数学并非易事，既需要一定的数学修养，也要进行相当的训练。</a:t>
            </a:r>
          </a:p>
        </p:txBody>
      </p:sp>
      <p:sp>
        <p:nvSpPr>
          <p:cNvPr id="4" name="Rectangle 1026">
            <a:extLst>
              <a:ext uri="{FF2B5EF4-FFF2-40B4-BE49-F238E27FC236}">
                <a16:creationId xmlns:a16="http://schemas.microsoft.com/office/drawing/2014/main" id="{FE037A18-BDF7-44AA-A532-1D1F76A62557}"/>
              </a:ext>
            </a:extLst>
          </p:cNvPr>
          <p:cNvSpPr txBox="1">
            <a:spLocks noChangeArrowheads="1"/>
          </p:cNvSpPr>
          <p:nvPr/>
        </p:nvSpPr>
        <p:spPr bwMode="auto">
          <a:xfrm>
            <a:off x="395288" y="2060575"/>
            <a:ext cx="792162" cy="2663825"/>
          </a:xfrm>
          <a:prstGeom prst="rect">
            <a:avLst/>
          </a:prstGeom>
          <a:noFill/>
          <a:ln w="9525">
            <a:noFill/>
            <a:miter lim="800000"/>
            <a:headEnd/>
            <a:tailEnd/>
          </a:ln>
          <a:effectLst/>
        </p:spPr>
        <p:txBody>
          <a:bodyPr lIns="92075" tIns="46038" rIns="92075" bIns="46038" anchor="ctr"/>
          <a:lstStyle/>
          <a:p>
            <a:pPr eaLnBrk="1" hangingPunct="1">
              <a:lnSpc>
                <a:spcPct val="70000"/>
              </a:lnSpc>
              <a:defRPr/>
            </a:pPr>
            <a:r>
              <a:rPr lang="zh-CN" altLang="en-US" b="1" kern="0" dirty="0">
                <a:solidFill>
                  <a:schemeClr val="tx2"/>
                </a:solidFill>
                <a:latin typeface="+mj-lt"/>
                <a:ea typeface="+mj-ea"/>
                <a:cs typeface="+mj-cs"/>
              </a:rPr>
              <a:t>前    </a:t>
            </a:r>
            <a:br>
              <a:rPr lang="en-US" altLang="zh-CN" b="1" kern="0" dirty="0">
                <a:solidFill>
                  <a:schemeClr val="tx2"/>
                </a:solidFill>
                <a:latin typeface="+mj-lt"/>
                <a:ea typeface="+mj-ea"/>
                <a:cs typeface="+mj-cs"/>
              </a:rPr>
            </a:br>
            <a:r>
              <a:rPr lang="zh-CN" altLang="en-US" b="1" kern="0" dirty="0">
                <a:solidFill>
                  <a:schemeClr val="tx2"/>
                </a:solidFill>
                <a:latin typeface="+mj-lt"/>
                <a:ea typeface="+mj-ea"/>
                <a:cs typeface="+mj-cs"/>
              </a:rPr>
              <a:t>           言</a:t>
            </a:r>
          </a:p>
        </p:txBody>
      </p:sp>
    </p:spTree>
  </p:cSld>
  <p:clrMapOvr>
    <a:masterClrMapping/>
  </p:clrMapOvr>
  <p:transition>
    <p:rand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B7ADE7A3-9291-4DFF-895F-F5EF69F47CF3}"/>
              </a:ext>
            </a:extLst>
          </p:cNvPr>
          <p:cNvSpPr>
            <a:spLocks noGrp="1" noChangeArrowheads="1"/>
          </p:cNvSpPr>
          <p:nvPr>
            <p:ph type="title"/>
          </p:nvPr>
        </p:nvSpPr>
        <p:spPr>
          <a:xfrm>
            <a:off x="900113" y="2708275"/>
            <a:ext cx="6985000" cy="1981200"/>
          </a:xfrm>
        </p:spPr>
        <p:txBody>
          <a:bodyPr>
            <a:normAutofit fontScale="90000"/>
          </a:bodyPr>
          <a:lstStyle/>
          <a:p>
            <a:pPr algn="ctr" eaLnBrk="1" fontAlgn="auto" hangingPunct="1">
              <a:spcAft>
                <a:spcPts val="0"/>
              </a:spcAft>
              <a:defRPr/>
            </a:pPr>
            <a:r>
              <a:rPr lang="zh-CN" altLang="en-US" sz="6400" b="1" dirty="0">
                <a:latin typeface="Times New Roman" pitchFamily="18" charset="0"/>
              </a:rPr>
              <a:t>第一章</a:t>
            </a:r>
            <a:br>
              <a:rPr lang="zh-CN" altLang="en-US" sz="6400" b="1" dirty="0">
                <a:latin typeface="Times New Roman" pitchFamily="18" charset="0"/>
              </a:rPr>
            </a:br>
            <a:r>
              <a:rPr lang="zh-CN" altLang="en-US" b="1" dirty="0">
                <a:latin typeface="Times New Roman" pitchFamily="18" charset="0"/>
              </a:rPr>
              <a:t> </a:t>
            </a:r>
            <a:br>
              <a:rPr lang="zh-CN" altLang="en-US" b="1" dirty="0">
                <a:latin typeface="Times New Roman" pitchFamily="18" charset="0"/>
              </a:rPr>
            </a:br>
            <a:r>
              <a:rPr lang="zh-CN" altLang="en-US" b="1" dirty="0">
                <a:latin typeface="Times New Roman" pitchFamily="18" charset="0"/>
              </a:rPr>
              <a:t>排 列  、组合与二项式定理</a:t>
            </a:r>
            <a:r>
              <a:rPr lang="zh-CN" altLang="en-US" b="1" dirty="0"/>
              <a:t> </a:t>
            </a:r>
          </a:p>
        </p:txBody>
      </p:sp>
    </p:spTree>
  </p:cSld>
  <p:clrMapOvr>
    <a:masterClrMapping/>
  </p:clrMapOvr>
  <p:transition>
    <p:random/>
  </p:transition>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4" name="Rectangle 5">
            <a:extLst>
              <a:ext uri="{FF2B5EF4-FFF2-40B4-BE49-F238E27FC236}">
                <a16:creationId xmlns:a16="http://schemas.microsoft.com/office/drawing/2014/main" id="{3B20D897-C1F9-4452-88F5-8C2CA731D4D1}"/>
              </a:ext>
            </a:extLst>
          </p:cNvPr>
          <p:cNvSpPr>
            <a:spLocks noGrp="1"/>
          </p:cNvSpPr>
          <p:nvPr>
            <p:ph type="title"/>
          </p:nvPr>
        </p:nvSpPr>
        <p:spPr>
          <a:xfrm>
            <a:off x="685800" y="857250"/>
            <a:ext cx="8029575" cy="1962150"/>
          </a:xfrm>
        </p:spPr>
        <p:txBody>
          <a:bodyPr/>
          <a:lstStyle/>
          <a:p>
            <a:pPr eaLnBrk="1" hangingPunct="1"/>
            <a:r>
              <a:rPr lang="en-US" altLang="zh-CN" sz="6000">
                <a:solidFill>
                  <a:schemeClr val="accent2"/>
                </a:solidFill>
                <a:latin typeface="Times New Roman" panose="02020603050405020304" pitchFamily="18" charset="0"/>
              </a:rPr>
              <a:t>§1.1</a:t>
            </a:r>
            <a:br>
              <a:rPr lang="en-US" altLang="zh-CN" sz="6000">
                <a:solidFill>
                  <a:schemeClr val="accent2"/>
                </a:solidFill>
                <a:latin typeface="Times New Roman" panose="02020603050405020304" pitchFamily="18" charset="0"/>
              </a:rPr>
            </a:br>
            <a:r>
              <a:rPr lang="en-US" altLang="zh-CN" sz="6000">
                <a:solidFill>
                  <a:schemeClr val="accent2"/>
                </a:solidFill>
                <a:latin typeface="Times New Roman" panose="02020603050405020304" pitchFamily="18" charset="0"/>
              </a:rPr>
              <a:t>   </a:t>
            </a:r>
            <a:r>
              <a:rPr lang="zh-CN" altLang="en-US" sz="6000">
                <a:solidFill>
                  <a:schemeClr val="accent2"/>
                </a:solidFill>
                <a:latin typeface="Times New Roman" panose="02020603050405020304" pitchFamily="18" charset="0"/>
              </a:rPr>
              <a:t>加法规则和乘法规则</a:t>
            </a:r>
          </a:p>
        </p:txBody>
      </p:sp>
      <p:sp>
        <p:nvSpPr>
          <p:cNvPr id="5126" name="Rectangle 6">
            <a:extLst>
              <a:ext uri="{FF2B5EF4-FFF2-40B4-BE49-F238E27FC236}">
                <a16:creationId xmlns:a16="http://schemas.microsoft.com/office/drawing/2014/main" id="{D45CE8A8-43AD-41E9-940F-AFDB55B282BE}"/>
              </a:ext>
            </a:extLst>
          </p:cNvPr>
          <p:cNvSpPr>
            <a:spLocks noGrp="1"/>
          </p:cNvSpPr>
          <p:nvPr>
            <p:ph idx="1"/>
          </p:nvPr>
        </p:nvSpPr>
        <p:spPr>
          <a:xfrm>
            <a:off x="857250" y="2714625"/>
            <a:ext cx="7677150" cy="2847975"/>
          </a:xfrm>
        </p:spPr>
        <p:txBody>
          <a:bodyPr/>
          <a:lstStyle/>
          <a:p>
            <a:pPr algn="ctr" eaLnBrk="1" hangingPunct="1">
              <a:buFont typeface="Wingdings" panose="05000000000000000000" pitchFamily="2" charset="2"/>
              <a:buNone/>
            </a:pPr>
            <a:endParaRPr lang="en-US" altLang="zh-CN">
              <a:solidFill>
                <a:schemeClr val="accent2"/>
              </a:solidFill>
            </a:endParaRPr>
          </a:p>
          <a:p>
            <a:pPr algn="just" eaLnBrk="1" hangingPunct="1">
              <a:buFont typeface="Wingdings" panose="05000000000000000000" pitchFamily="2" charset="2"/>
              <a:buNone/>
            </a:pPr>
            <a:r>
              <a:rPr lang="en-US" altLang="zh-CN">
                <a:solidFill>
                  <a:schemeClr val="accent2"/>
                </a:solidFill>
              </a:rPr>
              <a:t>    </a:t>
            </a:r>
            <a:r>
              <a:rPr lang="zh-CN" altLang="en-US" b="1">
                <a:solidFill>
                  <a:srgbClr val="000000"/>
                </a:solidFill>
              </a:rPr>
              <a:t>组合数学研究的主要问题之一就是计数问题。</a:t>
            </a:r>
          </a:p>
          <a:p>
            <a:pPr algn="just" eaLnBrk="1" hangingPunct="1">
              <a:buFont typeface="Wingdings" panose="05000000000000000000" pitchFamily="2" charset="2"/>
              <a:buNone/>
            </a:pPr>
            <a:r>
              <a:rPr lang="zh-CN" altLang="en-US" b="1">
                <a:solidFill>
                  <a:srgbClr val="000000"/>
                </a:solidFill>
              </a:rPr>
              <a:t>    </a:t>
            </a:r>
            <a:endParaRPr lang="en-US" altLang="zh-CN" b="1">
              <a:solidFill>
                <a:srgbClr val="000000"/>
              </a:solidFill>
            </a:endParaRPr>
          </a:p>
          <a:p>
            <a:pPr algn="just" eaLnBrk="1" hangingPunct="1">
              <a:buFont typeface="Wingdings" panose="05000000000000000000" pitchFamily="2" charset="2"/>
              <a:buNone/>
            </a:pPr>
            <a:r>
              <a:rPr lang="en-US" altLang="zh-CN" b="1">
                <a:solidFill>
                  <a:srgbClr val="000000"/>
                </a:solidFill>
              </a:rPr>
              <a:t>   </a:t>
            </a:r>
            <a:r>
              <a:rPr lang="zh-CN" altLang="en-US" b="1">
                <a:solidFill>
                  <a:srgbClr val="000000"/>
                </a:solidFill>
              </a:rPr>
              <a:t>而加法规则和乘法规则又是解决计数问题的</a:t>
            </a:r>
            <a:r>
              <a:rPr lang="zh-CN" altLang="en-US" b="1">
                <a:solidFill>
                  <a:srgbClr val="000000"/>
                </a:solidFill>
                <a:latin typeface="Times New Roman" panose="02020603050405020304" pitchFamily="18" charset="0"/>
              </a:rPr>
              <a:t>有力工具。这两个规则是直观的，形式上的验证可以用数学归纳法得到</a:t>
            </a:r>
            <a:r>
              <a:rPr lang="zh-CN" altLang="en-US" b="1">
                <a:solidFill>
                  <a:srgbClr val="000000"/>
                </a:solidFill>
              </a:rPr>
              <a:t> 。</a:t>
            </a:r>
          </a:p>
          <a:p>
            <a:pPr eaLnBrk="1" hangingPunct="1"/>
            <a:endParaRPr lang="zh-CN" altLang="en-US" b="1">
              <a:solidFill>
                <a:srgbClr val="000000"/>
              </a:solidFill>
            </a:endParaRPr>
          </a:p>
          <a:p>
            <a:pPr eaLnBrk="1" hangingPunct="1"/>
            <a:endParaRPr lang="zh-CN" altLang="en-US" b="1"/>
          </a:p>
          <a:p>
            <a:pPr lvl="4" eaLnBrk="1" hangingPunct="1"/>
            <a:endParaRPr lang="zh-CN" altLang="en-US"/>
          </a:p>
          <a:p>
            <a:pPr eaLnBrk="1" hangingPunct="1"/>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126"/>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6"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0E050BEC-0D77-4A66-8E86-5C6D1FD82EC1}"/>
              </a:ext>
            </a:extLst>
          </p:cNvPr>
          <p:cNvSpPr>
            <a:spLocks noGrp="1"/>
          </p:cNvSpPr>
          <p:nvPr>
            <p:ph type="title"/>
          </p:nvPr>
        </p:nvSpPr>
        <p:spPr>
          <a:xfrm>
            <a:off x="0" y="304800"/>
            <a:ext cx="6096000" cy="1143000"/>
          </a:xfrm>
        </p:spPr>
        <p:txBody>
          <a:bodyPr/>
          <a:lstStyle/>
          <a:p>
            <a:pPr eaLnBrk="1" hangingPunct="1"/>
            <a:r>
              <a:rPr lang="en-US" altLang="zh-CN">
                <a:solidFill>
                  <a:srgbClr val="000000"/>
                </a:solidFill>
                <a:latin typeface="Times New Roman" panose="02020603050405020304" pitchFamily="18" charset="0"/>
              </a:rPr>
              <a:t></a:t>
            </a:r>
            <a:r>
              <a:rPr lang="zh-CN" altLang="en-US" b="1">
                <a:solidFill>
                  <a:srgbClr val="000000"/>
                </a:solidFill>
                <a:latin typeface="Times New Roman" panose="02020603050405020304" pitchFamily="18" charset="0"/>
              </a:rPr>
              <a:t>加法规则</a:t>
            </a:r>
            <a:r>
              <a:rPr lang="zh-CN" altLang="en-US">
                <a:latin typeface="宋体" panose="02010600030101010101" pitchFamily="2" charset="-122"/>
              </a:rPr>
              <a:t> </a:t>
            </a:r>
          </a:p>
        </p:txBody>
      </p:sp>
      <p:sp>
        <p:nvSpPr>
          <p:cNvPr id="10243" name="Rectangle 3">
            <a:extLst>
              <a:ext uri="{FF2B5EF4-FFF2-40B4-BE49-F238E27FC236}">
                <a16:creationId xmlns:a16="http://schemas.microsoft.com/office/drawing/2014/main" id="{AF019555-063B-4609-8AE2-532765272585}"/>
              </a:ext>
            </a:extLst>
          </p:cNvPr>
          <p:cNvSpPr>
            <a:spLocks noGrp="1"/>
          </p:cNvSpPr>
          <p:nvPr>
            <p:ph idx="1"/>
          </p:nvPr>
        </p:nvSpPr>
        <p:spPr>
          <a:xfrm>
            <a:off x="606129" y="1484313"/>
            <a:ext cx="7928271" cy="4114800"/>
          </a:xfrm>
        </p:spPr>
        <p:txBody>
          <a:bodyPr/>
          <a:lstStyle/>
          <a:p>
            <a:pPr eaLnBrk="1" hangingPunct="1">
              <a:buFont typeface="Wingdings" panose="05000000000000000000" pitchFamily="2" charset="2"/>
              <a:buNone/>
            </a:pPr>
            <a:r>
              <a:rPr lang="zh-CN" altLang="en-US" sz="3200" b="1" dirty="0">
                <a:solidFill>
                  <a:srgbClr val="000000"/>
                </a:solidFill>
                <a:latin typeface="Times New Roman" panose="02020603050405020304" pitchFamily="18" charset="0"/>
                <a:cs typeface="Courier New" panose="02070309020205020404" pitchFamily="49" charset="0"/>
              </a:rPr>
              <a:t>设</a:t>
            </a:r>
            <a:r>
              <a:rPr lang="en-US" altLang="zh-CN" sz="3200" b="1" dirty="0">
                <a:solidFill>
                  <a:srgbClr val="000000"/>
                </a:solidFill>
                <a:latin typeface="Times New Roman" panose="02020603050405020304" pitchFamily="18" charset="0"/>
                <a:cs typeface="Courier New" panose="02070309020205020404" pitchFamily="49" charset="0"/>
              </a:rPr>
              <a:t>S</a:t>
            </a:r>
            <a:r>
              <a:rPr lang="zh-CN" altLang="en-US" sz="3200" b="1" dirty="0">
                <a:solidFill>
                  <a:srgbClr val="000000"/>
                </a:solidFill>
                <a:latin typeface="Times New Roman" panose="02020603050405020304" pitchFamily="18" charset="0"/>
                <a:cs typeface="Courier New" panose="02070309020205020404" pitchFamily="49" charset="0"/>
              </a:rPr>
              <a:t>是有限集合，若           </a:t>
            </a:r>
            <a:r>
              <a:rPr lang="en-US" altLang="zh-CN" sz="3200" b="1" dirty="0">
                <a:solidFill>
                  <a:srgbClr val="000000"/>
                </a:solidFill>
                <a:latin typeface="Times New Roman" panose="02020603050405020304" pitchFamily="18" charset="0"/>
                <a:cs typeface="Courier New" panose="02070309020205020404" pitchFamily="49" charset="0"/>
              </a:rPr>
              <a:t>,             </a:t>
            </a:r>
            <a:r>
              <a:rPr lang="zh-CN" altLang="en-US" sz="3200" b="1" dirty="0">
                <a:solidFill>
                  <a:srgbClr val="000000"/>
                </a:solidFill>
                <a:latin typeface="宋体" panose="02010600030101010101" pitchFamily="2" charset="-122"/>
              </a:rPr>
              <a:t>且    时，</a:t>
            </a:r>
            <a:endParaRPr lang="zh-CN" altLang="en-US" sz="3200" b="1" dirty="0">
              <a:solidFill>
                <a:srgbClr val="000000"/>
              </a:solidFill>
              <a:latin typeface="Times New Roman" panose="02020603050405020304" pitchFamily="18" charset="0"/>
              <a:cs typeface="Courier New" panose="02070309020205020404" pitchFamily="49" charset="0"/>
            </a:endParaRPr>
          </a:p>
          <a:p>
            <a:pPr eaLnBrk="1" hangingPunct="1">
              <a:buFont typeface="Wingdings" panose="05000000000000000000" pitchFamily="2" charset="2"/>
              <a:buNone/>
            </a:pPr>
            <a:r>
              <a:rPr lang="zh-CN" altLang="en-US" sz="3200" b="1" dirty="0">
                <a:solidFill>
                  <a:srgbClr val="000000"/>
                </a:solidFill>
                <a:latin typeface="Times New Roman" panose="02020603050405020304" pitchFamily="18" charset="0"/>
              </a:rPr>
              <a:t>                     则有：</a:t>
            </a:r>
            <a:endParaRPr lang="en-US" altLang="zh-CN" sz="3200" b="1" dirty="0">
              <a:solidFill>
                <a:srgbClr val="000000"/>
              </a:solidFill>
              <a:latin typeface="Times New Roman" panose="02020603050405020304" pitchFamily="18" charset="0"/>
            </a:endParaRPr>
          </a:p>
          <a:p>
            <a:pPr eaLnBrk="1" hangingPunct="1">
              <a:buFont typeface="Wingdings" panose="05000000000000000000" pitchFamily="2" charset="2"/>
              <a:buNone/>
            </a:pPr>
            <a:endParaRPr lang="zh-CN" altLang="en-US" sz="3200" b="1" dirty="0">
              <a:solidFill>
                <a:srgbClr val="000000"/>
              </a:solidFill>
              <a:latin typeface="Times New Roman" panose="02020603050405020304" pitchFamily="18" charset="0"/>
            </a:endParaRPr>
          </a:p>
          <a:p>
            <a:pPr eaLnBrk="1" hangingPunct="1">
              <a:buFont typeface="Wingdings" panose="05000000000000000000" pitchFamily="2" charset="2"/>
              <a:buNone/>
            </a:pPr>
            <a:r>
              <a:rPr lang="zh-CN" altLang="en-US" sz="3200" b="1" dirty="0">
                <a:solidFill>
                  <a:srgbClr val="000000"/>
                </a:solidFill>
                <a:latin typeface="Times New Roman" panose="02020603050405020304" pitchFamily="18" charset="0"/>
              </a:rPr>
              <a:t>｜</a:t>
            </a:r>
            <a:r>
              <a:rPr lang="en-US" altLang="zh-CN" sz="3200" b="1" dirty="0">
                <a:solidFill>
                  <a:srgbClr val="000000"/>
                </a:solidFill>
                <a:latin typeface="Times New Roman" panose="02020603050405020304" pitchFamily="18" charset="0"/>
              </a:rPr>
              <a:t>S</a:t>
            </a:r>
            <a:r>
              <a:rPr lang="zh-CN" altLang="en-US" sz="3200" b="1" dirty="0">
                <a:solidFill>
                  <a:srgbClr val="000000"/>
                </a:solidFill>
                <a:latin typeface="Times New Roman" panose="02020603050405020304" pitchFamily="18" charset="0"/>
              </a:rPr>
              <a:t>｜</a:t>
            </a:r>
            <a:r>
              <a:rPr lang="en-US" altLang="zh-CN" sz="3200" b="1" dirty="0">
                <a:solidFill>
                  <a:srgbClr val="000000"/>
                </a:solidFill>
                <a:latin typeface="Times New Roman" panose="02020603050405020304" pitchFamily="18" charset="0"/>
              </a:rPr>
              <a:t>=|           | =                    (1.1) </a:t>
            </a:r>
          </a:p>
          <a:p>
            <a:pPr eaLnBrk="1" hangingPunct="1">
              <a:buFont typeface="Wingdings" panose="05000000000000000000" pitchFamily="2" charset="2"/>
              <a:buNone/>
            </a:pPr>
            <a:endParaRPr lang="en-US" altLang="zh-CN" sz="3200" b="1" dirty="0">
              <a:solidFill>
                <a:srgbClr val="000000"/>
              </a:solidFill>
              <a:latin typeface="Times New Roman" panose="02020603050405020304" pitchFamily="18" charset="0"/>
            </a:endParaRPr>
          </a:p>
          <a:p>
            <a:pPr eaLnBrk="1" hangingPunct="1">
              <a:buFont typeface="Wingdings" panose="05000000000000000000" pitchFamily="2" charset="2"/>
              <a:buNone/>
            </a:pPr>
            <a:r>
              <a:rPr lang="zh-CN" altLang="en-US" sz="3200" b="1" dirty="0">
                <a:solidFill>
                  <a:srgbClr val="000000"/>
                </a:solidFill>
                <a:latin typeface="Times New Roman" panose="02020603050405020304" pitchFamily="18" charset="0"/>
              </a:rPr>
              <a:t>特别：</a:t>
            </a:r>
            <a:r>
              <a:rPr lang="zh-CN" altLang="en-US" sz="3200" b="1" dirty="0">
                <a:solidFill>
                  <a:srgbClr val="000000"/>
                </a:solidFill>
                <a:latin typeface="Times New Roman" panose="02020603050405020304" pitchFamily="18" charset="0"/>
                <a:cs typeface="Courier New" panose="02070309020205020404" pitchFamily="49" charset="0"/>
              </a:rPr>
              <a:t>当</a:t>
            </a:r>
            <a:r>
              <a:rPr lang="en-US" altLang="zh-CN" sz="3200" b="1" dirty="0">
                <a:solidFill>
                  <a:srgbClr val="000000"/>
                </a:solidFill>
                <a:latin typeface="Times New Roman" panose="02020603050405020304" pitchFamily="18" charset="0"/>
                <a:cs typeface="Courier New" panose="02070309020205020404" pitchFamily="49" charset="0"/>
              </a:rPr>
              <a:t>m=2</a:t>
            </a:r>
            <a:r>
              <a:rPr lang="zh-CN" altLang="en-US" sz="3200" b="1" dirty="0">
                <a:solidFill>
                  <a:srgbClr val="000000"/>
                </a:solidFill>
                <a:latin typeface="Times New Roman" panose="02020603050405020304" pitchFamily="18" charset="0"/>
                <a:cs typeface="Courier New" panose="02070309020205020404" pitchFamily="49" charset="0"/>
              </a:rPr>
              <a:t>时，有</a:t>
            </a:r>
            <a:endParaRPr lang="zh-CN" altLang="en-US" sz="3200" b="1" dirty="0">
              <a:solidFill>
                <a:srgbClr val="000000"/>
              </a:solidFill>
              <a:latin typeface="Times New Roman" panose="02020603050405020304" pitchFamily="18" charset="0"/>
            </a:endParaRPr>
          </a:p>
          <a:p>
            <a:pPr eaLnBrk="1" hangingPunct="1">
              <a:buFont typeface="Wingdings" panose="05000000000000000000" pitchFamily="2" charset="2"/>
              <a:buNone/>
            </a:pPr>
            <a:r>
              <a:rPr lang="zh-CN" altLang="en-US" sz="3200" b="1" dirty="0">
                <a:solidFill>
                  <a:srgbClr val="000000"/>
                </a:solidFill>
                <a:latin typeface="Times New Roman" panose="02020603050405020304" pitchFamily="18" charset="0"/>
              </a:rPr>
              <a:t>｜</a:t>
            </a:r>
            <a:r>
              <a:rPr lang="en-US" altLang="zh-CN" sz="3200" b="1" dirty="0">
                <a:solidFill>
                  <a:srgbClr val="000000"/>
                </a:solidFill>
                <a:latin typeface="Times New Roman" panose="02020603050405020304" pitchFamily="18" charset="0"/>
              </a:rPr>
              <a:t>S</a:t>
            </a:r>
            <a:r>
              <a:rPr lang="zh-CN" altLang="en-US" sz="3200" b="1" dirty="0">
                <a:solidFill>
                  <a:srgbClr val="000000"/>
                </a:solidFill>
                <a:latin typeface="Times New Roman" panose="02020603050405020304" pitchFamily="18" charset="0"/>
              </a:rPr>
              <a:t>｜</a:t>
            </a:r>
            <a:r>
              <a:rPr lang="en-US" altLang="zh-CN" sz="3200" b="1" dirty="0">
                <a:solidFill>
                  <a:srgbClr val="000000"/>
                </a:solidFill>
                <a:latin typeface="Times New Roman" panose="02020603050405020304" pitchFamily="18" charset="0"/>
              </a:rPr>
              <a:t>=|         |= |   | + |   |</a:t>
            </a:r>
          </a:p>
        </p:txBody>
      </p:sp>
      <p:pic>
        <p:nvPicPr>
          <p:cNvPr id="10253" name="Picture 13">
            <a:extLst>
              <a:ext uri="{FF2B5EF4-FFF2-40B4-BE49-F238E27FC236}">
                <a16:creationId xmlns:a16="http://schemas.microsoft.com/office/drawing/2014/main" id="{13FF3399-F9E4-47CF-9CD6-B1F0073024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7432" y="2017713"/>
            <a:ext cx="1753368"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0255" name="Object 15">
            <a:extLst>
              <a:ext uri="{FF2B5EF4-FFF2-40B4-BE49-F238E27FC236}">
                <a16:creationId xmlns:a16="http://schemas.microsoft.com/office/drawing/2014/main" id="{522D496A-5B89-4955-8387-603163C255F8}"/>
              </a:ext>
            </a:extLst>
          </p:cNvPr>
          <p:cNvGraphicFramePr>
            <a:graphicFrameLocks noChangeAspect="1"/>
          </p:cNvGraphicFramePr>
          <p:nvPr>
            <p:extLst>
              <p:ext uri="{D42A27DB-BD31-4B8C-83A1-F6EECF244321}">
                <p14:modId xmlns:p14="http://schemas.microsoft.com/office/powerpoint/2010/main" val="166987788"/>
              </p:ext>
            </p:extLst>
          </p:nvPr>
        </p:nvGraphicFramePr>
        <p:xfrm>
          <a:off x="5612919" y="1268413"/>
          <a:ext cx="1099031" cy="954087"/>
        </p:xfrm>
        <a:graphic>
          <a:graphicData uri="http://schemas.openxmlformats.org/presentationml/2006/ole">
            <mc:AlternateContent xmlns:mc="http://schemas.openxmlformats.org/markup-compatibility/2006">
              <mc:Choice xmlns:v="urn:schemas-microsoft-com:vml" Requires="v">
                <p:oleObj name="公式" r:id="rId3" imgW="558558" imgH="431613" progId="Equation.3">
                  <p:embed/>
                </p:oleObj>
              </mc:Choice>
              <mc:Fallback>
                <p:oleObj name="公式" r:id="rId3" imgW="558558" imgH="431613" progId="Equation.3">
                  <p:embed/>
                  <p:pic>
                    <p:nvPicPr>
                      <p:cNvPr id="10255" name="Object 15">
                        <a:extLst>
                          <a:ext uri="{FF2B5EF4-FFF2-40B4-BE49-F238E27FC236}">
                            <a16:creationId xmlns:a16="http://schemas.microsoft.com/office/drawing/2014/main" id="{522D496A-5B89-4955-8387-603163C255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12919" y="1268413"/>
                        <a:ext cx="1099031" cy="954087"/>
                      </a:xfrm>
                      <a:prstGeom prst="rect">
                        <a:avLst/>
                      </a:prstGeom>
                      <a:noFill/>
                      <a:ln>
                        <a:noFill/>
                      </a:ln>
                    </p:spPr>
                  </p:pic>
                </p:oleObj>
              </mc:Fallback>
            </mc:AlternateContent>
          </a:graphicData>
        </a:graphic>
      </p:graphicFrame>
      <p:graphicFrame>
        <p:nvGraphicFramePr>
          <p:cNvPr id="10257" name="Object 17">
            <a:extLst>
              <a:ext uri="{FF2B5EF4-FFF2-40B4-BE49-F238E27FC236}">
                <a16:creationId xmlns:a16="http://schemas.microsoft.com/office/drawing/2014/main" id="{3A7659B4-8E63-4802-ABBA-DBC339B4C7D2}"/>
              </a:ext>
            </a:extLst>
          </p:cNvPr>
          <p:cNvGraphicFramePr>
            <a:graphicFrameLocks noChangeAspect="1"/>
          </p:cNvGraphicFramePr>
          <p:nvPr>
            <p:extLst>
              <p:ext uri="{D42A27DB-BD31-4B8C-83A1-F6EECF244321}">
                <p14:modId xmlns:p14="http://schemas.microsoft.com/office/powerpoint/2010/main" val="3061924520"/>
              </p:ext>
            </p:extLst>
          </p:nvPr>
        </p:nvGraphicFramePr>
        <p:xfrm>
          <a:off x="2142643" y="3214688"/>
          <a:ext cx="1103796" cy="828675"/>
        </p:xfrm>
        <a:graphic>
          <a:graphicData uri="http://schemas.openxmlformats.org/presentationml/2006/ole">
            <mc:AlternateContent xmlns:mc="http://schemas.openxmlformats.org/markup-compatibility/2006">
              <mc:Choice xmlns:v="urn:schemas-microsoft-com:vml" Requires="v">
                <p:oleObj name="公式" r:id="rId5" imgW="342751" imgH="431613" progId="Equation.3">
                  <p:embed/>
                </p:oleObj>
              </mc:Choice>
              <mc:Fallback>
                <p:oleObj name="公式" r:id="rId5" imgW="342751" imgH="431613" progId="Equation.3">
                  <p:embed/>
                  <p:pic>
                    <p:nvPicPr>
                      <p:cNvPr id="10257" name="Object 17">
                        <a:extLst>
                          <a:ext uri="{FF2B5EF4-FFF2-40B4-BE49-F238E27FC236}">
                            <a16:creationId xmlns:a16="http://schemas.microsoft.com/office/drawing/2014/main" id="{3A7659B4-8E63-4802-ABBA-DBC339B4C7D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42643" y="3214688"/>
                        <a:ext cx="1103796" cy="828675"/>
                      </a:xfrm>
                      <a:prstGeom prst="rect">
                        <a:avLst/>
                      </a:prstGeom>
                      <a:noFill/>
                      <a:ln>
                        <a:noFill/>
                      </a:ln>
                    </p:spPr>
                  </p:pic>
                </p:oleObj>
              </mc:Fallback>
            </mc:AlternateContent>
          </a:graphicData>
        </a:graphic>
      </p:graphicFrame>
      <p:pic>
        <p:nvPicPr>
          <p:cNvPr id="10259" name="Picture 19">
            <a:extLst>
              <a:ext uri="{FF2B5EF4-FFF2-40B4-BE49-F238E27FC236}">
                <a16:creationId xmlns:a16="http://schemas.microsoft.com/office/drawing/2014/main" id="{A29D866C-DB7C-4CB1-8307-7B754808C14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92372" y="5100638"/>
            <a:ext cx="295404"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60" name="Picture 20">
            <a:extLst>
              <a:ext uri="{FF2B5EF4-FFF2-40B4-BE49-F238E27FC236}">
                <a16:creationId xmlns:a16="http://schemas.microsoft.com/office/drawing/2014/main" id="{AB8CDE27-C498-4CCC-AC38-CC4EDE2623A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23729" y="5100638"/>
            <a:ext cx="79251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62" name="Picture 22">
            <a:extLst>
              <a:ext uri="{FF2B5EF4-FFF2-40B4-BE49-F238E27FC236}">
                <a16:creationId xmlns:a16="http://schemas.microsoft.com/office/drawing/2014/main" id="{18AE37C2-87E4-4BBA-836D-CA634D9B5F1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55960" y="5100638"/>
            <a:ext cx="322404"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0263" name="Object 23">
            <a:extLst>
              <a:ext uri="{FF2B5EF4-FFF2-40B4-BE49-F238E27FC236}">
                <a16:creationId xmlns:a16="http://schemas.microsoft.com/office/drawing/2014/main" id="{862728DD-01FF-4881-8C3A-C6CBB1B57644}"/>
              </a:ext>
            </a:extLst>
          </p:cNvPr>
          <p:cNvGraphicFramePr>
            <a:graphicFrameLocks noChangeAspect="1"/>
          </p:cNvGraphicFramePr>
          <p:nvPr>
            <p:extLst>
              <p:ext uri="{D42A27DB-BD31-4B8C-83A1-F6EECF244321}">
                <p14:modId xmlns:p14="http://schemas.microsoft.com/office/powerpoint/2010/main" val="2374263872"/>
              </p:ext>
            </p:extLst>
          </p:nvPr>
        </p:nvGraphicFramePr>
        <p:xfrm>
          <a:off x="3563285" y="2868613"/>
          <a:ext cx="1491315" cy="1243012"/>
        </p:xfrm>
        <a:graphic>
          <a:graphicData uri="http://schemas.openxmlformats.org/presentationml/2006/ole">
            <mc:AlternateContent xmlns:mc="http://schemas.openxmlformats.org/markup-compatibility/2006">
              <mc:Choice xmlns:v="urn:schemas-microsoft-com:vml" Requires="v">
                <p:oleObj name="公式" r:id="rId10" imgW="431613" imgH="431613" progId="Equation.3">
                  <p:embed/>
                </p:oleObj>
              </mc:Choice>
              <mc:Fallback>
                <p:oleObj name="公式" r:id="rId10" imgW="431613" imgH="431613" progId="Equation.3">
                  <p:embed/>
                  <p:pic>
                    <p:nvPicPr>
                      <p:cNvPr id="10263" name="Object 23">
                        <a:extLst>
                          <a:ext uri="{FF2B5EF4-FFF2-40B4-BE49-F238E27FC236}">
                            <a16:creationId xmlns:a16="http://schemas.microsoft.com/office/drawing/2014/main" id="{862728DD-01FF-4881-8C3A-C6CBB1B57644}"/>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63285" y="2868613"/>
                        <a:ext cx="1491315" cy="1243012"/>
                      </a:xfrm>
                      <a:prstGeom prst="rect">
                        <a:avLst/>
                      </a:prstGeom>
                      <a:noFill/>
                      <a:ln>
                        <a:noFill/>
                      </a:ln>
                    </p:spPr>
                  </p:pic>
                </p:oleObj>
              </mc:Fallback>
            </mc:AlternateContent>
          </a:graphicData>
        </a:graphic>
      </p:graphicFrame>
      <p:graphicFrame>
        <p:nvGraphicFramePr>
          <p:cNvPr id="10264" name="Object 24">
            <a:extLst>
              <a:ext uri="{FF2B5EF4-FFF2-40B4-BE49-F238E27FC236}">
                <a16:creationId xmlns:a16="http://schemas.microsoft.com/office/drawing/2014/main" id="{92D8E49E-914D-4741-8D37-EF28F4B11D8B}"/>
              </a:ext>
            </a:extLst>
          </p:cNvPr>
          <p:cNvGraphicFramePr>
            <a:graphicFrameLocks noChangeAspect="1"/>
          </p:cNvGraphicFramePr>
          <p:nvPr>
            <p:extLst>
              <p:ext uri="{D42A27DB-BD31-4B8C-83A1-F6EECF244321}">
                <p14:modId xmlns:p14="http://schemas.microsoft.com/office/powerpoint/2010/main" val="3784789663"/>
              </p:ext>
            </p:extLst>
          </p:nvPr>
        </p:nvGraphicFramePr>
        <p:xfrm>
          <a:off x="7091859" y="1500188"/>
          <a:ext cx="792510" cy="661987"/>
        </p:xfrm>
        <a:graphic>
          <a:graphicData uri="http://schemas.openxmlformats.org/presentationml/2006/ole">
            <mc:AlternateContent xmlns:mc="http://schemas.openxmlformats.org/markup-compatibility/2006">
              <mc:Choice xmlns:v="urn:schemas-microsoft-com:vml" Requires="v">
                <p:oleObj name="公式" r:id="rId12" imgW="317225" imgH="190335" progId="Equation.3">
                  <p:embed/>
                </p:oleObj>
              </mc:Choice>
              <mc:Fallback>
                <p:oleObj name="公式" r:id="rId12" imgW="317225" imgH="190335" progId="Equation.3">
                  <p:embed/>
                  <p:pic>
                    <p:nvPicPr>
                      <p:cNvPr id="10264" name="Object 24">
                        <a:extLst>
                          <a:ext uri="{FF2B5EF4-FFF2-40B4-BE49-F238E27FC236}">
                            <a16:creationId xmlns:a16="http://schemas.microsoft.com/office/drawing/2014/main" id="{92D8E49E-914D-4741-8D37-EF28F4B11D8B}"/>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091859" y="1500188"/>
                        <a:ext cx="792510" cy="661987"/>
                      </a:xfrm>
                      <a:prstGeom prst="rect">
                        <a:avLst/>
                      </a:prstGeom>
                      <a:noFill/>
                      <a:ln>
                        <a:noFill/>
                      </a:ln>
                    </p:spPr>
                  </p:pic>
                </p:oleObj>
              </mc:Fallback>
            </mc:AlternateContent>
          </a:graphicData>
        </a:graphic>
      </p:graphicFrame>
      <p:pic>
        <p:nvPicPr>
          <p:cNvPr id="10266" name="Picture 26">
            <a:extLst>
              <a:ext uri="{FF2B5EF4-FFF2-40B4-BE49-F238E27FC236}">
                <a16:creationId xmlns:a16="http://schemas.microsoft.com/office/drawing/2014/main" id="{464DAD94-FF9E-4A15-8377-26D4AABCB111}"/>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190499" y="1484313"/>
            <a:ext cx="1143501"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9" name="Rectangle 3">
            <a:extLst>
              <a:ext uri="{FF2B5EF4-FFF2-40B4-BE49-F238E27FC236}">
                <a16:creationId xmlns:a16="http://schemas.microsoft.com/office/drawing/2014/main" id="{C838DC11-868E-4353-AF9C-394BB5E17579}"/>
              </a:ext>
            </a:extLst>
          </p:cNvPr>
          <p:cNvSpPr>
            <a:spLocks noGrp="1" noChangeArrowheads="1"/>
          </p:cNvSpPr>
          <p:nvPr>
            <p:ph idx="1"/>
          </p:nvPr>
        </p:nvSpPr>
        <p:spPr>
          <a:xfrm>
            <a:off x="900113" y="1557338"/>
            <a:ext cx="7632700" cy="4464050"/>
          </a:xfrm>
        </p:spPr>
        <p:txBody>
          <a:bodyPr>
            <a:normAutofit fontScale="92500"/>
          </a:bodyPr>
          <a:lstStyle/>
          <a:p>
            <a:pPr marL="0" indent="0" eaLnBrk="1" fontAlgn="auto" hangingPunct="1">
              <a:spcBef>
                <a:spcPct val="0"/>
              </a:spcBef>
              <a:spcAft>
                <a:spcPts val="0"/>
              </a:spcAft>
              <a:buClrTx/>
              <a:buSzTx/>
              <a:buFontTx/>
              <a:buNone/>
              <a:defRPr/>
            </a:pPr>
            <a:r>
              <a:rPr lang="zh-CN" altLang="en-US" sz="3400" b="1" dirty="0">
                <a:solidFill>
                  <a:schemeClr val="accent2"/>
                </a:solidFill>
                <a:latin typeface="+mn-ea"/>
              </a:rPr>
              <a:t>换言之，加法规则可以叙述为：</a:t>
            </a:r>
            <a:endParaRPr lang="en-US" altLang="zh-CN" sz="3400" b="1" dirty="0">
              <a:solidFill>
                <a:schemeClr val="accent2"/>
              </a:solidFill>
              <a:latin typeface="+mn-ea"/>
            </a:endParaRPr>
          </a:p>
          <a:p>
            <a:pPr marL="0" indent="0" eaLnBrk="1" fontAlgn="auto" hangingPunct="1">
              <a:spcBef>
                <a:spcPct val="0"/>
              </a:spcBef>
              <a:spcAft>
                <a:spcPts val="0"/>
              </a:spcAft>
              <a:buClrTx/>
              <a:buSzTx/>
              <a:buFontTx/>
              <a:buNone/>
              <a:defRPr/>
            </a:pPr>
            <a:endParaRPr lang="en-US" altLang="zh-CN" sz="3400" b="1" dirty="0">
              <a:solidFill>
                <a:schemeClr val="accent2"/>
              </a:solidFill>
              <a:latin typeface="+mn-ea"/>
            </a:endParaRPr>
          </a:p>
          <a:p>
            <a:pPr marL="0" indent="0" eaLnBrk="1" fontAlgn="auto" hangingPunct="1">
              <a:lnSpc>
                <a:spcPct val="150000"/>
              </a:lnSpc>
              <a:spcBef>
                <a:spcPct val="0"/>
              </a:spcBef>
              <a:spcAft>
                <a:spcPts val="0"/>
              </a:spcAft>
              <a:buClrTx/>
              <a:buSzTx/>
              <a:buFontTx/>
              <a:buNone/>
              <a:defRPr/>
            </a:pPr>
            <a:r>
              <a:rPr lang="zh-CN" altLang="en-US" sz="3600" b="1" dirty="0">
                <a:latin typeface="+mn-ea"/>
              </a:rPr>
              <a:t>若集合</a:t>
            </a:r>
            <a:r>
              <a:rPr lang="en-US" altLang="zh-CN" sz="3600" b="1" dirty="0">
                <a:latin typeface="+mn-ea"/>
              </a:rPr>
              <a:t>S</a:t>
            </a:r>
            <a:r>
              <a:rPr lang="zh-CN" altLang="en-US" sz="3600" b="1" dirty="0">
                <a:latin typeface="+mn-ea"/>
              </a:rPr>
              <a:t>可以分解为互不相交子集</a:t>
            </a:r>
            <a:r>
              <a:rPr lang="en-US" altLang="zh-CN" sz="3600" b="1" dirty="0">
                <a:latin typeface="+mn-ea"/>
              </a:rPr>
              <a:t>S</a:t>
            </a:r>
            <a:r>
              <a:rPr lang="en-US" altLang="zh-CN" sz="3600" b="1" baseline="-25000" dirty="0">
                <a:latin typeface="+mn-ea"/>
              </a:rPr>
              <a:t>1</a:t>
            </a:r>
            <a:r>
              <a:rPr lang="zh-CN" altLang="en-US" sz="3600" b="1" dirty="0">
                <a:latin typeface="+mn-ea"/>
              </a:rPr>
              <a:t>，</a:t>
            </a:r>
            <a:r>
              <a:rPr lang="en-US" altLang="zh-CN" sz="3600" b="1" dirty="0">
                <a:latin typeface="+mn-ea"/>
              </a:rPr>
              <a:t>S</a:t>
            </a:r>
            <a:r>
              <a:rPr lang="en-US" altLang="zh-CN" sz="3600" b="1" baseline="-25000" dirty="0">
                <a:latin typeface="+mn-ea"/>
              </a:rPr>
              <a:t>2</a:t>
            </a:r>
            <a:r>
              <a:rPr lang="zh-CN" altLang="en-US" sz="3600" b="1" dirty="0">
                <a:latin typeface="+mn-ea"/>
              </a:rPr>
              <a:t>，</a:t>
            </a:r>
            <a:r>
              <a:rPr lang="en-US" altLang="zh-CN" sz="3600" b="1" dirty="0">
                <a:latin typeface="+mn-ea"/>
              </a:rPr>
              <a:t>…</a:t>
            </a:r>
            <a:r>
              <a:rPr lang="zh-CN" altLang="en-US" sz="3600" b="1" dirty="0">
                <a:latin typeface="+mn-ea"/>
              </a:rPr>
              <a:t>，</a:t>
            </a:r>
            <a:r>
              <a:rPr lang="en-US" altLang="zh-CN" sz="3600" b="1" dirty="0" err="1">
                <a:latin typeface="+mn-ea"/>
              </a:rPr>
              <a:t>S</a:t>
            </a:r>
            <a:r>
              <a:rPr lang="en-US" altLang="zh-CN" sz="3600" b="1" baseline="-25000" dirty="0" err="1">
                <a:latin typeface="+mn-ea"/>
              </a:rPr>
              <a:t>m</a:t>
            </a:r>
            <a:r>
              <a:rPr lang="zh-CN" altLang="en-US" sz="3600" b="1" dirty="0">
                <a:latin typeface="+mn-ea"/>
              </a:rPr>
              <a:t>之和</a:t>
            </a:r>
            <a:r>
              <a:rPr lang="en-US" altLang="zh-CN" sz="3600" b="1" dirty="0">
                <a:latin typeface="+mn-ea"/>
              </a:rPr>
              <a:t>,</a:t>
            </a:r>
            <a:r>
              <a:rPr lang="zh-CN" altLang="en-US" sz="3600" b="1" dirty="0">
                <a:latin typeface="+mn-ea"/>
              </a:rPr>
              <a:t>则确定</a:t>
            </a:r>
            <a:r>
              <a:rPr lang="en-US" altLang="zh-CN" sz="3600" b="1" dirty="0">
                <a:latin typeface="+mn-ea"/>
              </a:rPr>
              <a:t>S</a:t>
            </a:r>
            <a:r>
              <a:rPr lang="zh-CN" altLang="en-US" sz="3600" b="1" dirty="0">
                <a:latin typeface="+mn-ea"/>
              </a:rPr>
              <a:t>中的事物个数</a:t>
            </a:r>
            <a:endParaRPr lang="en-US" altLang="zh-CN" sz="3600" b="1" dirty="0">
              <a:latin typeface="+mn-ea"/>
            </a:endParaRPr>
          </a:p>
          <a:p>
            <a:pPr marL="514350" indent="-514350" eaLnBrk="1" fontAlgn="auto" hangingPunct="1">
              <a:lnSpc>
                <a:spcPct val="150000"/>
              </a:lnSpc>
              <a:spcBef>
                <a:spcPct val="0"/>
              </a:spcBef>
              <a:spcAft>
                <a:spcPts val="0"/>
              </a:spcAft>
              <a:buClrTx/>
              <a:buSzTx/>
              <a:buFont typeface="+mj-lt"/>
              <a:buAutoNum type="arabicPeriod"/>
              <a:defRPr/>
            </a:pPr>
            <a:r>
              <a:rPr lang="en-US" altLang="zh-CN" sz="3600" b="1" dirty="0">
                <a:latin typeface="+mn-ea"/>
              </a:rPr>
              <a:t>  </a:t>
            </a:r>
            <a:r>
              <a:rPr lang="zh-CN" altLang="en-US" sz="3600" b="1" dirty="0">
                <a:latin typeface="+mn-ea"/>
              </a:rPr>
              <a:t>先求出各子集</a:t>
            </a:r>
            <a:r>
              <a:rPr lang="en-US" altLang="zh-CN" sz="3600" b="1" dirty="0">
                <a:latin typeface="+mn-ea"/>
              </a:rPr>
              <a:t>S</a:t>
            </a:r>
            <a:r>
              <a:rPr lang="en-US" altLang="zh-CN" sz="3600" b="1" baseline="-25000" dirty="0">
                <a:latin typeface="+mn-ea"/>
              </a:rPr>
              <a:t>i</a:t>
            </a:r>
            <a:r>
              <a:rPr lang="zh-CN" altLang="en-US" sz="3600" b="1" dirty="0">
                <a:latin typeface="+mn-ea"/>
              </a:rPr>
              <a:t>中的事物个数</a:t>
            </a:r>
            <a:endParaRPr lang="en-US" altLang="zh-CN" sz="3600" b="1" dirty="0">
              <a:latin typeface="+mn-ea"/>
            </a:endParaRPr>
          </a:p>
          <a:p>
            <a:pPr marL="514350" indent="-514350" eaLnBrk="1" fontAlgn="auto" hangingPunct="1">
              <a:lnSpc>
                <a:spcPct val="150000"/>
              </a:lnSpc>
              <a:spcBef>
                <a:spcPct val="0"/>
              </a:spcBef>
              <a:spcAft>
                <a:spcPts val="0"/>
              </a:spcAft>
              <a:buClrTx/>
              <a:buSzTx/>
              <a:buFont typeface="+mj-lt"/>
              <a:buAutoNum type="arabicPeriod"/>
              <a:defRPr/>
            </a:pPr>
            <a:r>
              <a:rPr lang="en-US" altLang="zh-CN" sz="3600" b="1" dirty="0">
                <a:latin typeface="+mn-ea"/>
              </a:rPr>
              <a:t>  </a:t>
            </a:r>
            <a:r>
              <a:rPr lang="zh-CN" altLang="en-US" sz="3600" b="1" dirty="0">
                <a:latin typeface="+mn-ea"/>
              </a:rPr>
              <a:t>然后相加。</a:t>
            </a:r>
            <a:r>
              <a:rPr lang="zh-CN" altLang="en-US" sz="3600" dirty="0">
                <a:latin typeface="+mn-ea"/>
              </a:rPr>
              <a:t> </a:t>
            </a:r>
          </a:p>
        </p:txBody>
      </p:sp>
      <p:sp>
        <p:nvSpPr>
          <p:cNvPr id="15363" name="Text Box 4">
            <a:extLst>
              <a:ext uri="{FF2B5EF4-FFF2-40B4-BE49-F238E27FC236}">
                <a16:creationId xmlns:a16="http://schemas.microsoft.com/office/drawing/2014/main" id="{26CA4B7E-B0A5-4B23-9EF0-12366CCD2E2D}"/>
              </a:ext>
            </a:extLst>
          </p:cNvPr>
          <p:cNvSpPr txBox="1">
            <a:spLocks noChangeArrowheads="1"/>
          </p:cNvSpPr>
          <p:nvPr/>
        </p:nvSpPr>
        <p:spPr bwMode="auto">
          <a:xfrm>
            <a:off x="-36513" y="736600"/>
            <a:ext cx="5105401" cy="60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lnSpc>
                <a:spcPct val="70000"/>
              </a:lnSpc>
              <a:spcBef>
                <a:spcPct val="50000"/>
              </a:spcBef>
              <a:buClrTx/>
              <a:buSzTx/>
              <a:buFontTx/>
              <a:buNone/>
            </a:pPr>
            <a:r>
              <a:rPr lang="en-US" altLang="zh-CN" sz="4800">
                <a:solidFill>
                  <a:srgbClr val="000000"/>
                </a:solidFill>
                <a:latin typeface="Times New Roman" panose="02020603050405020304" pitchFamily="18" charset="0"/>
              </a:rPr>
              <a:t></a:t>
            </a:r>
            <a:r>
              <a:rPr lang="zh-CN" altLang="en-US" sz="4800" b="1">
                <a:solidFill>
                  <a:srgbClr val="000000"/>
                </a:solidFill>
                <a:latin typeface="Times New Roman" panose="02020603050405020304" pitchFamily="18" charset="0"/>
              </a:rPr>
              <a:t>加法规则</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529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529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5299">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5529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9" grpId="0" build="p"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64E44BE0-10C0-4F46-B088-74898126FC40}"/>
              </a:ext>
            </a:extLst>
          </p:cNvPr>
          <p:cNvSpPr>
            <a:spLocks noGrp="1" noChangeArrowheads="1"/>
          </p:cNvSpPr>
          <p:nvPr>
            <p:ph type="title"/>
          </p:nvPr>
        </p:nvSpPr>
        <p:spPr>
          <a:xfrm>
            <a:off x="-468313" y="404813"/>
            <a:ext cx="8382001" cy="1143000"/>
          </a:xfrm>
        </p:spPr>
        <p:txBody>
          <a:bodyPr>
            <a:normAutofit/>
          </a:bodyPr>
          <a:lstStyle/>
          <a:p>
            <a:pPr eaLnBrk="1" fontAlgn="auto" hangingPunct="1">
              <a:spcAft>
                <a:spcPts val="0"/>
              </a:spcAft>
              <a:defRPr/>
            </a:pPr>
            <a:r>
              <a:rPr lang="en-US" altLang="zh-CN" dirty="0">
                <a:solidFill>
                  <a:srgbClr val="000000"/>
                </a:solidFill>
                <a:latin typeface="宋体" pitchFamily="2" charset="-122"/>
              </a:rPr>
              <a:t>   </a:t>
            </a:r>
            <a:r>
              <a:rPr lang="zh-CN" altLang="en-US" b="1" dirty="0">
                <a:solidFill>
                  <a:srgbClr val="000000"/>
                </a:solidFill>
                <a:latin typeface="Times New Roman" pitchFamily="18" charset="0"/>
                <a:ea typeface="宋体" pitchFamily="2" charset="-122"/>
                <a:cs typeface="+mn-cs"/>
              </a:rPr>
              <a:t>例</a:t>
            </a:r>
          </a:p>
        </p:txBody>
      </p:sp>
      <p:sp>
        <p:nvSpPr>
          <p:cNvPr id="12291" name="Rectangle 3">
            <a:extLst>
              <a:ext uri="{FF2B5EF4-FFF2-40B4-BE49-F238E27FC236}">
                <a16:creationId xmlns:a16="http://schemas.microsoft.com/office/drawing/2014/main" id="{5BA02BB4-01EB-4275-91BA-76960DAE8C3B}"/>
              </a:ext>
            </a:extLst>
          </p:cNvPr>
          <p:cNvSpPr>
            <a:spLocks noGrp="1"/>
          </p:cNvSpPr>
          <p:nvPr>
            <p:ph idx="1"/>
          </p:nvPr>
        </p:nvSpPr>
        <p:spPr>
          <a:xfrm>
            <a:off x="468313" y="1052513"/>
            <a:ext cx="8135937" cy="4114800"/>
          </a:xfrm>
        </p:spPr>
        <p:txBody>
          <a:bodyPr/>
          <a:lstStyle/>
          <a:p>
            <a:pPr eaLnBrk="1" hangingPunct="1">
              <a:buFont typeface="Wingdings" panose="05000000000000000000" pitchFamily="2" charset="2"/>
              <a:buNone/>
            </a:pPr>
            <a:endParaRPr lang="en-US" altLang="zh-CN">
              <a:solidFill>
                <a:schemeClr val="bg1"/>
              </a:solidFill>
              <a:latin typeface="宋体" panose="02010600030101010101" pitchFamily="2" charset="-122"/>
            </a:endParaRPr>
          </a:p>
          <a:p>
            <a:pPr eaLnBrk="1" hangingPunct="1">
              <a:lnSpc>
                <a:spcPct val="150000"/>
              </a:lnSpc>
            </a:pPr>
            <a:r>
              <a:rPr lang="zh-CN" altLang="en-US" b="1">
                <a:latin typeface="宋体" panose="02010600030101010101" pitchFamily="2" charset="-122"/>
                <a:cs typeface="Courier New" panose="02070309020205020404" pitchFamily="49" charset="0"/>
              </a:rPr>
              <a:t>有一所学校给一名物理竞赛优胜者发奖，奖品有三类：</a:t>
            </a:r>
          </a:p>
          <a:p>
            <a:pPr eaLnBrk="1" hangingPunct="1">
              <a:lnSpc>
                <a:spcPct val="150000"/>
              </a:lnSpc>
              <a:buFont typeface="Wingdings" panose="05000000000000000000" pitchFamily="2" charset="2"/>
              <a:buNone/>
            </a:pPr>
            <a:r>
              <a:rPr lang="zh-CN" altLang="en-US" b="1">
                <a:latin typeface="宋体" panose="02010600030101010101" pitchFamily="2" charset="-122"/>
                <a:cs typeface="Courier New" panose="02070309020205020404" pitchFamily="49" charset="0"/>
              </a:rPr>
              <a:t>  第一类是</a:t>
            </a:r>
            <a:r>
              <a:rPr lang="zh-CN" altLang="en-US" b="1">
                <a:solidFill>
                  <a:srgbClr val="FF0000"/>
                </a:solidFill>
                <a:latin typeface="宋体" panose="02010600030101010101" pitchFamily="2" charset="-122"/>
                <a:cs typeface="Courier New" panose="02070309020205020404" pitchFamily="49" charset="0"/>
              </a:rPr>
              <a:t>三种</a:t>
            </a:r>
            <a:r>
              <a:rPr lang="zh-CN" altLang="en-US" b="1">
                <a:latin typeface="宋体" panose="02010600030101010101" pitchFamily="2" charset="-122"/>
                <a:cs typeface="Courier New" panose="02070309020205020404" pitchFamily="49" charset="0"/>
              </a:rPr>
              <a:t>不同版本的法汉词典；</a:t>
            </a:r>
            <a:br>
              <a:rPr lang="en-US" altLang="zh-CN" b="1">
                <a:latin typeface="宋体" panose="02010600030101010101" pitchFamily="2" charset="-122"/>
                <a:cs typeface="Courier New" panose="02070309020205020404" pitchFamily="49" charset="0"/>
              </a:rPr>
            </a:br>
            <a:r>
              <a:rPr lang="zh-CN" altLang="en-US" b="1">
                <a:latin typeface="宋体" panose="02010600030101010101" pitchFamily="2" charset="-122"/>
                <a:cs typeface="Courier New" panose="02070309020205020404" pitchFamily="49" charset="0"/>
              </a:rPr>
              <a:t>第二类是</a:t>
            </a:r>
            <a:r>
              <a:rPr lang="zh-CN" altLang="en-US" b="1">
                <a:solidFill>
                  <a:srgbClr val="FF0000"/>
                </a:solidFill>
                <a:latin typeface="宋体" panose="02010600030101010101" pitchFamily="2" charset="-122"/>
                <a:cs typeface="Courier New" panose="02070309020205020404" pitchFamily="49" charset="0"/>
              </a:rPr>
              <a:t>四种</a:t>
            </a:r>
            <a:r>
              <a:rPr lang="zh-CN" altLang="en-US" b="1">
                <a:latin typeface="宋体" panose="02010600030101010101" pitchFamily="2" charset="-122"/>
                <a:cs typeface="Courier New" panose="02070309020205020404" pitchFamily="49" charset="0"/>
              </a:rPr>
              <a:t>不同类型的物理参考书；</a:t>
            </a:r>
            <a:br>
              <a:rPr lang="en-US" altLang="zh-CN" b="1">
                <a:latin typeface="宋体" panose="02010600030101010101" pitchFamily="2" charset="-122"/>
                <a:cs typeface="Courier New" panose="02070309020205020404" pitchFamily="49" charset="0"/>
              </a:rPr>
            </a:br>
            <a:r>
              <a:rPr lang="zh-CN" altLang="en-US" b="1">
                <a:latin typeface="宋体" panose="02010600030101010101" pitchFamily="2" charset="-122"/>
                <a:cs typeface="Courier New" panose="02070309020205020404" pitchFamily="49" charset="0"/>
              </a:rPr>
              <a:t>第三类是</a:t>
            </a:r>
            <a:r>
              <a:rPr lang="zh-CN" altLang="en-US" b="1">
                <a:solidFill>
                  <a:srgbClr val="FF0000"/>
                </a:solidFill>
                <a:latin typeface="宋体" panose="02010600030101010101" pitchFamily="2" charset="-122"/>
                <a:cs typeface="Courier New" panose="02070309020205020404" pitchFamily="49" charset="0"/>
              </a:rPr>
              <a:t>两种</a:t>
            </a:r>
            <a:r>
              <a:rPr lang="zh-CN" altLang="en-US" b="1">
                <a:latin typeface="宋体" panose="02010600030101010101" pitchFamily="2" charset="-122"/>
                <a:cs typeface="Courier New" panose="02070309020205020404" pitchFamily="49" charset="0"/>
              </a:rPr>
              <a:t>不同的奖杯。</a:t>
            </a:r>
            <a:br>
              <a:rPr lang="en-US" altLang="zh-CN" b="1">
                <a:latin typeface="宋体" panose="02010600030101010101" pitchFamily="2" charset="-122"/>
                <a:cs typeface="Courier New" panose="02070309020205020404" pitchFamily="49" charset="0"/>
              </a:rPr>
            </a:br>
            <a:r>
              <a:rPr lang="zh-CN" altLang="en-US" b="1">
                <a:latin typeface="宋体" panose="02010600030101010101" pitchFamily="2" charset="-122"/>
                <a:cs typeface="Courier New" panose="02070309020205020404" pitchFamily="49" charset="0"/>
              </a:rPr>
              <a:t>这位优胜者</a:t>
            </a:r>
            <a:r>
              <a:rPr lang="zh-CN" altLang="en-US" b="1">
                <a:latin typeface="Times New Roman" panose="02020603050405020304" pitchFamily="18" charset="0"/>
              </a:rPr>
              <a:t>只能挑选一样奖品。那么，这位优胜者挑选奖品的方法有多少？</a:t>
            </a:r>
            <a:endParaRPr lang="zh-CN" altLang="en-US" sz="4000" b="1">
              <a:latin typeface="华文行楷" panose="02010800040101010101" pitchFamily="2" charset="-122"/>
              <a:ea typeface="华文行楷" panose="02010800040101010101" pitchFamily="2" charset="-122"/>
            </a:endParaRPr>
          </a:p>
        </p:txBody>
      </p:sp>
      <p:sp>
        <p:nvSpPr>
          <p:cNvPr id="12293" name="Text Box 5">
            <a:extLst>
              <a:ext uri="{FF2B5EF4-FFF2-40B4-BE49-F238E27FC236}">
                <a16:creationId xmlns:a16="http://schemas.microsoft.com/office/drawing/2014/main" id="{18BD6E5C-1F7B-431E-9E74-4AE523641600}"/>
              </a:ext>
            </a:extLst>
          </p:cNvPr>
          <p:cNvSpPr txBox="1">
            <a:spLocks noChangeArrowheads="1"/>
          </p:cNvSpPr>
          <p:nvPr/>
        </p:nvSpPr>
        <p:spPr bwMode="auto">
          <a:xfrm>
            <a:off x="1763713" y="5589588"/>
            <a:ext cx="50292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Tx/>
              <a:buNone/>
            </a:pPr>
            <a:r>
              <a:rPr lang="en-US" altLang="zh-CN" sz="4000" b="1">
                <a:solidFill>
                  <a:schemeClr val="accent2"/>
                </a:solidFill>
                <a:latin typeface="华文行楷" panose="02010800040101010101" pitchFamily="2" charset="-122"/>
                <a:ea typeface="华文行楷" panose="02010800040101010101" pitchFamily="2" charset="-122"/>
              </a:rPr>
              <a:t>  </a:t>
            </a:r>
            <a:r>
              <a:rPr lang="zh-CN" altLang="en-US" sz="4000" b="1">
                <a:solidFill>
                  <a:srgbClr val="FF0000"/>
                </a:solidFill>
                <a:latin typeface="华文行楷" panose="02010800040101010101" pitchFamily="2" charset="-122"/>
                <a:ea typeface="华文行楷" panose="02010800040101010101" pitchFamily="2" charset="-122"/>
              </a:rPr>
              <a:t>答案      </a:t>
            </a:r>
            <a:r>
              <a:rPr lang="en-US" altLang="zh-CN" sz="4000" b="1">
                <a:solidFill>
                  <a:srgbClr val="FF0000"/>
                </a:solidFill>
                <a:latin typeface="华文行楷" panose="02010800040101010101" pitchFamily="2" charset="-122"/>
                <a:ea typeface="华文行楷" panose="02010800040101010101" pitchFamily="2" charset="-122"/>
              </a:rPr>
              <a:t>3+4+2=9</a:t>
            </a:r>
            <a:r>
              <a:rPr lang="zh-CN" altLang="en-US" sz="4000" b="1">
                <a:solidFill>
                  <a:srgbClr val="FF0000"/>
                </a:solidFill>
                <a:latin typeface="华文行楷" panose="02010800040101010101" pitchFamily="2" charset="-122"/>
                <a:ea typeface="华文行楷" panose="02010800040101010101" pitchFamily="2" charset="-122"/>
              </a:rPr>
              <a:t>种</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1000"/>
                                  </p:stCondLst>
                                  <p:childTnLst>
                                    <p:set>
                                      <p:cBhvr>
                                        <p:cTn id="6" dur="1" fill="hold">
                                          <p:stCondLst>
                                            <p:cond delay="0"/>
                                          </p:stCondLst>
                                        </p:cTn>
                                        <p:tgtEl>
                                          <p:spTgt spid="12291"/>
                                        </p:tgtEl>
                                        <p:attrNameLst>
                                          <p:attrName>style.visibility</p:attrName>
                                        </p:attrNameLst>
                                      </p:cBhvr>
                                      <p:to>
                                        <p:strVal val="visible"/>
                                      </p:to>
                                    </p:set>
                                    <p:animEffect transition="in" filter="dissolve">
                                      <p:cBhvr>
                                        <p:cTn id="7" dur="500"/>
                                        <p:tgtEl>
                                          <p:spTgt spid="1229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22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autoUpdateAnimBg="0"/>
      <p:bldP spid="1229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26">
            <a:extLst>
              <a:ext uri="{FF2B5EF4-FFF2-40B4-BE49-F238E27FC236}">
                <a16:creationId xmlns:a16="http://schemas.microsoft.com/office/drawing/2014/main" id="{0977C028-0499-4CAE-A579-F8138F75938E}"/>
              </a:ext>
            </a:extLst>
          </p:cNvPr>
          <p:cNvSpPr>
            <a:spLocks noChangeArrowheads="1"/>
          </p:cNvSpPr>
          <p:nvPr/>
        </p:nvSpPr>
        <p:spPr bwMode="auto">
          <a:xfrm>
            <a:off x="755650" y="981075"/>
            <a:ext cx="7886700" cy="204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just" eaLnBrk="1" hangingPunct="1">
              <a:spcBef>
                <a:spcPct val="0"/>
              </a:spcBef>
              <a:buClrTx/>
              <a:buSzTx/>
              <a:buFontTx/>
              <a:buNone/>
            </a:pPr>
            <a:r>
              <a:rPr lang="zh-CN" altLang="en-US" sz="3200" b="1">
                <a:latin typeface="Times New Roman" panose="02020603050405020304" pitchFamily="18" charset="0"/>
                <a:cs typeface="Courier New" panose="02070309020205020404" pitchFamily="49" charset="0"/>
              </a:rPr>
              <a:t>解：设</a:t>
            </a:r>
            <a:r>
              <a:rPr lang="en-US" altLang="zh-CN" sz="3200" b="1">
                <a:latin typeface="Times New Roman" panose="02020603050405020304" pitchFamily="18" charset="0"/>
                <a:cs typeface="Courier New" panose="02070309020205020404" pitchFamily="49" charset="0"/>
              </a:rPr>
              <a:t>S</a:t>
            </a:r>
            <a:r>
              <a:rPr lang="zh-CN" altLang="en-US" sz="3200" b="1">
                <a:latin typeface="Times New Roman" panose="02020603050405020304" pitchFamily="18" charset="0"/>
                <a:cs typeface="Courier New" panose="02070309020205020404" pitchFamily="49" charset="0"/>
              </a:rPr>
              <a:t>是所有这些奖品的集合，</a:t>
            </a:r>
            <a:r>
              <a:rPr lang="en-US" altLang="zh-CN" sz="3200" b="1">
                <a:latin typeface="Times New Roman" panose="02020603050405020304" pitchFamily="18" charset="0"/>
                <a:cs typeface="Courier New" panose="02070309020205020404" pitchFamily="49" charset="0"/>
              </a:rPr>
              <a:t>S</a:t>
            </a:r>
            <a:r>
              <a:rPr lang="en-US" altLang="zh-CN" sz="3200" b="1" baseline="-25000">
                <a:latin typeface="Times New Roman" panose="02020603050405020304" pitchFamily="18" charset="0"/>
                <a:cs typeface="Courier New" panose="02070309020205020404" pitchFamily="49" charset="0"/>
              </a:rPr>
              <a:t>i</a:t>
            </a:r>
            <a:r>
              <a:rPr lang="zh-CN" altLang="en-US" sz="3200" b="1">
                <a:latin typeface="Times New Roman" panose="02020603050405020304" pitchFamily="18" charset="0"/>
                <a:cs typeface="Courier New" panose="02070309020205020404" pitchFamily="49" charset="0"/>
              </a:rPr>
              <a:t>是第</a:t>
            </a:r>
            <a:r>
              <a:rPr lang="en-US" altLang="zh-CN" sz="3200" b="1">
                <a:latin typeface="Times New Roman" panose="02020603050405020304" pitchFamily="18" charset="0"/>
                <a:cs typeface="Courier New" panose="02070309020205020404" pitchFamily="49" charset="0"/>
              </a:rPr>
              <a:t>i</a:t>
            </a:r>
            <a:r>
              <a:rPr lang="zh-CN" altLang="en-US" sz="3200" b="1">
                <a:latin typeface="Times New Roman" panose="02020603050405020304" pitchFamily="18" charset="0"/>
                <a:cs typeface="Courier New" panose="02070309020205020404" pitchFamily="49" charset="0"/>
              </a:rPr>
              <a:t>类奖品的集合</a:t>
            </a:r>
            <a:r>
              <a:rPr lang="en-US" altLang="zh-CN" sz="3200" b="1">
                <a:latin typeface="Times New Roman" panose="02020603050405020304" pitchFamily="18" charset="0"/>
                <a:cs typeface="Courier New" panose="02070309020205020404" pitchFamily="49" charset="0"/>
              </a:rPr>
              <a:t>(i=1,2,3)</a:t>
            </a:r>
            <a:r>
              <a:rPr lang="zh-CN" altLang="en-US" sz="3200" b="1">
                <a:latin typeface="Times New Roman" panose="02020603050405020304" pitchFamily="18" charset="0"/>
                <a:cs typeface="Courier New" panose="02070309020205020404" pitchFamily="49" charset="0"/>
              </a:rPr>
              <a:t>。显然</a:t>
            </a:r>
            <a:r>
              <a:rPr lang="en-US" altLang="zh-CN" sz="3200" b="1">
                <a:latin typeface="Times New Roman" panose="02020603050405020304" pitchFamily="18" charset="0"/>
                <a:cs typeface="Courier New" panose="02070309020205020404" pitchFamily="49" charset="0"/>
              </a:rPr>
              <a:t>S</a:t>
            </a:r>
            <a:r>
              <a:rPr lang="en-US" altLang="zh-CN" sz="3200" b="1" baseline="-25000">
                <a:latin typeface="Times New Roman" panose="02020603050405020304" pitchFamily="18" charset="0"/>
                <a:cs typeface="Courier New" panose="02070309020205020404" pitchFamily="49" charset="0"/>
              </a:rPr>
              <a:t>i</a:t>
            </a:r>
            <a:r>
              <a:rPr lang="en-US" altLang="zh-CN" sz="3200" b="1">
                <a:latin typeface="Times New Roman" panose="02020603050405020304" pitchFamily="18" charset="0"/>
                <a:cs typeface="Courier New" panose="02070309020205020404" pitchFamily="49" charset="0"/>
              </a:rPr>
              <a:t>∩S</a:t>
            </a:r>
            <a:r>
              <a:rPr lang="en-US" altLang="zh-CN" sz="3200" b="1" baseline="-25000">
                <a:latin typeface="Times New Roman" panose="02020603050405020304" pitchFamily="18" charset="0"/>
                <a:cs typeface="Courier New" panose="02070309020205020404" pitchFamily="49" charset="0"/>
              </a:rPr>
              <a:t>j</a:t>
            </a:r>
            <a:r>
              <a:rPr lang="en-US" altLang="zh-CN" sz="3200" b="1">
                <a:latin typeface="Times New Roman" panose="02020603050405020304" pitchFamily="18" charset="0"/>
                <a:cs typeface="Courier New" panose="02070309020205020404" pitchFamily="49" charset="0"/>
              </a:rPr>
              <a:t>=φ(i≠j)</a:t>
            </a:r>
            <a:r>
              <a:rPr lang="zh-CN" altLang="en-US" sz="3200" b="1">
                <a:latin typeface="Times New Roman" panose="02020603050405020304" pitchFamily="18" charset="0"/>
                <a:cs typeface="Courier New" panose="02070309020205020404" pitchFamily="49" charset="0"/>
              </a:rPr>
              <a:t>，于是由加法规则有</a:t>
            </a:r>
          </a:p>
          <a:p>
            <a:pPr>
              <a:spcBef>
                <a:spcPct val="0"/>
              </a:spcBef>
              <a:buClrTx/>
              <a:buSzTx/>
              <a:buFontTx/>
              <a:buNone/>
            </a:pPr>
            <a:endParaRPr lang="en-US" altLang="zh-CN" sz="3200" b="1">
              <a:latin typeface="Times New Roman" panose="02020603050405020304" pitchFamily="18" charset="0"/>
              <a:cs typeface="Courier New" panose="02070309020205020404" pitchFamily="49" charset="0"/>
            </a:endParaRPr>
          </a:p>
        </p:txBody>
      </p:sp>
      <p:pic>
        <p:nvPicPr>
          <p:cNvPr id="17411" name="Picture 1028">
            <a:extLst>
              <a:ext uri="{FF2B5EF4-FFF2-40B4-BE49-F238E27FC236}">
                <a16:creationId xmlns:a16="http://schemas.microsoft.com/office/drawing/2014/main" id="{81EC3DB6-E26D-4753-92FB-E37F2A61BA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5" name="Rectangle 1029">
            <a:extLst>
              <a:ext uri="{FF2B5EF4-FFF2-40B4-BE49-F238E27FC236}">
                <a16:creationId xmlns:a16="http://schemas.microsoft.com/office/drawing/2014/main" id="{B9912EF0-09EB-4627-BEF2-484CE2C668CE}"/>
              </a:ext>
            </a:extLst>
          </p:cNvPr>
          <p:cNvSpPr>
            <a:spLocks noChangeArrowheads="1"/>
          </p:cNvSpPr>
          <p:nvPr/>
        </p:nvSpPr>
        <p:spPr bwMode="auto">
          <a:xfrm>
            <a:off x="827088" y="4365625"/>
            <a:ext cx="7315200" cy="143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just" eaLnBrk="1" hangingPunct="1">
              <a:spcBef>
                <a:spcPct val="0"/>
              </a:spcBef>
              <a:buClrTx/>
              <a:buSzTx/>
              <a:buFontTx/>
              <a:buNone/>
            </a:pPr>
            <a:r>
              <a:rPr lang="zh-CN" altLang="en-US" sz="3200" b="1">
                <a:latin typeface="Times New Roman" panose="02020603050405020304" pitchFamily="18" charset="0"/>
                <a:cs typeface="Courier New" panose="02070309020205020404" pitchFamily="49" charset="0"/>
              </a:rPr>
              <a:t>也就是说这位优胜者挑选奖品的方法共有</a:t>
            </a:r>
            <a:r>
              <a:rPr lang="en-US" altLang="zh-CN" sz="3200" b="1">
                <a:latin typeface="Times New Roman" panose="02020603050405020304" pitchFamily="18" charset="0"/>
                <a:cs typeface="Courier New" panose="02070309020205020404" pitchFamily="49" charset="0"/>
              </a:rPr>
              <a:t>9</a:t>
            </a:r>
            <a:r>
              <a:rPr lang="zh-CN" altLang="en-US" sz="3200" b="1">
                <a:latin typeface="Times New Roman" panose="02020603050405020304" pitchFamily="18" charset="0"/>
                <a:cs typeface="Courier New" panose="02070309020205020404" pitchFamily="49" charset="0"/>
              </a:rPr>
              <a:t>种</a:t>
            </a:r>
            <a:r>
              <a:rPr lang="zh-CN" altLang="en-US" sz="1000" b="1">
                <a:latin typeface="Times New Roman" panose="02020603050405020304" pitchFamily="18" charset="0"/>
                <a:cs typeface="Courier New" panose="02070309020205020404" pitchFamily="49" charset="0"/>
              </a:rPr>
              <a:t>。</a:t>
            </a:r>
          </a:p>
          <a:p>
            <a:pPr>
              <a:spcBef>
                <a:spcPct val="0"/>
              </a:spcBef>
              <a:buClrTx/>
              <a:buSzTx/>
              <a:buFontTx/>
              <a:buNone/>
            </a:pPr>
            <a:endParaRPr lang="en-US" altLang="zh-CN" sz="2400" b="1">
              <a:latin typeface="Times New Roman" panose="02020603050405020304" pitchFamily="18" charset="0"/>
              <a:cs typeface="Courier New" panose="02070309020205020404" pitchFamily="49" charset="0"/>
            </a:endParaRPr>
          </a:p>
        </p:txBody>
      </p:sp>
      <p:graphicFrame>
        <p:nvGraphicFramePr>
          <p:cNvPr id="10257" name="Object 17">
            <a:extLst>
              <a:ext uri="{FF2B5EF4-FFF2-40B4-BE49-F238E27FC236}">
                <a16:creationId xmlns:a16="http://schemas.microsoft.com/office/drawing/2014/main" id="{31F18141-FA32-4F26-8595-2B7A61D3ACAC}"/>
              </a:ext>
            </a:extLst>
          </p:cNvPr>
          <p:cNvGraphicFramePr>
            <a:graphicFrameLocks noChangeAspect="1"/>
          </p:cNvGraphicFramePr>
          <p:nvPr/>
        </p:nvGraphicFramePr>
        <p:xfrm>
          <a:off x="428625" y="3000375"/>
          <a:ext cx="8582025" cy="1071563"/>
        </p:xfrm>
        <a:graphic>
          <a:graphicData uri="http://schemas.openxmlformats.org/presentationml/2006/ole">
            <mc:AlternateContent xmlns:mc="http://schemas.openxmlformats.org/markup-compatibility/2006">
              <mc:Choice xmlns:v="urn:schemas-microsoft-com:vml" Requires="v">
                <p:oleObj name="Equation" r:id="rId3" imgW="2667000" imgH="431800" progId="Equation.DSMT4">
                  <p:embed/>
                </p:oleObj>
              </mc:Choice>
              <mc:Fallback>
                <p:oleObj name="Equation" r:id="rId3" imgW="2667000" imgH="431800" progId="Equation.DSMT4">
                  <p:embed/>
                  <p:pic>
                    <p:nvPicPr>
                      <p:cNvPr id="10257" name="Object 17">
                        <a:extLst>
                          <a:ext uri="{FF2B5EF4-FFF2-40B4-BE49-F238E27FC236}">
                            <a16:creationId xmlns:a16="http://schemas.microsoft.com/office/drawing/2014/main" id="{31F18141-FA32-4F26-8595-2B7A61D3AC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625" y="3000375"/>
                        <a:ext cx="8582025" cy="107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632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6325"/>
                                        </p:tgtEl>
                                        <p:attrNameLst>
                                          <p:attrName>style.visibility</p:attrName>
                                        </p:attrNameLst>
                                      </p:cBhvr>
                                      <p:to>
                                        <p:strVal val="visible"/>
                                      </p:to>
                                    </p:set>
                                  </p:childTnLst>
                                </p:cTn>
                              </p:par>
                            </p:childTnLst>
                          </p:cTn>
                        </p:par>
                        <p:par>
                          <p:cTn id="11" fill="hold" nodeType="afterGroup">
                            <p:stCondLst>
                              <p:cond delay="500"/>
                            </p:stCondLst>
                            <p:childTnLst>
                              <p:par>
                                <p:cTn id="12" presetID="9" presetClass="entr" presetSubtype="0" fill="hold" nodeType="afterEffect">
                                  <p:stCondLst>
                                    <p:cond delay="0"/>
                                  </p:stCondLst>
                                  <p:childTnLst>
                                    <p:set>
                                      <p:cBhvr>
                                        <p:cTn id="13" dur="1" fill="hold">
                                          <p:stCondLst>
                                            <p:cond delay="0"/>
                                          </p:stCondLst>
                                        </p:cTn>
                                        <p:tgtEl>
                                          <p:spTgt spid="10257"/>
                                        </p:tgtEl>
                                        <p:attrNameLst>
                                          <p:attrName>style.visibility</p:attrName>
                                        </p:attrNameLst>
                                      </p:cBhvr>
                                      <p:to>
                                        <p:strVal val="visible"/>
                                      </p:to>
                                    </p:set>
                                    <p:animEffect transition="in" filter="dissolve">
                                      <p:cBhvr>
                                        <p:cTn id="14" dur="500"/>
                                        <p:tgtEl>
                                          <p:spTgt spid="102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2" grpId="0" autoUpdateAnimBg="0"/>
      <p:bldP spid="56325"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851C9728-C215-4A87-B6EA-8890ECA914F0}"/>
              </a:ext>
            </a:extLst>
          </p:cNvPr>
          <p:cNvSpPr>
            <a:spLocks noGrp="1" noChangeArrowheads="1"/>
          </p:cNvSpPr>
          <p:nvPr>
            <p:ph type="title"/>
          </p:nvPr>
        </p:nvSpPr>
        <p:spPr>
          <a:xfrm>
            <a:off x="539750" y="333375"/>
            <a:ext cx="6096000" cy="1143000"/>
          </a:xfrm>
        </p:spPr>
        <p:txBody>
          <a:bodyPr>
            <a:normAutofit/>
          </a:bodyPr>
          <a:lstStyle/>
          <a:p>
            <a:pPr eaLnBrk="1" fontAlgn="auto" hangingPunct="1">
              <a:spcBef>
                <a:spcPct val="50000"/>
              </a:spcBef>
              <a:spcAft>
                <a:spcPts val="0"/>
              </a:spcAft>
              <a:defRPr/>
            </a:pPr>
            <a:r>
              <a:rPr lang="zh-CN" altLang="en-US" b="1" dirty="0">
                <a:solidFill>
                  <a:srgbClr val="000000"/>
                </a:solidFill>
                <a:latin typeface="Times New Roman" pitchFamily="18" charset="0"/>
                <a:ea typeface="宋体" pitchFamily="2" charset="-122"/>
                <a:cs typeface="+mn-cs"/>
              </a:rPr>
              <a:t>乘法规则 </a:t>
            </a:r>
          </a:p>
        </p:txBody>
      </p:sp>
      <p:sp>
        <p:nvSpPr>
          <p:cNvPr id="14339" name="Rectangle 3">
            <a:extLst>
              <a:ext uri="{FF2B5EF4-FFF2-40B4-BE49-F238E27FC236}">
                <a16:creationId xmlns:a16="http://schemas.microsoft.com/office/drawing/2014/main" id="{4F1732C7-21FA-473D-BAF5-2EC9D2C399FF}"/>
              </a:ext>
            </a:extLst>
          </p:cNvPr>
          <p:cNvSpPr>
            <a:spLocks noGrp="1"/>
          </p:cNvSpPr>
          <p:nvPr>
            <p:ph idx="1"/>
          </p:nvPr>
        </p:nvSpPr>
        <p:spPr>
          <a:xfrm>
            <a:off x="395288" y="1752600"/>
            <a:ext cx="8569325" cy="4700588"/>
          </a:xfrm>
        </p:spPr>
        <p:txBody>
          <a:bodyPr/>
          <a:lstStyle/>
          <a:p>
            <a:pPr eaLnBrk="1" hangingPunct="1">
              <a:buFont typeface="Wingdings" panose="05000000000000000000" pitchFamily="2" charset="2"/>
              <a:buNone/>
            </a:pPr>
            <a:r>
              <a:rPr lang="zh-CN" altLang="en-US" sz="3200" b="1">
                <a:solidFill>
                  <a:srgbClr val="000000"/>
                </a:solidFill>
                <a:latin typeface="宋体" panose="02010600030101010101" pitchFamily="2" charset="-122"/>
              </a:rPr>
              <a:t>若</a:t>
            </a:r>
            <a:r>
              <a:rPr lang="en-US" altLang="zh-CN" sz="3200" b="1">
                <a:solidFill>
                  <a:srgbClr val="000000"/>
                </a:solidFill>
                <a:latin typeface="宋体" panose="02010600030101010101" pitchFamily="2" charset="-122"/>
              </a:rPr>
              <a:t>S</a:t>
            </a:r>
            <a:r>
              <a:rPr lang="en-US" altLang="zh-CN" sz="3200" b="1" baseline="-25000">
                <a:solidFill>
                  <a:srgbClr val="000000"/>
                </a:solidFill>
                <a:latin typeface="宋体" panose="02010600030101010101" pitchFamily="2" charset="-122"/>
              </a:rPr>
              <a:t>i</a:t>
            </a:r>
            <a:r>
              <a:rPr lang="en-US" altLang="zh-CN" sz="3200" b="1">
                <a:solidFill>
                  <a:srgbClr val="000000"/>
                </a:solidFill>
                <a:latin typeface="宋体" panose="02010600030101010101" pitchFamily="2" charset="-122"/>
              </a:rPr>
              <a:t>(i=1,2,</a:t>
            </a:r>
            <a:r>
              <a:rPr lang="en-US" altLang="zh-CN" sz="3200" b="1">
                <a:solidFill>
                  <a:srgbClr val="000000"/>
                </a:solidFill>
                <a:latin typeface="Courier New" panose="02070309020205020404" pitchFamily="49" charset="0"/>
              </a:rPr>
              <a:t>…</a:t>
            </a:r>
            <a:r>
              <a:rPr lang="en-US" altLang="zh-CN" sz="3200" b="1">
                <a:solidFill>
                  <a:srgbClr val="000000"/>
                </a:solidFill>
                <a:latin typeface="宋体" panose="02010600030101010101" pitchFamily="2" charset="-122"/>
              </a:rPr>
              <a:t>,m)</a:t>
            </a:r>
            <a:r>
              <a:rPr lang="zh-CN" altLang="en-US" sz="3200" b="1">
                <a:solidFill>
                  <a:srgbClr val="000000"/>
                </a:solidFill>
                <a:latin typeface="宋体" panose="02010600030101010101" pitchFamily="2" charset="-122"/>
              </a:rPr>
              <a:t>为有限集，且    </a:t>
            </a:r>
            <a:endParaRPr lang="en-US" altLang="zh-CN" sz="3200" b="1">
              <a:solidFill>
                <a:srgbClr val="000000"/>
              </a:solidFill>
              <a:latin typeface="宋体" panose="02010600030101010101" pitchFamily="2" charset="-122"/>
            </a:endParaRPr>
          </a:p>
          <a:p>
            <a:pPr eaLnBrk="1" hangingPunct="1">
              <a:buFont typeface="Wingdings" panose="05000000000000000000" pitchFamily="2" charset="2"/>
              <a:buNone/>
            </a:pPr>
            <a:r>
              <a:rPr lang="en-US" altLang="zh-CN" b="1">
                <a:solidFill>
                  <a:srgbClr val="000000"/>
                </a:solidFill>
                <a:latin typeface="宋体" panose="02010600030101010101" pitchFamily="2" charset="-122"/>
              </a:rPr>
              <a:t>S=S</a:t>
            </a:r>
            <a:r>
              <a:rPr lang="en-US" altLang="zh-CN" b="1" baseline="-25000">
                <a:solidFill>
                  <a:srgbClr val="000000"/>
                </a:solidFill>
                <a:latin typeface="宋体" panose="02010600030101010101" pitchFamily="2" charset="-122"/>
              </a:rPr>
              <a:t>1</a:t>
            </a:r>
            <a:r>
              <a:rPr lang="en-US" altLang="zh-CN" b="1">
                <a:solidFill>
                  <a:srgbClr val="000000"/>
                </a:solidFill>
                <a:latin typeface="宋体" panose="02010600030101010101" pitchFamily="2" charset="-122"/>
              </a:rPr>
              <a:t>×S</a:t>
            </a:r>
            <a:r>
              <a:rPr lang="en-US" altLang="zh-CN" b="1" baseline="-25000">
                <a:solidFill>
                  <a:srgbClr val="000000"/>
                </a:solidFill>
                <a:latin typeface="宋体" panose="02010600030101010101" pitchFamily="2" charset="-122"/>
              </a:rPr>
              <a:t>2</a:t>
            </a:r>
            <a:r>
              <a:rPr lang="en-US" altLang="zh-CN" b="1">
                <a:solidFill>
                  <a:srgbClr val="000000"/>
                </a:solidFill>
                <a:latin typeface="宋体" panose="02010600030101010101" pitchFamily="2" charset="-122"/>
              </a:rPr>
              <a:t>×</a:t>
            </a:r>
            <a:r>
              <a:rPr lang="en-US" altLang="zh-CN" b="1">
                <a:solidFill>
                  <a:srgbClr val="000000"/>
                </a:solidFill>
                <a:latin typeface="Courier New" panose="02070309020205020404" pitchFamily="49" charset="0"/>
              </a:rPr>
              <a:t>…</a:t>
            </a:r>
            <a:r>
              <a:rPr lang="en-US" altLang="zh-CN" b="1">
                <a:solidFill>
                  <a:srgbClr val="000000"/>
                </a:solidFill>
                <a:latin typeface="宋体" panose="02010600030101010101" pitchFamily="2" charset="-122"/>
              </a:rPr>
              <a:t>×S</a:t>
            </a:r>
            <a:r>
              <a:rPr lang="en-US" altLang="zh-CN" b="1" baseline="-25000">
                <a:solidFill>
                  <a:srgbClr val="000000"/>
                </a:solidFill>
                <a:latin typeface="宋体" panose="02010600030101010101" pitchFamily="2" charset="-122"/>
              </a:rPr>
              <a:t>m</a:t>
            </a:r>
            <a:r>
              <a:rPr lang="en-US" altLang="zh-CN" b="1">
                <a:solidFill>
                  <a:srgbClr val="000000"/>
                </a:solidFill>
                <a:latin typeface="宋体" panose="02010600030101010101" pitchFamily="2" charset="-122"/>
              </a:rPr>
              <a:t>=(a</a:t>
            </a:r>
            <a:r>
              <a:rPr lang="en-US" altLang="zh-CN" b="1" baseline="-25000">
                <a:solidFill>
                  <a:srgbClr val="000000"/>
                </a:solidFill>
                <a:latin typeface="宋体" panose="02010600030101010101" pitchFamily="2" charset="-122"/>
              </a:rPr>
              <a:t>1</a:t>
            </a:r>
            <a:r>
              <a:rPr lang="en-US" altLang="zh-CN" b="1">
                <a:solidFill>
                  <a:srgbClr val="000000"/>
                </a:solidFill>
                <a:latin typeface="宋体" panose="02010600030101010101" pitchFamily="2" charset="-122"/>
              </a:rPr>
              <a:t>,a</a:t>
            </a:r>
            <a:r>
              <a:rPr lang="en-US" altLang="zh-CN" b="1" baseline="-25000">
                <a:solidFill>
                  <a:srgbClr val="000000"/>
                </a:solidFill>
                <a:latin typeface="宋体" panose="02010600030101010101" pitchFamily="2" charset="-122"/>
              </a:rPr>
              <a:t>2</a:t>
            </a:r>
            <a:r>
              <a:rPr lang="en-US" altLang="zh-CN" b="1">
                <a:solidFill>
                  <a:srgbClr val="000000"/>
                </a:solidFill>
                <a:latin typeface="宋体" panose="02010600030101010101" pitchFamily="2" charset="-122"/>
              </a:rPr>
              <a:t>,</a:t>
            </a:r>
            <a:r>
              <a:rPr lang="en-US" altLang="zh-CN" b="1">
                <a:solidFill>
                  <a:srgbClr val="000000"/>
                </a:solidFill>
                <a:latin typeface="Courier New" panose="02070309020205020404" pitchFamily="49" charset="0"/>
              </a:rPr>
              <a:t>…</a:t>
            </a:r>
            <a:r>
              <a:rPr lang="en-US" altLang="zh-CN" b="1">
                <a:solidFill>
                  <a:srgbClr val="000000"/>
                </a:solidFill>
                <a:latin typeface="宋体" panose="02010600030101010101" pitchFamily="2" charset="-122"/>
              </a:rPr>
              <a:t>,a</a:t>
            </a:r>
            <a:r>
              <a:rPr lang="en-US" altLang="zh-CN" b="1" baseline="-25000">
                <a:solidFill>
                  <a:srgbClr val="000000"/>
                </a:solidFill>
                <a:latin typeface="宋体" panose="02010600030101010101" pitchFamily="2" charset="-122"/>
              </a:rPr>
              <a:t>m</a:t>
            </a:r>
            <a:r>
              <a:rPr lang="en-US" altLang="zh-CN" b="1">
                <a:solidFill>
                  <a:srgbClr val="000000"/>
                </a:solidFill>
                <a:latin typeface="宋体" panose="02010600030101010101" pitchFamily="2" charset="-122"/>
              </a:rPr>
              <a:t>)|a</a:t>
            </a:r>
            <a:r>
              <a:rPr lang="en-US" altLang="zh-CN" b="1" baseline="-25000">
                <a:solidFill>
                  <a:srgbClr val="000000"/>
                </a:solidFill>
                <a:latin typeface="宋体" panose="02010600030101010101" pitchFamily="2" charset="-122"/>
              </a:rPr>
              <a:t>i</a:t>
            </a:r>
            <a:r>
              <a:rPr lang="en-US" altLang="zh-CN" b="1">
                <a:solidFill>
                  <a:srgbClr val="000000"/>
                </a:solidFill>
                <a:latin typeface="宋体" panose="02010600030101010101" pitchFamily="2" charset="-122"/>
              </a:rPr>
              <a:t>∈S</a:t>
            </a:r>
            <a:r>
              <a:rPr lang="en-US" altLang="zh-CN" b="1" baseline="-25000">
                <a:solidFill>
                  <a:srgbClr val="000000"/>
                </a:solidFill>
                <a:latin typeface="宋体" panose="02010600030101010101" pitchFamily="2" charset="-122"/>
              </a:rPr>
              <a:t>i</a:t>
            </a:r>
            <a:r>
              <a:rPr lang="en-US" altLang="zh-CN" b="1">
                <a:solidFill>
                  <a:srgbClr val="000000"/>
                </a:solidFill>
                <a:latin typeface="宋体" panose="02010600030101010101" pitchFamily="2" charset="-122"/>
              </a:rPr>
              <a:t>,i=1,2,</a:t>
            </a:r>
            <a:r>
              <a:rPr lang="en-US" altLang="zh-CN" b="1">
                <a:solidFill>
                  <a:srgbClr val="000000"/>
                </a:solidFill>
                <a:latin typeface="Courier New" panose="02070309020205020404" pitchFamily="49" charset="0"/>
              </a:rPr>
              <a:t>…</a:t>
            </a:r>
            <a:r>
              <a:rPr lang="en-US" altLang="zh-CN" b="1">
                <a:solidFill>
                  <a:srgbClr val="000000"/>
                </a:solidFill>
                <a:latin typeface="宋体" panose="02010600030101010101" pitchFamily="2" charset="-122"/>
              </a:rPr>
              <a:t>,m</a:t>
            </a:r>
            <a:r>
              <a:rPr lang="zh-CN" altLang="en-US" b="1">
                <a:solidFill>
                  <a:srgbClr val="000000"/>
                </a:solidFill>
                <a:latin typeface="宋体" panose="02010600030101010101" pitchFamily="2" charset="-122"/>
              </a:rPr>
              <a:t>｝</a:t>
            </a:r>
            <a:r>
              <a:rPr lang="en-US" altLang="zh-CN" b="1">
                <a:solidFill>
                  <a:srgbClr val="000000"/>
                </a:solidFill>
                <a:latin typeface="宋体" panose="02010600030101010101" pitchFamily="2" charset="-122"/>
              </a:rPr>
              <a:t>,</a:t>
            </a:r>
            <a:r>
              <a:rPr lang="zh-CN" altLang="en-US" b="1">
                <a:solidFill>
                  <a:srgbClr val="000000"/>
                </a:solidFill>
                <a:latin typeface="宋体" panose="02010600030101010101" pitchFamily="2" charset="-122"/>
              </a:rPr>
              <a:t> </a:t>
            </a:r>
            <a:endParaRPr lang="en-US" altLang="zh-CN" b="1">
              <a:solidFill>
                <a:srgbClr val="000000"/>
              </a:solidFill>
              <a:latin typeface="宋体" panose="02010600030101010101" pitchFamily="2" charset="-122"/>
            </a:endParaRPr>
          </a:p>
          <a:p>
            <a:pPr eaLnBrk="1" hangingPunct="1">
              <a:buFont typeface="Wingdings" panose="05000000000000000000" pitchFamily="2" charset="2"/>
              <a:buNone/>
            </a:pPr>
            <a:r>
              <a:rPr lang="zh-CN" altLang="en-US" sz="3200" b="1">
                <a:solidFill>
                  <a:srgbClr val="000000"/>
                </a:solidFill>
                <a:latin typeface="宋体" panose="02010600030101010101" pitchFamily="2" charset="-122"/>
              </a:rPr>
              <a:t>则有</a:t>
            </a:r>
          </a:p>
          <a:p>
            <a:pPr algn="just" eaLnBrk="1" hangingPunct="1">
              <a:buFont typeface="Wingdings" panose="05000000000000000000" pitchFamily="2" charset="2"/>
              <a:buNone/>
            </a:pPr>
            <a:r>
              <a:rPr lang="zh-CN" altLang="en-US" b="1">
                <a:solidFill>
                  <a:srgbClr val="000000"/>
                </a:solidFill>
                <a:latin typeface="宋体" panose="02010600030101010101" pitchFamily="2" charset="-122"/>
              </a:rPr>
              <a:t>｜</a:t>
            </a:r>
            <a:r>
              <a:rPr lang="en-US" altLang="zh-CN" b="1">
                <a:solidFill>
                  <a:srgbClr val="000000"/>
                </a:solidFill>
                <a:latin typeface="宋体" panose="02010600030101010101" pitchFamily="2" charset="-122"/>
              </a:rPr>
              <a:t>S</a:t>
            </a:r>
            <a:r>
              <a:rPr lang="zh-CN" altLang="en-US" b="1">
                <a:solidFill>
                  <a:srgbClr val="000000"/>
                </a:solidFill>
                <a:latin typeface="宋体" panose="02010600030101010101" pitchFamily="2" charset="-122"/>
              </a:rPr>
              <a:t>｜</a:t>
            </a:r>
            <a:r>
              <a:rPr lang="en-US" altLang="zh-CN" b="1">
                <a:solidFill>
                  <a:srgbClr val="000000"/>
                </a:solidFill>
                <a:latin typeface="宋体" panose="02010600030101010101" pitchFamily="2" charset="-122"/>
              </a:rPr>
              <a:t>=</a:t>
            </a:r>
            <a:r>
              <a:rPr lang="zh-CN" altLang="en-US" b="1">
                <a:solidFill>
                  <a:srgbClr val="000000"/>
                </a:solidFill>
                <a:latin typeface="宋体" panose="02010600030101010101" pitchFamily="2" charset="-122"/>
              </a:rPr>
              <a:t>｜</a:t>
            </a:r>
            <a:r>
              <a:rPr lang="en-US" altLang="zh-CN" b="1">
                <a:solidFill>
                  <a:srgbClr val="000000"/>
                </a:solidFill>
                <a:latin typeface="宋体" panose="02010600030101010101" pitchFamily="2" charset="-122"/>
              </a:rPr>
              <a:t>S</a:t>
            </a:r>
            <a:r>
              <a:rPr lang="en-US" altLang="zh-CN" b="1" baseline="-25000">
                <a:solidFill>
                  <a:srgbClr val="000000"/>
                </a:solidFill>
                <a:latin typeface="宋体" panose="02010600030101010101" pitchFamily="2" charset="-122"/>
              </a:rPr>
              <a:t>1</a:t>
            </a:r>
            <a:r>
              <a:rPr lang="en-US" altLang="zh-CN" b="1">
                <a:solidFill>
                  <a:srgbClr val="000000"/>
                </a:solidFill>
                <a:latin typeface="宋体" panose="02010600030101010101" pitchFamily="2" charset="-122"/>
              </a:rPr>
              <a:t>×S</a:t>
            </a:r>
            <a:r>
              <a:rPr lang="en-US" altLang="zh-CN" b="1" baseline="-25000">
                <a:solidFill>
                  <a:srgbClr val="000000"/>
                </a:solidFill>
                <a:latin typeface="宋体" panose="02010600030101010101" pitchFamily="2" charset="-122"/>
              </a:rPr>
              <a:t>2</a:t>
            </a:r>
            <a:r>
              <a:rPr lang="en-US" altLang="zh-CN" b="1">
                <a:solidFill>
                  <a:srgbClr val="000000"/>
                </a:solidFill>
                <a:latin typeface="宋体" panose="02010600030101010101" pitchFamily="2" charset="-122"/>
              </a:rPr>
              <a:t>×</a:t>
            </a:r>
            <a:r>
              <a:rPr lang="en-US" altLang="zh-CN" b="1">
                <a:solidFill>
                  <a:srgbClr val="000000"/>
                </a:solidFill>
                <a:latin typeface="Courier New" panose="02070309020205020404" pitchFamily="49" charset="0"/>
              </a:rPr>
              <a:t>…</a:t>
            </a:r>
            <a:r>
              <a:rPr lang="en-US" altLang="zh-CN" b="1">
                <a:solidFill>
                  <a:srgbClr val="000000"/>
                </a:solidFill>
                <a:latin typeface="宋体" panose="02010600030101010101" pitchFamily="2" charset="-122"/>
              </a:rPr>
              <a:t>×S</a:t>
            </a:r>
            <a:r>
              <a:rPr lang="en-US" altLang="zh-CN" b="1" baseline="-25000">
                <a:solidFill>
                  <a:srgbClr val="000000"/>
                </a:solidFill>
                <a:latin typeface="宋体" panose="02010600030101010101" pitchFamily="2" charset="-122"/>
              </a:rPr>
              <a:t>m</a:t>
            </a:r>
            <a:r>
              <a:rPr lang="zh-CN" altLang="en-US" b="1">
                <a:solidFill>
                  <a:srgbClr val="000000"/>
                </a:solidFill>
                <a:latin typeface="宋体" panose="02010600030101010101" pitchFamily="2" charset="-122"/>
              </a:rPr>
              <a:t>｜</a:t>
            </a:r>
            <a:r>
              <a:rPr lang="en-US" altLang="zh-CN" b="1">
                <a:solidFill>
                  <a:srgbClr val="000000"/>
                </a:solidFill>
                <a:latin typeface="宋体" panose="02010600030101010101" pitchFamily="2" charset="-122"/>
              </a:rPr>
              <a:t>=              </a:t>
            </a:r>
            <a:r>
              <a:rPr lang="en-US" altLang="zh-CN" sz="4000" b="1">
                <a:solidFill>
                  <a:srgbClr val="000000"/>
                </a:solidFill>
                <a:latin typeface="宋体" panose="02010600030101010101" pitchFamily="2" charset="-122"/>
              </a:rPr>
              <a:t>(1.2)</a:t>
            </a:r>
          </a:p>
          <a:p>
            <a:pPr eaLnBrk="1" hangingPunct="1">
              <a:buFont typeface="Wingdings 2" panose="05020102010507070707" pitchFamily="18" charset="2"/>
              <a:buNone/>
            </a:pPr>
            <a:endParaRPr lang="en-US" altLang="zh-CN" sz="4000" b="1">
              <a:solidFill>
                <a:srgbClr val="000000"/>
              </a:solidFill>
              <a:latin typeface="宋体" panose="02010600030101010101" pitchFamily="2" charset="-122"/>
            </a:endParaRPr>
          </a:p>
        </p:txBody>
      </p:sp>
      <p:sp>
        <p:nvSpPr>
          <p:cNvPr id="14340" name="Text Box 4">
            <a:extLst>
              <a:ext uri="{FF2B5EF4-FFF2-40B4-BE49-F238E27FC236}">
                <a16:creationId xmlns:a16="http://schemas.microsoft.com/office/drawing/2014/main" id="{BBE0FA25-8293-4969-9CA6-0FC2014B981B}"/>
              </a:ext>
            </a:extLst>
          </p:cNvPr>
          <p:cNvSpPr txBox="1">
            <a:spLocks noChangeArrowheads="1"/>
          </p:cNvSpPr>
          <p:nvPr/>
        </p:nvSpPr>
        <p:spPr bwMode="auto">
          <a:xfrm>
            <a:off x="539750" y="4868863"/>
            <a:ext cx="8153400" cy="1116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just" eaLnBrk="1" hangingPunct="1">
              <a:lnSpc>
                <a:spcPct val="70000"/>
              </a:lnSpc>
              <a:spcBef>
                <a:spcPct val="0"/>
              </a:spcBef>
              <a:buClrTx/>
              <a:buSzTx/>
              <a:buFontTx/>
              <a:buNone/>
            </a:pPr>
            <a:r>
              <a:rPr lang="zh-CN" altLang="en-US" sz="3200" b="1">
                <a:solidFill>
                  <a:schemeClr val="accent2"/>
                </a:solidFill>
                <a:latin typeface="宋体" panose="02010600030101010101" pitchFamily="2" charset="-122"/>
                <a:cs typeface="Courier New" panose="02070309020205020404" pitchFamily="49" charset="0"/>
              </a:rPr>
              <a:t>特别，当</a:t>
            </a:r>
            <a:r>
              <a:rPr lang="en-US" altLang="zh-CN" sz="3200" b="1">
                <a:solidFill>
                  <a:schemeClr val="accent2"/>
                </a:solidFill>
                <a:latin typeface="宋体" panose="02010600030101010101" pitchFamily="2" charset="-122"/>
                <a:cs typeface="Courier New" panose="02070309020205020404" pitchFamily="49" charset="0"/>
              </a:rPr>
              <a:t>m=2</a:t>
            </a:r>
            <a:r>
              <a:rPr lang="zh-CN" altLang="en-US" sz="3200" b="1">
                <a:solidFill>
                  <a:schemeClr val="accent2"/>
                </a:solidFill>
                <a:latin typeface="宋体" panose="02010600030101010101" pitchFamily="2" charset="-122"/>
                <a:cs typeface="Courier New" panose="02070309020205020404" pitchFamily="49" charset="0"/>
              </a:rPr>
              <a:t>时，有</a:t>
            </a:r>
          </a:p>
          <a:p>
            <a:pPr algn="just" eaLnBrk="1" hangingPunct="1">
              <a:lnSpc>
                <a:spcPct val="70000"/>
              </a:lnSpc>
              <a:spcBef>
                <a:spcPct val="0"/>
              </a:spcBef>
              <a:buClrTx/>
              <a:buSzTx/>
              <a:buFontTx/>
              <a:buNone/>
            </a:pPr>
            <a:endParaRPr lang="zh-CN" altLang="en-US" sz="3200" b="1">
              <a:solidFill>
                <a:schemeClr val="accent2"/>
              </a:solidFill>
              <a:latin typeface="宋体" panose="02010600030101010101" pitchFamily="2" charset="-122"/>
              <a:cs typeface="Courier New" panose="02070309020205020404" pitchFamily="49" charset="0"/>
            </a:endParaRPr>
          </a:p>
          <a:p>
            <a:pPr eaLnBrk="1" hangingPunct="1">
              <a:lnSpc>
                <a:spcPct val="70000"/>
              </a:lnSpc>
              <a:spcBef>
                <a:spcPct val="0"/>
              </a:spcBef>
              <a:buClrTx/>
              <a:buSzTx/>
              <a:buFontTx/>
              <a:buNone/>
            </a:pPr>
            <a:r>
              <a:rPr lang="zh-CN" altLang="en-US" sz="3200" b="1">
                <a:solidFill>
                  <a:schemeClr val="accent2"/>
                </a:solidFill>
                <a:latin typeface="Times New Roman" panose="02020603050405020304" pitchFamily="18" charset="0"/>
                <a:cs typeface="Courier New" panose="02070309020205020404" pitchFamily="49" charset="0"/>
              </a:rPr>
              <a:t>｜</a:t>
            </a:r>
            <a:r>
              <a:rPr lang="en-US" altLang="zh-CN" sz="3200" b="1">
                <a:solidFill>
                  <a:schemeClr val="accent2"/>
                </a:solidFill>
                <a:latin typeface="宋体" panose="02010600030101010101" pitchFamily="2" charset="-122"/>
                <a:cs typeface="Courier New" panose="02070309020205020404" pitchFamily="49" charset="0"/>
              </a:rPr>
              <a:t>S</a:t>
            </a:r>
            <a:r>
              <a:rPr lang="zh-CN" altLang="en-US" sz="3200" b="1">
                <a:solidFill>
                  <a:schemeClr val="accent2"/>
                </a:solidFill>
                <a:latin typeface="Times New Roman" panose="02020603050405020304" pitchFamily="18" charset="0"/>
                <a:cs typeface="Courier New" panose="02070309020205020404" pitchFamily="49" charset="0"/>
              </a:rPr>
              <a:t>｜</a:t>
            </a:r>
            <a:r>
              <a:rPr lang="en-US" altLang="zh-CN" sz="3200" b="1">
                <a:solidFill>
                  <a:schemeClr val="accent2"/>
                </a:solidFill>
                <a:latin typeface="宋体" panose="02010600030101010101" pitchFamily="2" charset="-122"/>
                <a:cs typeface="Courier New" panose="02070309020205020404" pitchFamily="49" charset="0"/>
              </a:rPr>
              <a:t>=</a:t>
            </a:r>
            <a:r>
              <a:rPr lang="zh-CN" altLang="en-US" sz="3200" b="1">
                <a:solidFill>
                  <a:schemeClr val="accent2"/>
                </a:solidFill>
                <a:latin typeface="Times New Roman" panose="02020603050405020304" pitchFamily="18" charset="0"/>
                <a:cs typeface="Courier New" panose="02070309020205020404" pitchFamily="49" charset="0"/>
              </a:rPr>
              <a:t>｜</a:t>
            </a:r>
            <a:r>
              <a:rPr lang="en-US" altLang="zh-CN" sz="3200" b="1">
                <a:solidFill>
                  <a:schemeClr val="accent2"/>
                </a:solidFill>
                <a:latin typeface="宋体" panose="02010600030101010101" pitchFamily="2" charset="-122"/>
                <a:cs typeface="Courier New" panose="02070309020205020404" pitchFamily="49" charset="0"/>
              </a:rPr>
              <a:t>S</a:t>
            </a:r>
            <a:r>
              <a:rPr lang="en-US" altLang="zh-CN" sz="3200" b="1" baseline="-25000">
                <a:solidFill>
                  <a:schemeClr val="accent2"/>
                </a:solidFill>
                <a:latin typeface="宋体" panose="02010600030101010101" pitchFamily="2" charset="-122"/>
                <a:cs typeface="Courier New" panose="02070309020205020404" pitchFamily="49" charset="0"/>
              </a:rPr>
              <a:t>1</a:t>
            </a:r>
            <a:r>
              <a:rPr lang="en-US" altLang="zh-CN" sz="3200" b="1">
                <a:solidFill>
                  <a:schemeClr val="accent2"/>
                </a:solidFill>
                <a:latin typeface="Times New Roman" panose="02020603050405020304" pitchFamily="18" charset="0"/>
                <a:cs typeface="Courier New" panose="02070309020205020404" pitchFamily="49" charset="0"/>
              </a:rPr>
              <a:t>×</a:t>
            </a:r>
            <a:r>
              <a:rPr lang="en-US" altLang="zh-CN" sz="3200" b="1">
                <a:solidFill>
                  <a:schemeClr val="accent2"/>
                </a:solidFill>
                <a:latin typeface="宋体" panose="02010600030101010101" pitchFamily="2" charset="-122"/>
                <a:cs typeface="Courier New" panose="02070309020205020404" pitchFamily="49" charset="0"/>
              </a:rPr>
              <a:t>S</a:t>
            </a:r>
            <a:r>
              <a:rPr lang="en-US" altLang="zh-CN" sz="3200" b="1" baseline="-25000">
                <a:solidFill>
                  <a:schemeClr val="accent2"/>
                </a:solidFill>
                <a:latin typeface="Times New Roman" panose="02020603050405020304" pitchFamily="18" charset="0"/>
                <a:cs typeface="Courier New" panose="02070309020205020404" pitchFamily="49" charset="0"/>
              </a:rPr>
              <a:t>2</a:t>
            </a:r>
            <a:r>
              <a:rPr lang="zh-CN" altLang="en-US" sz="3200" b="1">
                <a:solidFill>
                  <a:schemeClr val="accent2"/>
                </a:solidFill>
                <a:latin typeface="Times New Roman" panose="02020603050405020304" pitchFamily="18" charset="0"/>
                <a:cs typeface="Courier New" panose="02070309020205020404" pitchFamily="49" charset="0"/>
              </a:rPr>
              <a:t>｜</a:t>
            </a:r>
            <a:r>
              <a:rPr lang="en-US" altLang="zh-CN" sz="3200" b="1">
                <a:solidFill>
                  <a:schemeClr val="accent2"/>
                </a:solidFill>
                <a:latin typeface="宋体" panose="02010600030101010101" pitchFamily="2" charset="-122"/>
                <a:cs typeface="Courier New" panose="02070309020205020404" pitchFamily="49" charset="0"/>
              </a:rPr>
              <a:t>=</a:t>
            </a:r>
            <a:r>
              <a:rPr lang="zh-CN" altLang="en-US" sz="3200" b="1">
                <a:solidFill>
                  <a:schemeClr val="accent2"/>
                </a:solidFill>
                <a:latin typeface="Times New Roman" panose="02020603050405020304" pitchFamily="18" charset="0"/>
                <a:cs typeface="Courier New" panose="02070309020205020404" pitchFamily="49" charset="0"/>
              </a:rPr>
              <a:t>｜</a:t>
            </a:r>
            <a:r>
              <a:rPr lang="en-US" altLang="zh-CN" sz="3200" b="1">
                <a:solidFill>
                  <a:schemeClr val="accent2"/>
                </a:solidFill>
                <a:latin typeface="宋体" panose="02010600030101010101" pitchFamily="2" charset="-122"/>
                <a:cs typeface="Courier New" panose="02070309020205020404" pitchFamily="49" charset="0"/>
              </a:rPr>
              <a:t>S</a:t>
            </a:r>
            <a:r>
              <a:rPr lang="en-US" altLang="zh-CN" sz="3200" b="1" baseline="-25000">
                <a:solidFill>
                  <a:schemeClr val="accent2"/>
                </a:solidFill>
                <a:latin typeface="宋体" panose="02010600030101010101" pitchFamily="2" charset="-122"/>
                <a:cs typeface="Courier New" panose="02070309020205020404" pitchFamily="49" charset="0"/>
              </a:rPr>
              <a:t>1</a:t>
            </a:r>
            <a:r>
              <a:rPr lang="zh-CN" altLang="en-US" sz="3200" b="1">
                <a:solidFill>
                  <a:schemeClr val="accent2"/>
                </a:solidFill>
                <a:latin typeface="Times New Roman" panose="02020603050405020304" pitchFamily="18" charset="0"/>
                <a:cs typeface="Courier New" panose="02070309020205020404" pitchFamily="49" charset="0"/>
              </a:rPr>
              <a:t>｜</a:t>
            </a:r>
            <a:r>
              <a:rPr lang="en-US" altLang="zh-CN" sz="3200" b="1">
                <a:solidFill>
                  <a:schemeClr val="accent2"/>
                </a:solidFill>
                <a:latin typeface="Times New Roman" panose="02020603050405020304" pitchFamily="18" charset="0"/>
                <a:cs typeface="Courier New" panose="02070309020205020404" pitchFamily="49" charset="0"/>
              </a:rPr>
              <a:t>·</a:t>
            </a:r>
            <a:r>
              <a:rPr lang="zh-CN" altLang="en-US" sz="3200" b="1">
                <a:solidFill>
                  <a:schemeClr val="accent2"/>
                </a:solidFill>
                <a:latin typeface="Times New Roman" panose="02020603050405020304" pitchFamily="18" charset="0"/>
                <a:cs typeface="Courier New" panose="02070309020205020404" pitchFamily="49" charset="0"/>
              </a:rPr>
              <a:t>｜</a:t>
            </a:r>
            <a:r>
              <a:rPr lang="en-US" altLang="zh-CN" sz="3200" b="1">
                <a:solidFill>
                  <a:schemeClr val="accent2"/>
                </a:solidFill>
                <a:latin typeface="宋体" panose="02010600030101010101" pitchFamily="2" charset="-122"/>
                <a:cs typeface="Courier New" panose="02070309020205020404" pitchFamily="49" charset="0"/>
              </a:rPr>
              <a:t>S</a:t>
            </a:r>
            <a:r>
              <a:rPr lang="en-US" altLang="zh-CN" sz="3200" b="1" baseline="-25000">
                <a:solidFill>
                  <a:schemeClr val="accent2"/>
                </a:solidFill>
                <a:latin typeface="Times New Roman" panose="02020603050405020304" pitchFamily="18" charset="0"/>
                <a:cs typeface="Courier New" panose="02070309020205020404" pitchFamily="49" charset="0"/>
              </a:rPr>
              <a:t>2</a:t>
            </a:r>
            <a:r>
              <a:rPr lang="zh-CN" altLang="en-US" sz="3200" b="1">
                <a:solidFill>
                  <a:schemeClr val="accent2"/>
                </a:solidFill>
                <a:latin typeface="Times New Roman" panose="02020603050405020304" pitchFamily="18" charset="0"/>
                <a:cs typeface="Courier New" panose="02070309020205020404" pitchFamily="49" charset="0"/>
              </a:rPr>
              <a:t>｜</a:t>
            </a:r>
            <a:r>
              <a:rPr lang="zh-CN" altLang="en-US" sz="3200" b="1">
                <a:solidFill>
                  <a:schemeClr val="bg2"/>
                </a:solidFill>
                <a:latin typeface="Times New Roman" panose="02020603050405020304" pitchFamily="18" charset="0"/>
                <a:cs typeface="Courier New" panose="02070309020205020404" pitchFamily="49" charset="0"/>
              </a:rPr>
              <a:t></a:t>
            </a:r>
            <a:r>
              <a:rPr lang="zh-CN" altLang="en-US" sz="3200" b="1">
                <a:solidFill>
                  <a:schemeClr val="bg2"/>
                </a:solidFill>
                <a:latin typeface="宋体" panose="02010600030101010101" pitchFamily="2" charset="-122"/>
                <a:cs typeface="Courier New" panose="02070309020205020404" pitchFamily="49" charset="0"/>
              </a:rPr>
              <a:t> </a:t>
            </a:r>
          </a:p>
        </p:txBody>
      </p:sp>
      <p:sp>
        <p:nvSpPr>
          <p:cNvPr id="14341" name="Text Box 5">
            <a:extLst>
              <a:ext uri="{FF2B5EF4-FFF2-40B4-BE49-F238E27FC236}">
                <a16:creationId xmlns:a16="http://schemas.microsoft.com/office/drawing/2014/main" id="{8D32B02E-3940-4180-BED9-E73D5BDE2F81}"/>
              </a:ext>
            </a:extLst>
          </p:cNvPr>
          <p:cNvSpPr txBox="1">
            <a:spLocks noChangeArrowheads="1"/>
          </p:cNvSpPr>
          <p:nvPr/>
        </p:nvSpPr>
        <p:spPr bwMode="auto">
          <a:xfrm>
            <a:off x="0" y="692150"/>
            <a:ext cx="8229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lnSpc>
                <a:spcPct val="90000"/>
              </a:lnSpc>
              <a:buClrTx/>
              <a:buSzTx/>
              <a:buFontTx/>
              <a:buNone/>
            </a:pPr>
            <a:endParaRPr lang="zh-CN" altLang="zh-CN" sz="2800">
              <a:solidFill>
                <a:schemeClr val="accent2"/>
              </a:solidFill>
              <a:latin typeface="宋体" panose="02010600030101010101" pitchFamily="2" charset="-122"/>
            </a:endParaRPr>
          </a:p>
        </p:txBody>
      </p:sp>
      <p:graphicFrame>
        <p:nvGraphicFramePr>
          <p:cNvPr id="139264" name="Object 1024">
            <a:extLst>
              <a:ext uri="{FF2B5EF4-FFF2-40B4-BE49-F238E27FC236}">
                <a16:creationId xmlns:a16="http://schemas.microsoft.com/office/drawing/2014/main" id="{5DC75350-FAEF-4951-9265-44A3216A48C1}"/>
              </a:ext>
            </a:extLst>
          </p:cNvPr>
          <p:cNvGraphicFramePr>
            <a:graphicFrameLocks noChangeAspect="1"/>
          </p:cNvGraphicFramePr>
          <p:nvPr/>
        </p:nvGraphicFramePr>
        <p:xfrm>
          <a:off x="4354513" y="3284538"/>
          <a:ext cx="2281237" cy="1112837"/>
        </p:xfrm>
        <a:graphic>
          <a:graphicData uri="http://schemas.openxmlformats.org/presentationml/2006/ole">
            <mc:AlternateContent xmlns:mc="http://schemas.openxmlformats.org/markup-compatibility/2006">
              <mc:Choice xmlns:v="urn:schemas-microsoft-com:vml" Requires="v">
                <p:oleObj name="公式" r:id="rId2" imgW="482391" imgH="431613" progId="Equation.3">
                  <p:embed/>
                </p:oleObj>
              </mc:Choice>
              <mc:Fallback>
                <p:oleObj name="公式" r:id="rId2" imgW="482391" imgH="431613" progId="Equation.3">
                  <p:embed/>
                  <p:pic>
                    <p:nvPicPr>
                      <p:cNvPr id="139264" name="Object 1024">
                        <a:extLst>
                          <a:ext uri="{FF2B5EF4-FFF2-40B4-BE49-F238E27FC236}">
                            <a16:creationId xmlns:a16="http://schemas.microsoft.com/office/drawing/2014/main" id="{5DC75350-FAEF-4951-9265-44A3216A48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54513" y="3284538"/>
                        <a:ext cx="2281237" cy="1112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random/>
  </p:transition>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74" name="Text Box 1030">
            <a:extLst>
              <a:ext uri="{FF2B5EF4-FFF2-40B4-BE49-F238E27FC236}">
                <a16:creationId xmlns:a16="http://schemas.microsoft.com/office/drawing/2014/main" id="{A9A4B079-55FD-4A30-9C22-656DE095EA66}"/>
              </a:ext>
            </a:extLst>
          </p:cNvPr>
          <p:cNvSpPr txBox="1">
            <a:spLocks noGrp="1" noChangeArrowheads="1"/>
          </p:cNvSpPr>
          <p:nvPr>
            <p:ph type="title"/>
          </p:nvPr>
        </p:nvSpPr>
        <p:spPr>
          <a:xfrm>
            <a:off x="611188" y="1341438"/>
            <a:ext cx="7542212" cy="3959225"/>
          </a:xfrm>
        </p:spPr>
        <p:txBody>
          <a:bodyPr>
            <a:normAutofit fontScale="90000"/>
          </a:bodyPr>
          <a:lstStyle/>
          <a:p>
            <a:pPr marL="514350" indent="-514350" eaLnBrk="1" fontAlgn="auto" hangingPunct="1">
              <a:lnSpc>
                <a:spcPct val="120000"/>
              </a:lnSpc>
              <a:spcBef>
                <a:spcPct val="20000"/>
              </a:spcBef>
              <a:spcAft>
                <a:spcPct val="30000"/>
              </a:spcAft>
              <a:defRPr/>
            </a:pPr>
            <a:r>
              <a:rPr lang="zh-CN" altLang="en-US" sz="4000" b="1" dirty="0">
                <a:solidFill>
                  <a:schemeClr val="tx1"/>
                </a:solidFill>
                <a:latin typeface="Times New Roman" pitchFamily="18" charset="0"/>
                <a:ea typeface="+mn-ea"/>
                <a:cs typeface="+mn-cs"/>
              </a:rPr>
              <a:t>换言之，乘法规则可以叙述为：</a:t>
            </a:r>
            <a:br>
              <a:rPr lang="en-US" altLang="zh-CN" sz="4000" b="1" dirty="0">
                <a:solidFill>
                  <a:schemeClr val="tx1"/>
                </a:solidFill>
                <a:latin typeface="Times New Roman" pitchFamily="18" charset="0"/>
                <a:ea typeface="+mn-ea"/>
                <a:cs typeface="+mn-cs"/>
              </a:rPr>
            </a:br>
            <a:r>
              <a:rPr lang="zh-CN" altLang="en-US" sz="4000" b="1" dirty="0">
                <a:solidFill>
                  <a:schemeClr val="tx1"/>
                </a:solidFill>
                <a:latin typeface="Times New Roman" pitchFamily="18" charset="0"/>
                <a:ea typeface="+mn-ea"/>
                <a:cs typeface="+mn-cs"/>
              </a:rPr>
              <a:t>若集合</a:t>
            </a:r>
            <a:r>
              <a:rPr lang="en-US" altLang="zh-CN" sz="4000" b="1" dirty="0">
                <a:solidFill>
                  <a:schemeClr val="tx1"/>
                </a:solidFill>
                <a:latin typeface="Times New Roman" pitchFamily="18" charset="0"/>
                <a:ea typeface="+mn-ea"/>
                <a:cs typeface="+mn-cs"/>
              </a:rPr>
              <a:t>S</a:t>
            </a:r>
            <a:r>
              <a:rPr lang="zh-CN" altLang="en-US" sz="4000" b="1" dirty="0">
                <a:solidFill>
                  <a:schemeClr val="tx1"/>
                </a:solidFill>
                <a:latin typeface="Times New Roman" pitchFamily="18" charset="0"/>
                <a:ea typeface="+mn-ea"/>
                <a:cs typeface="+mn-cs"/>
              </a:rPr>
              <a:t>是集合</a:t>
            </a:r>
            <a:r>
              <a:rPr lang="en-US" altLang="zh-CN" sz="4000" b="1" dirty="0">
                <a:solidFill>
                  <a:schemeClr val="tx1"/>
                </a:solidFill>
                <a:latin typeface="Times New Roman" pitchFamily="18" charset="0"/>
                <a:ea typeface="+mn-ea"/>
                <a:cs typeface="+mn-cs"/>
              </a:rPr>
              <a:t>S</a:t>
            </a:r>
            <a:r>
              <a:rPr lang="en-US" altLang="zh-CN" sz="4000" b="1" baseline="-25000" dirty="0">
                <a:solidFill>
                  <a:schemeClr val="tx1"/>
                </a:solidFill>
                <a:latin typeface="Times New Roman" pitchFamily="18" charset="0"/>
                <a:ea typeface="+mn-ea"/>
                <a:cs typeface="+mn-cs"/>
              </a:rPr>
              <a:t>1</a:t>
            </a:r>
            <a:r>
              <a:rPr lang="zh-CN" altLang="en-US" sz="4000" b="1" dirty="0">
                <a:solidFill>
                  <a:schemeClr val="tx1"/>
                </a:solidFill>
                <a:latin typeface="Times New Roman" pitchFamily="18" charset="0"/>
                <a:ea typeface="+mn-ea"/>
                <a:cs typeface="+mn-cs"/>
              </a:rPr>
              <a:t>，</a:t>
            </a:r>
            <a:r>
              <a:rPr lang="en-US" altLang="zh-CN" sz="4000" b="1" dirty="0">
                <a:solidFill>
                  <a:schemeClr val="tx1"/>
                </a:solidFill>
                <a:latin typeface="Times New Roman" pitchFamily="18" charset="0"/>
                <a:ea typeface="+mn-ea"/>
                <a:cs typeface="+mn-cs"/>
              </a:rPr>
              <a:t>S</a:t>
            </a:r>
            <a:r>
              <a:rPr lang="en-US" altLang="zh-CN" sz="4000" b="1" baseline="-25000" dirty="0">
                <a:solidFill>
                  <a:schemeClr val="tx1"/>
                </a:solidFill>
                <a:latin typeface="Times New Roman" pitchFamily="18" charset="0"/>
                <a:ea typeface="+mn-ea"/>
                <a:cs typeface="+mn-cs"/>
              </a:rPr>
              <a:t>2</a:t>
            </a:r>
            <a:r>
              <a:rPr lang="zh-CN" altLang="en-US" sz="4000" b="1" dirty="0">
                <a:solidFill>
                  <a:schemeClr val="tx1"/>
                </a:solidFill>
                <a:latin typeface="Times New Roman" pitchFamily="18" charset="0"/>
                <a:ea typeface="+mn-ea"/>
                <a:cs typeface="+mn-cs"/>
              </a:rPr>
              <a:t>，</a:t>
            </a:r>
            <a:r>
              <a:rPr lang="en-US" altLang="zh-CN" sz="4000" b="1" dirty="0">
                <a:solidFill>
                  <a:schemeClr val="tx1"/>
                </a:solidFill>
                <a:latin typeface="Times New Roman" pitchFamily="18" charset="0"/>
                <a:ea typeface="+mn-ea"/>
                <a:cs typeface="+mn-cs"/>
              </a:rPr>
              <a:t>…</a:t>
            </a:r>
            <a:r>
              <a:rPr lang="zh-CN" altLang="en-US" sz="4000" b="1" dirty="0">
                <a:solidFill>
                  <a:schemeClr val="tx1"/>
                </a:solidFill>
                <a:latin typeface="Times New Roman" pitchFamily="18" charset="0"/>
                <a:ea typeface="+mn-ea"/>
                <a:cs typeface="+mn-cs"/>
              </a:rPr>
              <a:t>，</a:t>
            </a:r>
            <a:r>
              <a:rPr lang="en-US" altLang="zh-CN" sz="4000" b="1" dirty="0" err="1">
                <a:solidFill>
                  <a:schemeClr val="tx1"/>
                </a:solidFill>
                <a:latin typeface="Times New Roman" pitchFamily="18" charset="0"/>
                <a:ea typeface="+mn-ea"/>
                <a:cs typeface="+mn-cs"/>
              </a:rPr>
              <a:t>S</a:t>
            </a:r>
            <a:r>
              <a:rPr lang="en-US" altLang="zh-CN" sz="4000" b="1" baseline="-25000" dirty="0" err="1">
                <a:solidFill>
                  <a:schemeClr val="tx1"/>
                </a:solidFill>
                <a:latin typeface="Times New Roman" pitchFamily="18" charset="0"/>
                <a:ea typeface="+mn-ea"/>
                <a:cs typeface="+mn-cs"/>
              </a:rPr>
              <a:t>m</a:t>
            </a:r>
            <a:r>
              <a:rPr lang="zh-CN" altLang="en-US" sz="4000" b="1" dirty="0">
                <a:solidFill>
                  <a:schemeClr val="tx1"/>
                </a:solidFill>
                <a:latin typeface="Times New Roman" pitchFamily="18" charset="0"/>
                <a:ea typeface="+mn-ea"/>
                <a:cs typeface="+mn-cs"/>
              </a:rPr>
              <a:t>的直积，则确定</a:t>
            </a:r>
            <a:r>
              <a:rPr lang="en-US" altLang="zh-CN" sz="4000" b="1" dirty="0">
                <a:solidFill>
                  <a:schemeClr val="tx1"/>
                </a:solidFill>
                <a:latin typeface="Times New Roman" pitchFamily="18" charset="0"/>
                <a:ea typeface="+mn-ea"/>
                <a:cs typeface="+mn-cs"/>
              </a:rPr>
              <a:t>S</a:t>
            </a:r>
            <a:r>
              <a:rPr lang="zh-CN" altLang="en-US" sz="4000" b="1" dirty="0">
                <a:solidFill>
                  <a:schemeClr val="tx1"/>
                </a:solidFill>
                <a:latin typeface="Times New Roman" pitchFamily="18" charset="0"/>
                <a:ea typeface="+mn-ea"/>
                <a:cs typeface="+mn-cs"/>
              </a:rPr>
              <a:t>中的事物个数</a:t>
            </a:r>
            <a:br>
              <a:rPr lang="en-US" altLang="zh-CN" sz="4000" b="1" dirty="0">
                <a:solidFill>
                  <a:schemeClr val="tx1"/>
                </a:solidFill>
                <a:latin typeface="Times New Roman" pitchFamily="18" charset="0"/>
                <a:ea typeface="+mn-ea"/>
                <a:cs typeface="+mn-cs"/>
              </a:rPr>
            </a:br>
            <a:r>
              <a:rPr lang="en-US" altLang="zh-CN" sz="4000" b="1" dirty="0">
                <a:solidFill>
                  <a:schemeClr val="tx1"/>
                </a:solidFill>
                <a:latin typeface="Times New Roman" pitchFamily="18" charset="0"/>
                <a:ea typeface="+mn-ea"/>
                <a:cs typeface="+mn-cs"/>
              </a:rPr>
              <a:t>1.</a:t>
            </a:r>
            <a:r>
              <a:rPr lang="zh-CN" altLang="en-US" sz="4000" b="1" dirty="0">
                <a:solidFill>
                  <a:schemeClr val="tx1"/>
                </a:solidFill>
                <a:latin typeface="Times New Roman" pitchFamily="18" charset="0"/>
                <a:ea typeface="+mn-ea"/>
                <a:cs typeface="+mn-cs"/>
              </a:rPr>
              <a:t>先求出各个集合</a:t>
            </a:r>
            <a:r>
              <a:rPr lang="en-US" altLang="zh-CN" sz="4000" b="1" dirty="0">
                <a:solidFill>
                  <a:schemeClr val="tx1"/>
                </a:solidFill>
                <a:latin typeface="Times New Roman" pitchFamily="18" charset="0"/>
                <a:ea typeface="+mn-ea"/>
                <a:cs typeface="+mn-cs"/>
              </a:rPr>
              <a:t>S</a:t>
            </a:r>
            <a:r>
              <a:rPr lang="en-US" altLang="zh-CN" sz="4000" b="1" baseline="-25000" dirty="0">
                <a:solidFill>
                  <a:schemeClr val="tx1"/>
                </a:solidFill>
                <a:latin typeface="Times New Roman" pitchFamily="18" charset="0"/>
                <a:ea typeface="+mn-ea"/>
                <a:cs typeface="+mn-cs"/>
              </a:rPr>
              <a:t>i</a:t>
            </a:r>
            <a:r>
              <a:rPr lang="zh-CN" altLang="en-US" sz="4000" b="1" dirty="0">
                <a:solidFill>
                  <a:schemeClr val="tx1"/>
                </a:solidFill>
                <a:latin typeface="Times New Roman" pitchFamily="18" charset="0"/>
                <a:ea typeface="+mn-ea"/>
                <a:cs typeface="+mn-cs"/>
              </a:rPr>
              <a:t>中的事物个数</a:t>
            </a:r>
            <a:br>
              <a:rPr lang="en-US" altLang="zh-CN" sz="4000" b="1" dirty="0">
                <a:solidFill>
                  <a:schemeClr val="tx1"/>
                </a:solidFill>
                <a:latin typeface="Times New Roman" pitchFamily="18" charset="0"/>
                <a:ea typeface="+mn-ea"/>
                <a:cs typeface="+mn-cs"/>
              </a:rPr>
            </a:br>
            <a:r>
              <a:rPr lang="en-US" altLang="zh-CN" sz="4000" b="1" dirty="0">
                <a:solidFill>
                  <a:schemeClr val="tx1"/>
                </a:solidFill>
                <a:latin typeface="Times New Roman" pitchFamily="18" charset="0"/>
                <a:ea typeface="+mn-ea"/>
                <a:cs typeface="+mn-cs"/>
              </a:rPr>
              <a:t>2.</a:t>
            </a:r>
            <a:r>
              <a:rPr lang="zh-CN" altLang="en-US" sz="4000" b="1" dirty="0">
                <a:solidFill>
                  <a:schemeClr val="tx1"/>
                </a:solidFill>
                <a:latin typeface="Times New Roman" pitchFamily="18" charset="0"/>
                <a:ea typeface="+mn-ea"/>
                <a:cs typeface="+mn-cs"/>
              </a:rPr>
              <a:t>然后相乘</a:t>
            </a:r>
            <a:br>
              <a:rPr lang="zh-CN" altLang="en-US" sz="3200" b="1" dirty="0">
                <a:solidFill>
                  <a:schemeClr val="tx1"/>
                </a:solidFill>
                <a:latin typeface="宋体" pitchFamily="2" charset="-122"/>
                <a:cs typeface="Courier New" pitchFamily="49" charset="0"/>
              </a:rPr>
            </a:br>
            <a:endParaRPr lang="zh-CN" altLang="en-US" sz="3200" b="1" dirty="0">
              <a:solidFill>
                <a:schemeClr val="tx1"/>
              </a:solidFill>
              <a:latin typeface="Times New Roman" pitchFamily="18" charset="0"/>
            </a:endParaRPr>
          </a:p>
        </p:txBody>
      </p:sp>
      <p:sp>
        <p:nvSpPr>
          <p:cNvPr id="58375" name="Text Box 1031">
            <a:extLst>
              <a:ext uri="{FF2B5EF4-FFF2-40B4-BE49-F238E27FC236}">
                <a16:creationId xmlns:a16="http://schemas.microsoft.com/office/drawing/2014/main" id="{A9B60688-F3CD-453A-B09B-79C32049E2BC}"/>
              </a:ext>
            </a:extLst>
          </p:cNvPr>
          <p:cNvSpPr txBox="1">
            <a:spLocks noChangeArrowheads="1"/>
          </p:cNvSpPr>
          <p:nvPr/>
        </p:nvSpPr>
        <p:spPr bwMode="auto">
          <a:xfrm>
            <a:off x="609600" y="609600"/>
            <a:ext cx="4953000" cy="617538"/>
          </a:xfrm>
          <a:prstGeom prst="rect">
            <a:avLst/>
          </a:prstGeom>
          <a:noFill/>
          <a:ln w="9525">
            <a:noFill/>
            <a:miter lim="800000"/>
            <a:headEnd/>
            <a:tailEnd/>
          </a:ln>
          <a:effectLst/>
        </p:spPr>
        <p:txBody>
          <a:bodyPr lIns="92075" tIns="46038" rIns="92075" bIns="46038">
            <a:spAutoFit/>
          </a:bodyPr>
          <a:lstStyle/>
          <a:p>
            <a:pPr eaLnBrk="1" hangingPunct="1">
              <a:lnSpc>
                <a:spcPct val="70000"/>
              </a:lnSpc>
              <a:defRPr/>
            </a:pPr>
            <a:r>
              <a:rPr lang="zh-CN" altLang="en-US" b="1" dirty="0">
                <a:latin typeface="Times New Roman" pitchFamily="18" charset="0"/>
                <a:ea typeface="+mj-ea"/>
                <a:cs typeface="+mj-cs"/>
              </a:rPr>
              <a:t>乘法规则</a:t>
            </a:r>
          </a:p>
        </p:txBody>
      </p:sp>
      <p:sp>
        <p:nvSpPr>
          <p:cNvPr id="4" name="TextBox 3">
            <a:extLst>
              <a:ext uri="{FF2B5EF4-FFF2-40B4-BE49-F238E27FC236}">
                <a16:creationId xmlns:a16="http://schemas.microsoft.com/office/drawing/2014/main" id="{04850FC0-3D04-422A-B2D8-2892D724517F}"/>
              </a:ext>
            </a:extLst>
          </p:cNvPr>
          <p:cNvSpPr txBox="1"/>
          <p:nvPr/>
        </p:nvSpPr>
        <p:spPr>
          <a:xfrm>
            <a:off x="617538" y="4941888"/>
            <a:ext cx="7632700" cy="1589087"/>
          </a:xfrm>
          <a:prstGeom prst="rect">
            <a:avLst/>
          </a:prstGeom>
          <a:noFill/>
        </p:spPr>
        <p:txBody>
          <a:bodyPr>
            <a:spAutoFit/>
          </a:bodyPr>
          <a:lstStyle/>
          <a:p>
            <a:pPr marL="274320" indent="-274320" eaLnBrk="1" hangingPunct="1">
              <a:lnSpc>
                <a:spcPct val="90000"/>
              </a:lnSpc>
              <a:defRPr/>
            </a:pPr>
            <a:r>
              <a:rPr kumimoji="0" lang="zh-CN" altLang="en-US" sz="3600" b="1" dirty="0">
                <a:solidFill>
                  <a:schemeClr val="tx1"/>
                </a:solidFill>
                <a:latin typeface="Times New Roman" pitchFamily="18" charset="0"/>
                <a:ea typeface="+mn-ea"/>
              </a:rPr>
              <a:t>应当注意</a:t>
            </a:r>
            <a:r>
              <a:rPr kumimoji="0" lang="en-US" altLang="zh-CN" sz="3600" b="1" dirty="0">
                <a:solidFill>
                  <a:schemeClr val="tx1"/>
                </a:solidFill>
                <a:latin typeface="Times New Roman" pitchFamily="18" charset="0"/>
                <a:ea typeface="+mn-ea"/>
              </a:rPr>
              <a:t>:</a:t>
            </a:r>
            <a:r>
              <a:rPr kumimoji="0" lang="zh-CN" altLang="en-US" sz="3600" b="1" dirty="0">
                <a:solidFill>
                  <a:schemeClr val="tx1"/>
                </a:solidFill>
                <a:latin typeface="Times New Roman" pitchFamily="18" charset="0"/>
                <a:ea typeface="+mn-ea"/>
              </a:rPr>
              <a:t>对于</a:t>
            </a:r>
            <a:r>
              <a:rPr kumimoji="0" lang="en-US" altLang="zh-CN" sz="3600" b="1" dirty="0">
                <a:solidFill>
                  <a:schemeClr val="tx1"/>
                </a:solidFill>
                <a:latin typeface="Times New Roman" pitchFamily="18" charset="0"/>
                <a:ea typeface="+mn-ea"/>
              </a:rPr>
              <a:t>S</a:t>
            </a:r>
            <a:r>
              <a:rPr kumimoji="0" lang="zh-CN" altLang="en-US" sz="3600" b="1" dirty="0">
                <a:solidFill>
                  <a:schemeClr val="tx1"/>
                </a:solidFill>
                <a:latin typeface="Times New Roman" pitchFamily="18" charset="0"/>
                <a:ea typeface="+mn-ea"/>
              </a:rPr>
              <a:t>中的元</a:t>
            </a:r>
            <a:r>
              <a:rPr kumimoji="0" lang="en-US" altLang="zh-CN" sz="3600" b="1" dirty="0">
                <a:solidFill>
                  <a:schemeClr val="tx1"/>
                </a:solidFill>
                <a:latin typeface="Times New Roman" pitchFamily="18" charset="0"/>
                <a:ea typeface="+mn-ea"/>
              </a:rPr>
              <a:t>(a</a:t>
            </a:r>
            <a:r>
              <a:rPr kumimoji="0" lang="en-US" altLang="zh-CN" sz="3600" b="1" baseline="-25000" dirty="0">
                <a:solidFill>
                  <a:schemeClr val="tx1"/>
                </a:solidFill>
                <a:latin typeface="Times New Roman" pitchFamily="18" charset="0"/>
                <a:ea typeface="+mn-ea"/>
              </a:rPr>
              <a:t>1</a:t>
            </a:r>
            <a:r>
              <a:rPr kumimoji="0" lang="en-US" altLang="zh-CN" sz="3600" b="1" dirty="0">
                <a:solidFill>
                  <a:schemeClr val="tx1"/>
                </a:solidFill>
                <a:latin typeface="Times New Roman" pitchFamily="18" charset="0"/>
                <a:ea typeface="+mn-ea"/>
              </a:rPr>
              <a:t>,a</a:t>
            </a:r>
            <a:r>
              <a:rPr kumimoji="0" lang="en-US" altLang="zh-CN" sz="3600" b="1" baseline="-25000" dirty="0">
                <a:solidFill>
                  <a:schemeClr val="tx1"/>
                </a:solidFill>
                <a:latin typeface="Times New Roman" pitchFamily="18" charset="0"/>
                <a:ea typeface="+mn-ea"/>
              </a:rPr>
              <a:t>2</a:t>
            </a:r>
            <a:r>
              <a:rPr kumimoji="0" lang="en-US" altLang="zh-CN" sz="3600" b="1" dirty="0">
                <a:solidFill>
                  <a:schemeClr val="tx1"/>
                </a:solidFill>
                <a:latin typeface="Times New Roman" pitchFamily="18" charset="0"/>
                <a:ea typeface="+mn-ea"/>
              </a:rPr>
              <a:t>,…,a</a:t>
            </a:r>
            <a:r>
              <a:rPr kumimoji="0" lang="en-US" altLang="zh-CN" sz="3600" b="1" baseline="-25000" dirty="0">
                <a:solidFill>
                  <a:schemeClr val="tx1"/>
                </a:solidFill>
                <a:latin typeface="Times New Roman" pitchFamily="18" charset="0"/>
                <a:ea typeface="+mn-ea"/>
              </a:rPr>
              <a:t>m</a:t>
            </a:r>
            <a:r>
              <a:rPr kumimoji="0" lang="en-US" altLang="zh-CN" sz="3600" b="1" dirty="0">
                <a:solidFill>
                  <a:schemeClr val="tx1"/>
                </a:solidFill>
                <a:latin typeface="Times New Roman" pitchFamily="18" charset="0"/>
                <a:ea typeface="+mn-ea"/>
              </a:rPr>
              <a:t>)</a:t>
            </a:r>
            <a:r>
              <a:rPr kumimoji="0" lang="zh-CN" altLang="en-US" sz="3600" b="1" dirty="0">
                <a:solidFill>
                  <a:schemeClr val="tx1"/>
                </a:solidFill>
                <a:latin typeface="Times New Roman" pitchFamily="18" charset="0"/>
                <a:ea typeface="+mn-ea"/>
              </a:rPr>
              <a:t>，</a:t>
            </a:r>
            <a:endParaRPr kumimoji="0" lang="en-US" altLang="zh-CN" sz="3600" b="1" dirty="0">
              <a:solidFill>
                <a:schemeClr val="tx1"/>
              </a:solidFill>
              <a:latin typeface="Times New Roman" pitchFamily="18" charset="0"/>
              <a:ea typeface="+mn-ea"/>
            </a:endParaRPr>
          </a:p>
          <a:p>
            <a:pPr marL="274320" indent="-274320" eaLnBrk="1" hangingPunct="1">
              <a:lnSpc>
                <a:spcPct val="90000"/>
              </a:lnSpc>
              <a:defRPr/>
            </a:pPr>
            <a:endParaRPr kumimoji="0" lang="en-US" altLang="zh-CN" sz="3600" b="1" dirty="0">
              <a:solidFill>
                <a:schemeClr val="tx1"/>
              </a:solidFill>
              <a:latin typeface="Times New Roman" pitchFamily="18" charset="0"/>
              <a:ea typeface="+mn-ea"/>
            </a:endParaRPr>
          </a:p>
          <a:p>
            <a:pPr marL="274320" indent="-274320" eaLnBrk="1" hangingPunct="1">
              <a:lnSpc>
                <a:spcPct val="90000"/>
              </a:lnSpc>
              <a:defRPr/>
            </a:pPr>
            <a:r>
              <a:rPr kumimoji="0" lang="zh-CN" altLang="en-US" sz="3600" b="1" dirty="0">
                <a:solidFill>
                  <a:schemeClr val="tx1"/>
                </a:solidFill>
                <a:latin typeface="Times New Roman" pitchFamily="18" charset="0"/>
                <a:ea typeface="+mn-ea"/>
              </a:rPr>
              <a:t>它的</a:t>
            </a:r>
            <a:r>
              <a:rPr kumimoji="0" lang="zh-CN" altLang="en-US" sz="3600" b="1" dirty="0">
                <a:solidFill>
                  <a:srgbClr val="FF0000"/>
                </a:solidFill>
                <a:latin typeface="Times New Roman" pitchFamily="18" charset="0"/>
                <a:ea typeface="+mn-ea"/>
              </a:rPr>
              <a:t>各分量</a:t>
            </a:r>
            <a:r>
              <a:rPr kumimoji="0" lang="zh-CN" altLang="en-US" sz="3600" b="1" dirty="0">
                <a:solidFill>
                  <a:schemeClr val="tx1"/>
                </a:solidFill>
                <a:latin typeface="Times New Roman" pitchFamily="18" charset="0"/>
                <a:ea typeface="+mn-ea"/>
              </a:rPr>
              <a:t>是相互独立的。</a:t>
            </a:r>
          </a:p>
        </p:txBody>
      </p:sp>
    </p:spTree>
  </p:cSld>
  <p:clrMapOvr>
    <a:masterClrMapping/>
  </p:clrMapOvr>
  <p:transition>
    <p:random/>
  </p:transition>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FE0A9484-562E-413E-A591-82E796F04418}"/>
              </a:ext>
            </a:extLst>
          </p:cNvPr>
          <p:cNvSpPr>
            <a:spLocks noGrp="1"/>
          </p:cNvSpPr>
          <p:nvPr>
            <p:ph type="title"/>
          </p:nvPr>
        </p:nvSpPr>
        <p:spPr>
          <a:xfrm>
            <a:off x="381000" y="381000"/>
            <a:ext cx="6096000" cy="1143000"/>
          </a:xfrm>
        </p:spPr>
        <p:txBody>
          <a:bodyPr/>
          <a:lstStyle/>
          <a:p>
            <a:pPr eaLnBrk="1" hangingPunct="1"/>
            <a:r>
              <a:rPr lang="zh-CN" altLang="en-US" b="1">
                <a:solidFill>
                  <a:srgbClr val="000000"/>
                </a:solidFill>
                <a:latin typeface="Times New Roman" panose="02020603050405020304" pitchFamily="18" charset="0"/>
              </a:rPr>
              <a:t>［例］ </a:t>
            </a:r>
          </a:p>
        </p:txBody>
      </p:sp>
      <p:sp>
        <p:nvSpPr>
          <p:cNvPr id="16387" name="Rectangle 3">
            <a:extLst>
              <a:ext uri="{FF2B5EF4-FFF2-40B4-BE49-F238E27FC236}">
                <a16:creationId xmlns:a16="http://schemas.microsoft.com/office/drawing/2014/main" id="{CD953FFA-F366-4C6D-8328-F9AF6872180A}"/>
              </a:ext>
            </a:extLst>
          </p:cNvPr>
          <p:cNvSpPr>
            <a:spLocks noGrp="1"/>
          </p:cNvSpPr>
          <p:nvPr>
            <p:ph idx="1"/>
          </p:nvPr>
        </p:nvSpPr>
        <p:spPr>
          <a:xfrm>
            <a:off x="762000" y="1371600"/>
            <a:ext cx="8058150" cy="2417763"/>
          </a:xfrm>
        </p:spPr>
        <p:txBody>
          <a:bodyPr/>
          <a:lstStyle/>
          <a:p>
            <a:pPr algn="just" eaLnBrk="1" hangingPunct="1"/>
            <a:r>
              <a:rPr lang="zh-CN" altLang="en-US" sz="3200" b="1">
                <a:latin typeface="宋体" panose="02010600030101010101" pitchFamily="2" charset="-122"/>
                <a:cs typeface="Courier New" panose="02070309020205020404" pitchFamily="49" charset="0"/>
              </a:rPr>
              <a:t>从</a:t>
            </a:r>
            <a:r>
              <a:rPr lang="en-US" altLang="zh-CN" sz="3200" b="1">
                <a:latin typeface="宋体" panose="02010600030101010101" pitchFamily="2" charset="-122"/>
                <a:cs typeface="Courier New" panose="02070309020205020404" pitchFamily="49" charset="0"/>
              </a:rPr>
              <a:t>A</a:t>
            </a:r>
            <a:r>
              <a:rPr lang="zh-CN" altLang="en-US" sz="3200" b="1">
                <a:latin typeface="宋体" panose="02010600030101010101" pitchFamily="2" charset="-122"/>
                <a:cs typeface="Courier New" panose="02070309020205020404" pitchFamily="49" charset="0"/>
              </a:rPr>
              <a:t>地到</a:t>
            </a:r>
            <a:r>
              <a:rPr lang="en-US" altLang="zh-CN" sz="3200" b="1">
                <a:latin typeface="宋体" panose="02010600030101010101" pitchFamily="2" charset="-122"/>
                <a:cs typeface="Courier New" panose="02070309020205020404" pitchFamily="49" charset="0"/>
              </a:rPr>
              <a:t>B</a:t>
            </a:r>
            <a:r>
              <a:rPr lang="zh-CN" altLang="en-US" sz="3200" b="1">
                <a:latin typeface="宋体" panose="02010600030101010101" pitchFamily="2" charset="-122"/>
                <a:cs typeface="Courier New" panose="02070309020205020404" pitchFamily="49" charset="0"/>
              </a:rPr>
              <a:t>地有</a:t>
            </a:r>
            <a:r>
              <a:rPr lang="zh-CN" altLang="en-US" sz="3200" b="1">
                <a:solidFill>
                  <a:srgbClr val="FF0000"/>
                </a:solidFill>
                <a:latin typeface="宋体" panose="02010600030101010101" pitchFamily="2" charset="-122"/>
                <a:cs typeface="Courier New" panose="02070309020205020404" pitchFamily="49" charset="0"/>
              </a:rPr>
              <a:t>两条</a:t>
            </a:r>
            <a:r>
              <a:rPr lang="zh-CN" altLang="en-US" sz="3200" b="1">
                <a:latin typeface="宋体" panose="02010600030101010101" pitchFamily="2" charset="-122"/>
                <a:cs typeface="Courier New" panose="02070309020205020404" pitchFamily="49" charset="0"/>
              </a:rPr>
              <a:t>不同的道路，从</a:t>
            </a:r>
            <a:r>
              <a:rPr lang="en-US" altLang="zh-CN" sz="3200" b="1">
                <a:latin typeface="宋体" panose="02010600030101010101" pitchFamily="2" charset="-122"/>
                <a:cs typeface="Courier New" panose="02070309020205020404" pitchFamily="49" charset="0"/>
              </a:rPr>
              <a:t>B</a:t>
            </a:r>
            <a:r>
              <a:rPr lang="zh-CN" altLang="en-US" sz="3200" b="1">
                <a:latin typeface="宋体" panose="02010600030101010101" pitchFamily="2" charset="-122"/>
                <a:cs typeface="Courier New" panose="02070309020205020404" pitchFamily="49" charset="0"/>
              </a:rPr>
              <a:t>地到</a:t>
            </a:r>
            <a:r>
              <a:rPr lang="en-US" altLang="zh-CN" sz="3200" b="1">
                <a:latin typeface="宋体" panose="02010600030101010101" pitchFamily="2" charset="-122"/>
                <a:cs typeface="Courier New" panose="02070309020205020404" pitchFamily="49" charset="0"/>
              </a:rPr>
              <a:t>C</a:t>
            </a:r>
            <a:r>
              <a:rPr lang="zh-CN" altLang="en-US" sz="3200" b="1">
                <a:latin typeface="宋体" panose="02010600030101010101" pitchFamily="2" charset="-122"/>
                <a:cs typeface="Courier New" panose="02070309020205020404" pitchFamily="49" charset="0"/>
              </a:rPr>
              <a:t>地有</a:t>
            </a:r>
            <a:r>
              <a:rPr lang="zh-CN" altLang="en-US" sz="3200" b="1">
                <a:solidFill>
                  <a:srgbClr val="FF0000"/>
                </a:solidFill>
                <a:latin typeface="宋体" panose="02010600030101010101" pitchFamily="2" charset="-122"/>
                <a:cs typeface="Courier New" panose="02070309020205020404" pitchFamily="49" charset="0"/>
              </a:rPr>
              <a:t>四条</a:t>
            </a:r>
            <a:r>
              <a:rPr lang="zh-CN" altLang="en-US" sz="3200" b="1">
                <a:latin typeface="宋体" panose="02010600030101010101" pitchFamily="2" charset="-122"/>
                <a:cs typeface="Courier New" panose="02070309020205020404" pitchFamily="49" charset="0"/>
              </a:rPr>
              <a:t>不同的道路，而从</a:t>
            </a:r>
            <a:r>
              <a:rPr lang="en-US" altLang="zh-CN" sz="3200" b="1">
                <a:latin typeface="宋体" panose="02010600030101010101" pitchFamily="2" charset="-122"/>
                <a:cs typeface="Courier New" panose="02070309020205020404" pitchFamily="49" charset="0"/>
              </a:rPr>
              <a:t>C</a:t>
            </a:r>
            <a:r>
              <a:rPr lang="zh-CN" altLang="en-US" sz="3200" b="1">
                <a:latin typeface="宋体" panose="02010600030101010101" pitchFamily="2" charset="-122"/>
                <a:cs typeface="Courier New" panose="02070309020205020404" pitchFamily="49" charset="0"/>
              </a:rPr>
              <a:t>地到</a:t>
            </a:r>
            <a:r>
              <a:rPr lang="en-US" altLang="zh-CN" sz="3200" b="1">
                <a:latin typeface="宋体" panose="02010600030101010101" pitchFamily="2" charset="-122"/>
                <a:cs typeface="Courier New" panose="02070309020205020404" pitchFamily="49" charset="0"/>
              </a:rPr>
              <a:t>D</a:t>
            </a:r>
            <a:r>
              <a:rPr lang="zh-CN" altLang="en-US" sz="3200" b="1">
                <a:latin typeface="宋体" panose="02010600030101010101" pitchFamily="2" charset="-122"/>
                <a:cs typeface="Courier New" panose="02070309020205020404" pitchFamily="49" charset="0"/>
              </a:rPr>
              <a:t>地</a:t>
            </a:r>
            <a:r>
              <a:rPr lang="zh-CN" altLang="en-US" sz="3200" b="1">
                <a:latin typeface="Times New Roman" panose="02020603050405020304" pitchFamily="18" charset="0"/>
              </a:rPr>
              <a:t>有</a:t>
            </a:r>
            <a:r>
              <a:rPr lang="zh-CN" altLang="en-US" sz="3200" b="1">
                <a:solidFill>
                  <a:srgbClr val="FF0000"/>
                </a:solidFill>
                <a:latin typeface="Times New Roman" panose="02020603050405020304" pitchFamily="18" charset="0"/>
              </a:rPr>
              <a:t>三条</a:t>
            </a:r>
            <a:r>
              <a:rPr lang="zh-CN" altLang="en-US" sz="3200" b="1">
                <a:latin typeface="Times New Roman" panose="02020603050405020304" pitchFamily="18" charset="0"/>
              </a:rPr>
              <a:t>不同的道路。</a:t>
            </a:r>
          </a:p>
          <a:p>
            <a:pPr algn="just" eaLnBrk="1" hangingPunct="1"/>
            <a:r>
              <a:rPr lang="zh-CN" altLang="en-US" sz="3200" b="1">
                <a:latin typeface="Times New Roman" panose="02020603050405020304" pitchFamily="18" charset="0"/>
              </a:rPr>
              <a:t>求从</a:t>
            </a:r>
            <a:r>
              <a:rPr lang="en-US" altLang="zh-CN" sz="3200" b="1">
                <a:latin typeface="宋体" panose="02010600030101010101" pitchFamily="2" charset="-122"/>
              </a:rPr>
              <a:t>A</a:t>
            </a:r>
            <a:r>
              <a:rPr lang="zh-CN" altLang="en-US" sz="3200" b="1">
                <a:latin typeface="Times New Roman" panose="02020603050405020304" pitchFamily="18" charset="0"/>
              </a:rPr>
              <a:t>地经</a:t>
            </a:r>
            <a:r>
              <a:rPr lang="en-US" altLang="zh-CN" sz="3200" b="1">
                <a:latin typeface="宋体" panose="02010600030101010101" pitchFamily="2" charset="-122"/>
              </a:rPr>
              <a:t>B</a:t>
            </a:r>
            <a:r>
              <a:rPr lang="zh-CN" altLang="en-US" sz="3200" b="1">
                <a:latin typeface="Times New Roman" panose="02020603050405020304" pitchFamily="18" charset="0"/>
              </a:rPr>
              <a:t>、</a:t>
            </a:r>
            <a:r>
              <a:rPr lang="en-US" altLang="zh-CN" sz="3200" b="1">
                <a:latin typeface="宋体" panose="02010600030101010101" pitchFamily="2" charset="-122"/>
              </a:rPr>
              <a:t>C</a:t>
            </a:r>
            <a:r>
              <a:rPr lang="zh-CN" altLang="en-US" sz="3200" b="1">
                <a:latin typeface="Times New Roman" panose="02020603050405020304" pitchFamily="18" charset="0"/>
              </a:rPr>
              <a:t>两地到达</a:t>
            </a:r>
            <a:r>
              <a:rPr lang="en-US" altLang="zh-CN" sz="3200" b="1">
                <a:latin typeface="宋体" panose="02010600030101010101" pitchFamily="2" charset="-122"/>
              </a:rPr>
              <a:t>D</a:t>
            </a:r>
            <a:r>
              <a:rPr lang="zh-CN" altLang="en-US" sz="3200" b="1">
                <a:latin typeface="Times New Roman" panose="02020603050405020304" pitchFamily="18" charset="0"/>
              </a:rPr>
              <a:t>地的道路数。</a:t>
            </a:r>
            <a:r>
              <a:rPr lang="zh-CN" altLang="en-US" sz="3200" b="1">
                <a:latin typeface="宋体" panose="02010600030101010101" pitchFamily="2" charset="-122"/>
              </a:rPr>
              <a:t> </a:t>
            </a:r>
          </a:p>
        </p:txBody>
      </p:sp>
      <p:sp>
        <p:nvSpPr>
          <p:cNvPr id="16389" name="Text Box 5">
            <a:extLst>
              <a:ext uri="{FF2B5EF4-FFF2-40B4-BE49-F238E27FC236}">
                <a16:creationId xmlns:a16="http://schemas.microsoft.com/office/drawing/2014/main" id="{E635B063-11BA-414E-86D4-44846F72EBB2}"/>
              </a:ext>
            </a:extLst>
          </p:cNvPr>
          <p:cNvSpPr txBox="1">
            <a:spLocks noChangeArrowheads="1"/>
          </p:cNvSpPr>
          <p:nvPr/>
        </p:nvSpPr>
        <p:spPr bwMode="auto">
          <a:xfrm>
            <a:off x="2287588" y="5649913"/>
            <a:ext cx="4149725" cy="665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lnSpc>
                <a:spcPct val="70000"/>
              </a:lnSpc>
              <a:spcBef>
                <a:spcPct val="0"/>
              </a:spcBef>
              <a:buClrTx/>
              <a:buSzTx/>
              <a:buFontTx/>
              <a:buNone/>
            </a:pPr>
            <a:r>
              <a:rPr lang="zh-CN" altLang="en-US" sz="4800">
                <a:solidFill>
                  <a:schemeClr val="tx2"/>
                </a:solidFill>
                <a:latin typeface="Times New Roman" panose="02020603050405020304" pitchFamily="18" charset="0"/>
                <a:ea typeface="华文行楷" panose="02010800040101010101" pitchFamily="2" charset="-122"/>
              </a:rPr>
              <a:t>答案 </a:t>
            </a:r>
            <a:r>
              <a:rPr lang="en-US" altLang="zh-CN" sz="4800">
                <a:solidFill>
                  <a:schemeClr val="tx2"/>
                </a:solidFill>
                <a:latin typeface="Times New Roman" panose="02020603050405020304" pitchFamily="18" charset="0"/>
                <a:ea typeface="华文行楷" panose="02010800040101010101" pitchFamily="2" charset="-122"/>
              </a:rPr>
              <a:t>2</a:t>
            </a:r>
            <a:r>
              <a:rPr lang="zh-CN" altLang="en-US" sz="4800">
                <a:solidFill>
                  <a:schemeClr val="tx2"/>
                </a:solidFill>
                <a:latin typeface="Times New Roman" panose="02020603050405020304" pitchFamily="18" charset="0"/>
                <a:ea typeface="华文行楷" panose="02010800040101010101" pitchFamily="2" charset="-122"/>
              </a:rPr>
              <a:t>*</a:t>
            </a:r>
            <a:r>
              <a:rPr lang="en-US" altLang="zh-CN" sz="4800">
                <a:solidFill>
                  <a:schemeClr val="tx2"/>
                </a:solidFill>
                <a:latin typeface="Times New Roman" panose="02020603050405020304" pitchFamily="18" charset="0"/>
                <a:ea typeface="华文行楷" panose="02010800040101010101" pitchFamily="2" charset="-122"/>
              </a:rPr>
              <a:t>4</a:t>
            </a:r>
            <a:r>
              <a:rPr lang="zh-CN" altLang="en-US" sz="4800">
                <a:solidFill>
                  <a:schemeClr val="tx2"/>
                </a:solidFill>
                <a:latin typeface="Times New Roman" panose="02020603050405020304" pitchFamily="18" charset="0"/>
                <a:ea typeface="华文行楷" panose="02010800040101010101" pitchFamily="2" charset="-122"/>
              </a:rPr>
              <a:t>*</a:t>
            </a:r>
            <a:r>
              <a:rPr lang="en-US" altLang="zh-CN" sz="4800">
                <a:solidFill>
                  <a:schemeClr val="tx2"/>
                </a:solidFill>
                <a:latin typeface="Times New Roman" panose="02020603050405020304" pitchFamily="18" charset="0"/>
                <a:ea typeface="华文行楷" panose="02010800040101010101" pitchFamily="2" charset="-122"/>
              </a:rPr>
              <a:t>3=24</a:t>
            </a:r>
          </a:p>
        </p:txBody>
      </p:sp>
      <p:grpSp>
        <p:nvGrpSpPr>
          <p:cNvPr id="4" name="组合 3">
            <a:extLst>
              <a:ext uri="{FF2B5EF4-FFF2-40B4-BE49-F238E27FC236}">
                <a16:creationId xmlns:a16="http://schemas.microsoft.com/office/drawing/2014/main" id="{FB6AE25D-FEAF-4F91-92A1-778508B922C6}"/>
              </a:ext>
            </a:extLst>
          </p:cNvPr>
          <p:cNvGrpSpPr/>
          <p:nvPr/>
        </p:nvGrpSpPr>
        <p:grpSpPr>
          <a:xfrm>
            <a:off x="1946275" y="3716338"/>
            <a:ext cx="4713288" cy="1504950"/>
            <a:chOff x="1946275" y="3716338"/>
            <a:chExt cx="4713288" cy="1504950"/>
          </a:xfrm>
        </p:grpSpPr>
        <p:sp>
          <p:nvSpPr>
            <p:cNvPr id="20489" name="文本框 2">
              <a:extLst>
                <a:ext uri="{FF2B5EF4-FFF2-40B4-BE49-F238E27FC236}">
                  <a16:creationId xmlns:a16="http://schemas.microsoft.com/office/drawing/2014/main" id="{E2313231-77F0-43E4-8939-B81B6BD46E01}"/>
                </a:ext>
              </a:extLst>
            </p:cNvPr>
            <p:cNvSpPr txBox="1">
              <a:spLocks noChangeArrowheads="1"/>
            </p:cNvSpPr>
            <p:nvPr/>
          </p:nvSpPr>
          <p:spPr bwMode="auto">
            <a:xfrm>
              <a:off x="1946275" y="3716338"/>
              <a:ext cx="36036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a:solidFill>
                    <a:srgbClr val="000000"/>
                  </a:solidFill>
                  <a:latin typeface="华文彩云" panose="02010800040101010101" pitchFamily="2" charset="-122"/>
                  <a:ea typeface="华文彩云" panose="02010800040101010101" pitchFamily="2" charset="-122"/>
                </a:defRPr>
              </a:lvl1pPr>
              <a:lvl2pPr marL="742950" indent="-285750">
                <a:defRPr kumimoji="1" sz="4800">
                  <a:solidFill>
                    <a:srgbClr val="000000"/>
                  </a:solidFill>
                  <a:latin typeface="华文彩云" panose="02010800040101010101" pitchFamily="2" charset="-122"/>
                  <a:ea typeface="华文彩云" panose="02010800040101010101" pitchFamily="2" charset="-122"/>
                </a:defRPr>
              </a:lvl2pPr>
              <a:lvl3pPr marL="1143000" indent="-228600">
                <a:defRPr kumimoji="1" sz="4800">
                  <a:solidFill>
                    <a:srgbClr val="000000"/>
                  </a:solidFill>
                  <a:latin typeface="华文彩云" panose="02010800040101010101" pitchFamily="2" charset="-122"/>
                  <a:ea typeface="华文彩云" panose="02010800040101010101" pitchFamily="2" charset="-122"/>
                </a:defRPr>
              </a:lvl3pPr>
              <a:lvl4pPr marL="1600200" indent="-228600">
                <a:defRPr kumimoji="1" sz="4800">
                  <a:solidFill>
                    <a:srgbClr val="000000"/>
                  </a:solidFill>
                  <a:latin typeface="华文彩云" panose="02010800040101010101" pitchFamily="2" charset="-122"/>
                  <a:ea typeface="华文彩云" panose="02010800040101010101" pitchFamily="2" charset="-122"/>
                </a:defRPr>
              </a:lvl4pPr>
              <a:lvl5pPr marL="2057400" indent="-228600">
                <a:defRPr kumimoji="1" sz="4800">
                  <a:solidFill>
                    <a:srgbClr val="000000"/>
                  </a:solidFill>
                  <a:latin typeface="华文彩云" panose="02010800040101010101" pitchFamily="2" charset="-122"/>
                  <a:ea typeface="华文彩云" panose="02010800040101010101" pitchFamily="2" charset="-122"/>
                </a:defRPr>
              </a:lvl5pPr>
              <a:lvl6pPr marL="25146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6pPr>
              <a:lvl7pPr marL="29718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7pPr>
              <a:lvl8pPr marL="34290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8pPr>
              <a:lvl9pPr marL="38862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9pPr>
            </a:lstStyle>
            <a:p>
              <a:r>
                <a:rPr lang="en-US" altLang="zh-CN" dirty="0">
                  <a:solidFill>
                    <a:schemeClr val="tx1"/>
                  </a:solidFill>
                  <a:latin typeface="黑体" panose="02010609060101010101" pitchFamily="49" charset="-122"/>
                  <a:ea typeface="黑体" panose="02010609060101010101" pitchFamily="49" charset="-122"/>
                </a:rPr>
                <a:t>A</a:t>
              </a:r>
              <a:endParaRPr lang="zh-CN" altLang="en-US" dirty="0">
                <a:solidFill>
                  <a:schemeClr val="tx1"/>
                </a:solidFill>
                <a:latin typeface="黑体" panose="02010609060101010101" pitchFamily="49" charset="-122"/>
                <a:ea typeface="黑体" panose="02010609060101010101" pitchFamily="49" charset="-122"/>
              </a:endParaRPr>
            </a:p>
          </p:txBody>
        </p:sp>
        <p:grpSp>
          <p:nvGrpSpPr>
            <p:cNvPr id="3" name="组合 2">
              <a:extLst>
                <a:ext uri="{FF2B5EF4-FFF2-40B4-BE49-F238E27FC236}">
                  <a16:creationId xmlns:a16="http://schemas.microsoft.com/office/drawing/2014/main" id="{DD41B7B0-E4E6-48B0-8AA5-121CA57A3DB6}"/>
                </a:ext>
              </a:extLst>
            </p:cNvPr>
            <p:cNvGrpSpPr/>
            <p:nvPr/>
          </p:nvGrpSpPr>
          <p:grpSpPr>
            <a:xfrm>
              <a:off x="2127658" y="3752245"/>
              <a:ext cx="4531905" cy="1469043"/>
              <a:chOff x="2127658" y="3752245"/>
              <a:chExt cx="4531905" cy="1469043"/>
            </a:xfrm>
          </p:grpSpPr>
          <p:sp>
            <p:nvSpPr>
              <p:cNvPr id="2" name="椭圆 1">
                <a:extLst>
                  <a:ext uri="{FF2B5EF4-FFF2-40B4-BE49-F238E27FC236}">
                    <a16:creationId xmlns:a16="http://schemas.microsoft.com/office/drawing/2014/main" id="{71A4CED1-6B3B-416A-BCA8-D8EB6E8B9F36}"/>
                  </a:ext>
                </a:extLst>
              </p:cNvPr>
              <p:cNvSpPr/>
              <p:nvPr/>
            </p:nvSpPr>
            <p:spPr>
              <a:xfrm>
                <a:off x="2127658" y="4624609"/>
                <a:ext cx="71030" cy="712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6" name="椭圆 5">
                <a:extLst>
                  <a:ext uri="{FF2B5EF4-FFF2-40B4-BE49-F238E27FC236}">
                    <a16:creationId xmlns:a16="http://schemas.microsoft.com/office/drawing/2014/main" id="{92D02B25-33AD-4799-9BB8-4F94C2B586E4}"/>
                  </a:ext>
                </a:extLst>
              </p:cNvPr>
              <p:cNvSpPr/>
              <p:nvPr/>
            </p:nvSpPr>
            <p:spPr>
              <a:xfrm>
                <a:off x="3567475" y="4616676"/>
                <a:ext cx="69487" cy="727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 name="椭圆 6">
                <a:extLst>
                  <a:ext uri="{FF2B5EF4-FFF2-40B4-BE49-F238E27FC236}">
                    <a16:creationId xmlns:a16="http://schemas.microsoft.com/office/drawing/2014/main" id="{581DBC20-1E49-435C-AFC8-4B61265C5DE3}"/>
                  </a:ext>
                </a:extLst>
              </p:cNvPr>
              <p:cNvSpPr/>
              <p:nvPr/>
            </p:nvSpPr>
            <p:spPr>
              <a:xfrm>
                <a:off x="5078775" y="4624609"/>
                <a:ext cx="69487" cy="712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8" name="椭圆 7">
                <a:extLst>
                  <a:ext uri="{FF2B5EF4-FFF2-40B4-BE49-F238E27FC236}">
                    <a16:creationId xmlns:a16="http://schemas.microsoft.com/office/drawing/2014/main" id="{9A289B41-261A-4B01-B6F8-933FD6882DCB}"/>
                  </a:ext>
                </a:extLst>
              </p:cNvPr>
              <p:cNvSpPr/>
              <p:nvPr/>
            </p:nvSpPr>
            <p:spPr>
              <a:xfrm>
                <a:off x="6445658" y="4624609"/>
                <a:ext cx="71030" cy="712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0490" name="文本框 9">
                <a:extLst>
                  <a:ext uri="{FF2B5EF4-FFF2-40B4-BE49-F238E27FC236}">
                    <a16:creationId xmlns:a16="http://schemas.microsoft.com/office/drawing/2014/main" id="{6B3FFFF4-4014-4F47-82FF-0BAD718E17F2}"/>
                  </a:ext>
                </a:extLst>
              </p:cNvPr>
              <p:cNvSpPr txBox="1">
                <a:spLocks noChangeArrowheads="1"/>
              </p:cNvSpPr>
              <p:nvPr/>
            </p:nvSpPr>
            <p:spPr bwMode="auto">
              <a:xfrm>
                <a:off x="3429319" y="3752245"/>
                <a:ext cx="350519" cy="829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4800">
                    <a:solidFill>
                      <a:srgbClr val="000000"/>
                    </a:solidFill>
                    <a:latin typeface="华文彩云" panose="02010800040101010101" pitchFamily="2" charset="-122"/>
                    <a:ea typeface="华文彩云" panose="02010800040101010101" pitchFamily="2" charset="-122"/>
                  </a:defRPr>
                </a:lvl1pPr>
                <a:lvl2pPr marL="742950" indent="-285750">
                  <a:defRPr kumimoji="1" sz="4800">
                    <a:solidFill>
                      <a:srgbClr val="000000"/>
                    </a:solidFill>
                    <a:latin typeface="华文彩云" panose="02010800040101010101" pitchFamily="2" charset="-122"/>
                    <a:ea typeface="华文彩云" panose="02010800040101010101" pitchFamily="2" charset="-122"/>
                  </a:defRPr>
                </a:lvl2pPr>
                <a:lvl3pPr marL="1143000" indent="-228600">
                  <a:defRPr kumimoji="1" sz="4800">
                    <a:solidFill>
                      <a:srgbClr val="000000"/>
                    </a:solidFill>
                    <a:latin typeface="华文彩云" panose="02010800040101010101" pitchFamily="2" charset="-122"/>
                    <a:ea typeface="华文彩云" panose="02010800040101010101" pitchFamily="2" charset="-122"/>
                  </a:defRPr>
                </a:lvl3pPr>
                <a:lvl4pPr marL="1600200" indent="-228600">
                  <a:defRPr kumimoji="1" sz="4800">
                    <a:solidFill>
                      <a:srgbClr val="000000"/>
                    </a:solidFill>
                    <a:latin typeface="华文彩云" panose="02010800040101010101" pitchFamily="2" charset="-122"/>
                    <a:ea typeface="华文彩云" panose="02010800040101010101" pitchFamily="2" charset="-122"/>
                  </a:defRPr>
                </a:lvl4pPr>
                <a:lvl5pPr marL="2057400" indent="-228600">
                  <a:defRPr kumimoji="1" sz="4800">
                    <a:solidFill>
                      <a:srgbClr val="000000"/>
                    </a:solidFill>
                    <a:latin typeface="华文彩云" panose="02010800040101010101" pitchFamily="2" charset="-122"/>
                    <a:ea typeface="华文彩云" panose="02010800040101010101" pitchFamily="2" charset="-122"/>
                  </a:defRPr>
                </a:lvl5pPr>
                <a:lvl6pPr marL="25146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6pPr>
                <a:lvl7pPr marL="29718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7pPr>
                <a:lvl8pPr marL="34290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8pPr>
                <a:lvl9pPr marL="38862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9pPr>
              </a:lstStyle>
              <a:p>
                <a:r>
                  <a:rPr lang="en-US" altLang="zh-CN">
                    <a:solidFill>
                      <a:schemeClr val="tx1"/>
                    </a:solidFill>
                    <a:latin typeface="黑体" panose="02010609060101010101" pitchFamily="49" charset="-122"/>
                    <a:ea typeface="黑体" panose="02010609060101010101" pitchFamily="49" charset="-122"/>
                  </a:rPr>
                  <a:t>B</a:t>
                </a:r>
                <a:endParaRPr lang="zh-CN" altLang="en-US">
                  <a:solidFill>
                    <a:schemeClr val="tx1"/>
                  </a:solidFill>
                  <a:latin typeface="黑体" panose="02010609060101010101" pitchFamily="49" charset="-122"/>
                  <a:ea typeface="黑体" panose="02010609060101010101" pitchFamily="49" charset="-122"/>
                </a:endParaRPr>
              </a:p>
            </p:txBody>
          </p:sp>
          <p:sp>
            <p:nvSpPr>
              <p:cNvPr id="20491" name="文本框 10">
                <a:extLst>
                  <a:ext uri="{FF2B5EF4-FFF2-40B4-BE49-F238E27FC236}">
                    <a16:creationId xmlns:a16="http://schemas.microsoft.com/office/drawing/2014/main" id="{44DD6A4A-2226-48B2-9E39-B1EDEE8F9166}"/>
                  </a:ext>
                </a:extLst>
              </p:cNvPr>
              <p:cNvSpPr txBox="1">
                <a:spLocks noChangeArrowheads="1"/>
              </p:cNvSpPr>
              <p:nvPr/>
            </p:nvSpPr>
            <p:spPr bwMode="auto">
              <a:xfrm>
                <a:off x="4942207" y="3791927"/>
                <a:ext cx="350518" cy="827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4800">
                    <a:solidFill>
                      <a:srgbClr val="000000"/>
                    </a:solidFill>
                    <a:latin typeface="华文彩云" panose="02010800040101010101" pitchFamily="2" charset="-122"/>
                    <a:ea typeface="华文彩云" panose="02010800040101010101" pitchFamily="2" charset="-122"/>
                  </a:defRPr>
                </a:lvl1pPr>
                <a:lvl2pPr marL="742950" indent="-285750">
                  <a:defRPr kumimoji="1" sz="4800">
                    <a:solidFill>
                      <a:srgbClr val="000000"/>
                    </a:solidFill>
                    <a:latin typeface="华文彩云" panose="02010800040101010101" pitchFamily="2" charset="-122"/>
                    <a:ea typeface="华文彩云" panose="02010800040101010101" pitchFamily="2" charset="-122"/>
                  </a:defRPr>
                </a:lvl2pPr>
                <a:lvl3pPr marL="1143000" indent="-228600">
                  <a:defRPr kumimoji="1" sz="4800">
                    <a:solidFill>
                      <a:srgbClr val="000000"/>
                    </a:solidFill>
                    <a:latin typeface="华文彩云" panose="02010800040101010101" pitchFamily="2" charset="-122"/>
                    <a:ea typeface="华文彩云" panose="02010800040101010101" pitchFamily="2" charset="-122"/>
                  </a:defRPr>
                </a:lvl3pPr>
                <a:lvl4pPr marL="1600200" indent="-228600">
                  <a:defRPr kumimoji="1" sz="4800">
                    <a:solidFill>
                      <a:srgbClr val="000000"/>
                    </a:solidFill>
                    <a:latin typeface="华文彩云" panose="02010800040101010101" pitchFamily="2" charset="-122"/>
                    <a:ea typeface="华文彩云" panose="02010800040101010101" pitchFamily="2" charset="-122"/>
                  </a:defRPr>
                </a:lvl4pPr>
                <a:lvl5pPr marL="2057400" indent="-228600">
                  <a:defRPr kumimoji="1" sz="4800">
                    <a:solidFill>
                      <a:srgbClr val="000000"/>
                    </a:solidFill>
                    <a:latin typeface="华文彩云" panose="02010800040101010101" pitchFamily="2" charset="-122"/>
                    <a:ea typeface="华文彩云" panose="02010800040101010101" pitchFamily="2" charset="-122"/>
                  </a:defRPr>
                </a:lvl5pPr>
                <a:lvl6pPr marL="25146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6pPr>
                <a:lvl7pPr marL="29718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7pPr>
                <a:lvl8pPr marL="34290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8pPr>
                <a:lvl9pPr marL="38862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9pPr>
              </a:lstStyle>
              <a:p>
                <a:r>
                  <a:rPr lang="en-US" altLang="zh-CN">
                    <a:solidFill>
                      <a:schemeClr val="tx1"/>
                    </a:solidFill>
                    <a:latin typeface="黑体" panose="02010609060101010101" pitchFamily="49" charset="-122"/>
                    <a:ea typeface="黑体" panose="02010609060101010101" pitchFamily="49" charset="-122"/>
                  </a:rPr>
                  <a:t>C</a:t>
                </a:r>
                <a:endParaRPr lang="zh-CN" altLang="en-US">
                  <a:solidFill>
                    <a:schemeClr val="tx1"/>
                  </a:solidFill>
                  <a:latin typeface="黑体" panose="02010609060101010101" pitchFamily="49" charset="-122"/>
                  <a:ea typeface="黑体" panose="02010609060101010101" pitchFamily="49" charset="-122"/>
                </a:endParaRPr>
              </a:p>
            </p:txBody>
          </p:sp>
          <p:sp>
            <p:nvSpPr>
              <p:cNvPr id="20492" name="文本框 11">
                <a:extLst>
                  <a:ext uri="{FF2B5EF4-FFF2-40B4-BE49-F238E27FC236}">
                    <a16:creationId xmlns:a16="http://schemas.microsoft.com/office/drawing/2014/main" id="{C782F88F-8493-494F-BE1C-5FDE55459E55}"/>
                  </a:ext>
                </a:extLst>
              </p:cNvPr>
              <p:cNvSpPr txBox="1">
                <a:spLocks noChangeArrowheads="1"/>
              </p:cNvSpPr>
              <p:nvPr/>
            </p:nvSpPr>
            <p:spPr bwMode="auto">
              <a:xfrm>
                <a:off x="6310588" y="3752245"/>
                <a:ext cx="348975" cy="829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4800">
                    <a:solidFill>
                      <a:srgbClr val="000000"/>
                    </a:solidFill>
                    <a:latin typeface="华文彩云" panose="02010800040101010101" pitchFamily="2" charset="-122"/>
                    <a:ea typeface="华文彩云" panose="02010800040101010101" pitchFamily="2" charset="-122"/>
                  </a:defRPr>
                </a:lvl1pPr>
                <a:lvl2pPr marL="742950" indent="-285750">
                  <a:defRPr kumimoji="1" sz="4800">
                    <a:solidFill>
                      <a:srgbClr val="000000"/>
                    </a:solidFill>
                    <a:latin typeface="华文彩云" panose="02010800040101010101" pitchFamily="2" charset="-122"/>
                    <a:ea typeface="华文彩云" panose="02010800040101010101" pitchFamily="2" charset="-122"/>
                  </a:defRPr>
                </a:lvl2pPr>
                <a:lvl3pPr marL="1143000" indent="-228600">
                  <a:defRPr kumimoji="1" sz="4800">
                    <a:solidFill>
                      <a:srgbClr val="000000"/>
                    </a:solidFill>
                    <a:latin typeface="华文彩云" panose="02010800040101010101" pitchFamily="2" charset="-122"/>
                    <a:ea typeface="华文彩云" panose="02010800040101010101" pitchFamily="2" charset="-122"/>
                  </a:defRPr>
                </a:lvl3pPr>
                <a:lvl4pPr marL="1600200" indent="-228600">
                  <a:defRPr kumimoji="1" sz="4800">
                    <a:solidFill>
                      <a:srgbClr val="000000"/>
                    </a:solidFill>
                    <a:latin typeface="华文彩云" panose="02010800040101010101" pitchFamily="2" charset="-122"/>
                    <a:ea typeface="华文彩云" panose="02010800040101010101" pitchFamily="2" charset="-122"/>
                  </a:defRPr>
                </a:lvl4pPr>
                <a:lvl5pPr marL="2057400" indent="-228600">
                  <a:defRPr kumimoji="1" sz="4800">
                    <a:solidFill>
                      <a:srgbClr val="000000"/>
                    </a:solidFill>
                    <a:latin typeface="华文彩云" panose="02010800040101010101" pitchFamily="2" charset="-122"/>
                    <a:ea typeface="华文彩云" panose="02010800040101010101" pitchFamily="2" charset="-122"/>
                  </a:defRPr>
                </a:lvl5pPr>
                <a:lvl6pPr marL="25146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6pPr>
                <a:lvl7pPr marL="29718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7pPr>
                <a:lvl8pPr marL="34290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8pPr>
                <a:lvl9pPr marL="38862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9pPr>
              </a:lstStyle>
              <a:p>
                <a:r>
                  <a:rPr lang="en-US" altLang="zh-CN">
                    <a:solidFill>
                      <a:schemeClr val="tx1"/>
                    </a:solidFill>
                    <a:latin typeface="黑体" panose="02010609060101010101" pitchFamily="49" charset="-122"/>
                    <a:ea typeface="黑体" panose="02010609060101010101" pitchFamily="49" charset="-122"/>
                  </a:rPr>
                  <a:t>D</a:t>
                </a:r>
                <a:endParaRPr lang="zh-CN" altLang="en-US">
                  <a:solidFill>
                    <a:schemeClr val="tx1"/>
                  </a:solidFill>
                  <a:latin typeface="黑体" panose="02010609060101010101" pitchFamily="49" charset="-122"/>
                  <a:ea typeface="黑体" panose="02010609060101010101" pitchFamily="49" charset="-122"/>
                </a:endParaRPr>
              </a:p>
            </p:txBody>
          </p:sp>
          <p:sp>
            <p:nvSpPr>
              <p:cNvPr id="5" name="任意多边形: 形状 4">
                <a:extLst>
                  <a:ext uri="{FF2B5EF4-FFF2-40B4-BE49-F238E27FC236}">
                    <a16:creationId xmlns:a16="http://schemas.microsoft.com/office/drawing/2014/main" id="{61EF1A7C-9EDC-4C3F-B014-A3116AD739D0}"/>
                  </a:ext>
                </a:extLst>
              </p:cNvPr>
              <p:cNvSpPr/>
              <p:nvPr/>
            </p:nvSpPr>
            <p:spPr>
              <a:xfrm>
                <a:off x="2203815" y="4314724"/>
                <a:ext cx="1369648" cy="479526"/>
              </a:xfrm>
              <a:custGeom>
                <a:avLst/>
                <a:gdLst>
                  <a:gd name="connsiteX0" fmla="*/ 19455 w 1407280"/>
                  <a:gd name="connsiteY0" fmla="*/ 317785 h 481174"/>
                  <a:gd name="connsiteX1" fmla="*/ 551234 w 1407280"/>
                  <a:gd name="connsiteY1" fmla="*/ 15 h 481174"/>
                  <a:gd name="connsiteX2" fmla="*/ 1407268 w 1407280"/>
                  <a:gd name="connsiteY2" fmla="*/ 304815 h 481174"/>
                  <a:gd name="connsiteX3" fmla="*/ 570689 w 1407280"/>
                  <a:gd name="connsiteY3" fmla="*/ 479913 h 481174"/>
                  <a:gd name="connsiteX4" fmla="*/ 0 w 1407280"/>
                  <a:gd name="connsiteY4" fmla="*/ 369666 h 481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7280" h="481174">
                    <a:moveTo>
                      <a:pt x="19455" y="317785"/>
                    </a:moveTo>
                    <a:cubicBezTo>
                      <a:pt x="169693" y="159981"/>
                      <a:pt x="319932" y="2177"/>
                      <a:pt x="551234" y="15"/>
                    </a:cubicBezTo>
                    <a:cubicBezTo>
                      <a:pt x="782536" y="-2147"/>
                      <a:pt x="1404026" y="224832"/>
                      <a:pt x="1407268" y="304815"/>
                    </a:cubicBezTo>
                    <a:cubicBezTo>
                      <a:pt x="1410511" y="384798"/>
                      <a:pt x="805234" y="469105"/>
                      <a:pt x="570689" y="479913"/>
                    </a:cubicBezTo>
                    <a:cubicBezTo>
                      <a:pt x="336144" y="490722"/>
                      <a:pt x="168072" y="430194"/>
                      <a:pt x="0" y="369666"/>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 name="任意多边形: 形状 8">
                <a:extLst>
                  <a:ext uri="{FF2B5EF4-FFF2-40B4-BE49-F238E27FC236}">
                    <a16:creationId xmlns:a16="http://schemas.microsoft.com/office/drawing/2014/main" id="{69F22B18-EB5B-45DA-BF6B-4A9978FFEE66}"/>
                  </a:ext>
                </a:extLst>
              </p:cNvPr>
              <p:cNvSpPr/>
              <p:nvPr/>
            </p:nvSpPr>
            <p:spPr>
              <a:xfrm>
                <a:off x="3616221" y="4304802"/>
                <a:ext cx="1522517" cy="351336"/>
              </a:xfrm>
              <a:custGeom>
                <a:avLst/>
                <a:gdLst>
                  <a:gd name="connsiteX0" fmla="*/ 0 w 1520758"/>
                  <a:gd name="connsiteY0" fmla="*/ 338932 h 345417"/>
                  <a:gd name="connsiteX1" fmla="*/ 486383 w 1520758"/>
                  <a:gd name="connsiteY1" fmla="*/ 21162 h 345417"/>
                  <a:gd name="connsiteX2" fmla="*/ 953311 w 1520758"/>
                  <a:gd name="connsiteY2" fmla="*/ 60073 h 345417"/>
                  <a:gd name="connsiteX3" fmla="*/ 1459149 w 1520758"/>
                  <a:gd name="connsiteY3" fmla="*/ 306507 h 345417"/>
                  <a:gd name="connsiteX4" fmla="*/ 1472120 w 1520758"/>
                  <a:gd name="connsiteY4" fmla="*/ 338932 h 345417"/>
                  <a:gd name="connsiteX5" fmla="*/ 1095983 w 1520758"/>
                  <a:gd name="connsiteY5" fmla="*/ 274081 h 345417"/>
                  <a:gd name="connsiteX6" fmla="*/ 603115 w 1520758"/>
                  <a:gd name="connsiteY6" fmla="*/ 235170 h 345417"/>
                  <a:gd name="connsiteX7" fmla="*/ 71337 w 1520758"/>
                  <a:gd name="connsiteY7" fmla="*/ 345417 h 345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20758" h="345417">
                    <a:moveTo>
                      <a:pt x="0" y="338932"/>
                    </a:moveTo>
                    <a:cubicBezTo>
                      <a:pt x="163749" y="203285"/>
                      <a:pt x="327498" y="67638"/>
                      <a:pt x="486383" y="21162"/>
                    </a:cubicBezTo>
                    <a:cubicBezTo>
                      <a:pt x="645268" y="-25314"/>
                      <a:pt x="791183" y="12515"/>
                      <a:pt x="953311" y="60073"/>
                    </a:cubicBezTo>
                    <a:cubicBezTo>
                      <a:pt x="1115439" y="107630"/>
                      <a:pt x="1372681" y="260030"/>
                      <a:pt x="1459149" y="306507"/>
                    </a:cubicBezTo>
                    <a:cubicBezTo>
                      <a:pt x="1545617" y="352984"/>
                      <a:pt x="1532648" y="344336"/>
                      <a:pt x="1472120" y="338932"/>
                    </a:cubicBezTo>
                    <a:cubicBezTo>
                      <a:pt x="1411592" y="333528"/>
                      <a:pt x="1240817" y="291375"/>
                      <a:pt x="1095983" y="274081"/>
                    </a:cubicBezTo>
                    <a:cubicBezTo>
                      <a:pt x="951149" y="256787"/>
                      <a:pt x="773889" y="223281"/>
                      <a:pt x="603115" y="235170"/>
                    </a:cubicBezTo>
                    <a:cubicBezTo>
                      <a:pt x="432341" y="247059"/>
                      <a:pt x="251839" y="296238"/>
                      <a:pt x="71337" y="345417"/>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3" name="任意多边形: 形状 12">
                <a:extLst>
                  <a:ext uri="{FF2B5EF4-FFF2-40B4-BE49-F238E27FC236}">
                    <a16:creationId xmlns:a16="http://schemas.microsoft.com/office/drawing/2014/main" id="{A8792210-6506-4B56-924A-B955D8F51D7C}"/>
                  </a:ext>
                </a:extLst>
              </p:cNvPr>
              <p:cNvSpPr/>
              <p:nvPr/>
            </p:nvSpPr>
            <p:spPr>
              <a:xfrm>
                <a:off x="3653523" y="4670651"/>
                <a:ext cx="1437590" cy="72799"/>
              </a:xfrm>
              <a:custGeom>
                <a:avLst/>
                <a:gdLst>
                  <a:gd name="connsiteX0" fmla="*/ 0 w 1413753"/>
                  <a:gd name="connsiteY0" fmla="*/ 0 h 65407"/>
                  <a:gd name="connsiteX1" fmla="*/ 758758 w 1413753"/>
                  <a:gd name="connsiteY1" fmla="*/ 64851 h 65407"/>
                  <a:gd name="connsiteX2" fmla="*/ 1413753 w 1413753"/>
                  <a:gd name="connsiteY2" fmla="*/ 25940 h 65407"/>
                </a:gdLst>
                <a:ahLst/>
                <a:cxnLst>
                  <a:cxn ang="0">
                    <a:pos x="connsiteX0" y="connsiteY0"/>
                  </a:cxn>
                  <a:cxn ang="0">
                    <a:pos x="connsiteX1" y="connsiteY1"/>
                  </a:cxn>
                  <a:cxn ang="0">
                    <a:pos x="connsiteX2" y="connsiteY2"/>
                  </a:cxn>
                </a:cxnLst>
                <a:rect l="l" t="t" r="r" b="b"/>
                <a:pathLst>
                  <a:path w="1413753" h="65407">
                    <a:moveTo>
                      <a:pt x="0" y="0"/>
                    </a:moveTo>
                    <a:cubicBezTo>
                      <a:pt x="261566" y="30264"/>
                      <a:pt x="523133" y="60528"/>
                      <a:pt x="758758" y="64851"/>
                    </a:cubicBezTo>
                    <a:cubicBezTo>
                      <a:pt x="994383" y="69174"/>
                      <a:pt x="1204068" y="47557"/>
                      <a:pt x="1413753" y="2594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4" name="任意多边形: 形状 13">
                <a:extLst>
                  <a:ext uri="{FF2B5EF4-FFF2-40B4-BE49-F238E27FC236}">
                    <a16:creationId xmlns:a16="http://schemas.microsoft.com/office/drawing/2014/main" id="{B4DCC301-B667-47DA-8DA5-CCE857351901}"/>
                  </a:ext>
                </a:extLst>
              </p:cNvPr>
              <p:cNvSpPr/>
              <p:nvPr/>
            </p:nvSpPr>
            <p:spPr>
              <a:xfrm>
                <a:off x="3643399" y="4665095"/>
                <a:ext cx="1585826" cy="329180"/>
              </a:xfrm>
              <a:custGeom>
                <a:avLst/>
                <a:gdLst>
                  <a:gd name="connsiteX0" fmla="*/ 0 w 1630357"/>
                  <a:gd name="connsiteY0" fmla="*/ 30906 h 329221"/>
                  <a:gd name="connsiteX1" fmla="*/ 635540 w 1630357"/>
                  <a:gd name="connsiteY1" fmla="*/ 329221 h 329221"/>
                  <a:gd name="connsiteX2" fmla="*/ 1530485 w 1630357"/>
                  <a:gd name="connsiteY2" fmla="*/ 30906 h 329221"/>
                  <a:gd name="connsiteX3" fmla="*/ 1569396 w 1630357"/>
                  <a:gd name="connsiteY3" fmla="*/ 24421 h 329221"/>
                </a:gdLst>
                <a:ahLst/>
                <a:cxnLst>
                  <a:cxn ang="0">
                    <a:pos x="connsiteX0" y="connsiteY0"/>
                  </a:cxn>
                  <a:cxn ang="0">
                    <a:pos x="connsiteX1" y="connsiteY1"/>
                  </a:cxn>
                  <a:cxn ang="0">
                    <a:pos x="connsiteX2" y="connsiteY2"/>
                  </a:cxn>
                  <a:cxn ang="0">
                    <a:pos x="connsiteX3" y="connsiteY3"/>
                  </a:cxn>
                </a:cxnLst>
                <a:rect l="l" t="t" r="r" b="b"/>
                <a:pathLst>
                  <a:path w="1630357" h="329221">
                    <a:moveTo>
                      <a:pt x="0" y="30906"/>
                    </a:moveTo>
                    <a:cubicBezTo>
                      <a:pt x="190229" y="180063"/>
                      <a:pt x="380459" y="329221"/>
                      <a:pt x="635540" y="329221"/>
                    </a:cubicBezTo>
                    <a:cubicBezTo>
                      <a:pt x="890621" y="329221"/>
                      <a:pt x="1374842" y="81706"/>
                      <a:pt x="1530485" y="30906"/>
                    </a:cubicBezTo>
                    <a:cubicBezTo>
                      <a:pt x="1686128" y="-19894"/>
                      <a:pt x="1627762" y="2263"/>
                      <a:pt x="1569396" y="2442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5" name="任意多边形: 形状 14">
                <a:extLst>
                  <a:ext uri="{FF2B5EF4-FFF2-40B4-BE49-F238E27FC236}">
                    <a16:creationId xmlns:a16="http://schemas.microsoft.com/office/drawing/2014/main" id="{49F73A96-B508-4931-A690-614ACF629EDE}"/>
                  </a:ext>
                </a:extLst>
              </p:cNvPr>
              <p:cNvSpPr/>
              <p:nvPr/>
            </p:nvSpPr>
            <p:spPr>
              <a:xfrm>
                <a:off x="5166576" y="4222497"/>
                <a:ext cx="1273912" cy="430466"/>
              </a:xfrm>
              <a:custGeom>
                <a:avLst/>
                <a:gdLst>
                  <a:gd name="connsiteX0" fmla="*/ 11405 w 1308427"/>
                  <a:gd name="connsiteY0" fmla="*/ 415090 h 431926"/>
                  <a:gd name="connsiteX1" fmla="*/ 82742 w 1308427"/>
                  <a:gd name="connsiteY1" fmla="*/ 382665 h 431926"/>
                  <a:gd name="connsiteX2" fmla="*/ 627490 w 1308427"/>
                  <a:gd name="connsiteY2" fmla="*/ 43 h 431926"/>
                  <a:gd name="connsiteX3" fmla="*/ 1308427 w 1308427"/>
                  <a:gd name="connsiteY3" fmla="*/ 408605 h 431926"/>
                </a:gdLst>
                <a:ahLst/>
                <a:cxnLst>
                  <a:cxn ang="0">
                    <a:pos x="connsiteX0" y="connsiteY0"/>
                  </a:cxn>
                  <a:cxn ang="0">
                    <a:pos x="connsiteX1" y="connsiteY1"/>
                  </a:cxn>
                  <a:cxn ang="0">
                    <a:pos x="connsiteX2" y="connsiteY2"/>
                  </a:cxn>
                  <a:cxn ang="0">
                    <a:pos x="connsiteX3" y="connsiteY3"/>
                  </a:cxn>
                </a:cxnLst>
                <a:rect l="l" t="t" r="r" b="b"/>
                <a:pathLst>
                  <a:path w="1308427" h="431926">
                    <a:moveTo>
                      <a:pt x="11405" y="415090"/>
                    </a:moveTo>
                    <a:cubicBezTo>
                      <a:pt x="-4267" y="433465"/>
                      <a:pt x="-19939" y="451840"/>
                      <a:pt x="82742" y="382665"/>
                    </a:cubicBezTo>
                    <a:cubicBezTo>
                      <a:pt x="185423" y="313490"/>
                      <a:pt x="423209" y="-4280"/>
                      <a:pt x="627490" y="43"/>
                    </a:cubicBezTo>
                    <a:cubicBezTo>
                      <a:pt x="831771" y="4366"/>
                      <a:pt x="1070099" y="206485"/>
                      <a:pt x="1308427" y="40860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6" name="任意多边形: 形状 15">
                <a:extLst>
                  <a:ext uri="{FF2B5EF4-FFF2-40B4-BE49-F238E27FC236}">
                    <a16:creationId xmlns:a16="http://schemas.microsoft.com/office/drawing/2014/main" id="{ED7C1503-AF83-4502-B240-A98363F37790}"/>
                  </a:ext>
                </a:extLst>
              </p:cNvPr>
              <p:cNvSpPr/>
              <p:nvPr/>
            </p:nvSpPr>
            <p:spPr>
              <a:xfrm>
                <a:off x="5146503" y="4591330"/>
                <a:ext cx="1293985" cy="90208"/>
              </a:xfrm>
              <a:custGeom>
                <a:avLst/>
                <a:gdLst>
                  <a:gd name="connsiteX0" fmla="*/ 0 w 1329447"/>
                  <a:gd name="connsiteY0" fmla="*/ 91705 h 91705"/>
                  <a:gd name="connsiteX1" fmla="*/ 635540 w 1329447"/>
                  <a:gd name="connsiteY1" fmla="*/ 913 h 91705"/>
                  <a:gd name="connsiteX2" fmla="*/ 1329447 w 1329447"/>
                  <a:gd name="connsiteY2" fmla="*/ 52794 h 91705"/>
                </a:gdLst>
                <a:ahLst/>
                <a:cxnLst>
                  <a:cxn ang="0">
                    <a:pos x="connsiteX0" y="connsiteY0"/>
                  </a:cxn>
                  <a:cxn ang="0">
                    <a:pos x="connsiteX1" y="connsiteY1"/>
                  </a:cxn>
                  <a:cxn ang="0">
                    <a:pos x="connsiteX2" y="connsiteY2"/>
                  </a:cxn>
                </a:cxnLst>
                <a:rect l="l" t="t" r="r" b="b"/>
                <a:pathLst>
                  <a:path w="1329447" h="91705">
                    <a:moveTo>
                      <a:pt x="0" y="91705"/>
                    </a:moveTo>
                    <a:cubicBezTo>
                      <a:pt x="206983" y="49551"/>
                      <a:pt x="413966" y="7398"/>
                      <a:pt x="635540" y="913"/>
                    </a:cubicBezTo>
                    <a:cubicBezTo>
                      <a:pt x="857114" y="-5572"/>
                      <a:pt x="1093280" y="23611"/>
                      <a:pt x="1329447" y="52794"/>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7" name="任意多边形: 形状 16">
                <a:extLst>
                  <a:ext uri="{FF2B5EF4-FFF2-40B4-BE49-F238E27FC236}">
                    <a16:creationId xmlns:a16="http://schemas.microsoft.com/office/drawing/2014/main" id="{546DF52C-5BE8-420D-BB5D-24086BDF8C9F}"/>
                  </a:ext>
                </a:extLst>
              </p:cNvPr>
              <p:cNvSpPr/>
              <p:nvPr/>
            </p:nvSpPr>
            <p:spPr>
              <a:xfrm>
                <a:off x="5148064" y="4653136"/>
                <a:ext cx="1349574" cy="568152"/>
              </a:xfrm>
              <a:custGeom>
                <a:avLst/>
                <a:gdLst>
                  <a:gd name="connsiteX0" fmla="*/ 0 w 1387099"/>
                  <a:gd name="connsiteY0" fmla="*/ 43912 h 569224"/>
                  <a:gd name="connsiteX1" fmla="*/ 875489 w 1387099"/>
                  <a:gd name="connsiteY1" fmla="*/ 569206 h 569224"/>
                  <a:gd name="connsiteX2" fmla="*/ 1335932 w 1387099"/>
                  <a:gd name="connsiteY2" fmla="*/ 63367 h 569224"/>
                  <a:gd name="connsiteX3" fmla="*/ 1355387 w 1387099"/>
                  <a:gd name="connsiteY3" fmla="*/ 24457 h 569224"/>
                </a:gdLst>
                <a:ahLst/>
                <a:cxnLst>
                  <a:cxn ang="0">
                    <a:pos x="connsiteX0" y="connsiteY0"/>
                  </a:cxn>
                  <a:cxn ang="0">
                    <a:pos x="connsiteX1" y="connsiteY1"/>
                  </a:cxn>
                  <a:cxn ang="0">
                    <a:pos x="connsiteX2" y="connsiteY2"/>
                  </a:cxn>
                  <a:cxn ang="0">
                    <a:pos x="connsiteX3" y="connsiteY3"/>
                  </a:cxn>
                </a:cxnLst>
                <a:rect l="l" t="t" r="r" b="b"/>
                <a:pathLst>
                  <a:path w="1387099" h="569224">
                    <a:moveTo>
                      <a:pt x="0" y="43912"/>
                    </a:moveTo>
                    <a:cubicBezTo>
                      <a:pt x="326417" y="304938"/>
                      <a:pt x="652834" y="565964"/>
                      <a:pt x="875489" y="569206"/>
                    </a:cubicBezTo>
                    <a:cubicBezTo>
                      <a:pt x="1098144" y="572448"/>
                      <a:pt x="1255949" y="154159"/>
                      <a:pt x="1335932" y="63367"/>
                    </a:cubicBezTo>
                    <a:cubicBezTo>
                      <a:pt x="1415915" y="-27425"/>
                      <a:pt x="1385651" y="-1484"/>
                      <a:pt x="1355387" y="24457"/>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1000"/>
                                  </p:stCondLst>
                                  <p:childTnLst>
                                    <p:set>
                                      <p:cBhvr>
                                        <p:cTn id="6" dur="1" fill="hold">
                                          <p:stCondLst>
                                            <p:cond delay="0"/>
                                          </p:stCondLst>
                                        </p:cTn>
                                        <p:tgtEl>
                                          <p:spTgt spid="16387"/>
                                        </p:tgtEl>
                                        <p:attrNameLst>
                                          <p:attrName>style.visibility</p:attrName>
                                        </p:attrNameLst>
                                      </p:cBhvr>
                                      <p:to>
                                        <p:strVal val="visible"/>
                                      </p:to>
                                    </p:set>
                                    <p:anim calcmode="lin" valueType="num">
                                      <p:cBhvr additive="base">
                                        <p:cTn id="7" dur="500" fill="hold"/>
                                        <p:tgtEl>
                                          <p:spTgt spid="16387"/>
                                        </p:tgtEl>
                                        <p:attrNameLst>
                                          <p:attrName>ppt_x</p:attrName>
                                        </p:attrNameLst>
                                      </p:cBhvr>
                                      <p:tavLst>
                                        <p:tav tm="0">
                                          <p:val>
                                            <p:strVal val="0-#ppt_w/2"/>
                                          </p:val>
                                        </p:tav>
                                        <p:tav tm="100000">
                                          <p:val>
                                            <p:strVal val="#ppt_x"/>
                                          </p:val>
                                        </p:tav>
                                      </p:tavLst>
                                    </p:anim>
                                    <p:anim calcmode="lin" valueType="num">
                                      <p:cBhvr additive="base">
                                        <p:cTn id="8" dur="500" fill="hold"/>
                                        <p:tgtEl>
                                          <p:spTgt spid="16387"/>
                                        </p:tgtEl>
                                        <p:attrNameLst>
                                          <p:attrName>ppt_y</p:attrName>
                                        </p:attrNameLst>
                                      </p:cBhvr>
                                      <p:tavLst>
                                        <p:tav tm="0">
                                          <p:val>
                                            <p:strVal val="#ppt_y"/>
                                          </p:val>
                                        </p:tav>
                                        <p:tav tm="100000">
                                          <p:val>
                                            <p:strVal val="#ppt_y"/>
                                          </p:val>
                                        </p:tav>
                                      </p:tavLst>
                                    </p:anim>
                                  </p:childTnLst>
                                </p:cTn>
                              </p:par>
                            </p:childTnLst>
                          </p:cTn>
                        </p:par>
                        <p:par>
                          <p:cTn id="9" fill="hold" nodeType="withGroup">
                            <p:stCondLst>
                              <p:cond delay="1500"/>
                            </p:stCondLst>
                            <p:childTnLst>
                              <p:par>
                                <p:cTn id="10" presetID="1" presetClass="entr" presetSubtype="0"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4" presetClass="entr" presetSubtype="0" fill="hold" grpId="0" nodeType="clickEffect">
                                  <p:stCondLst>
                                    <p:cond delay="0"/>
                                  </p:stCondLst>
                                  <p:childTnLst>
                                    <p:set>
                                      <p:cBhvr>
                                        <p:cTn id="15" dur="1" fill="hold">
                                          <p:stCondLst>
                                            <p:cond delay="499"/>
                                          </p:stCondLst>
                                        </p:cTn>
                                        <p:tgtEl>
                                          <p:spTgt spid="16389"/>
                                        </p:tgtEl>
                                        <p:attrNameLst>
                                          <p:attrName>style.visibility</p:attrName>
                                        </p:attrNameLst>
                                      </p:cBhvr>
                                      <p:to>
                                        <p:strVal val="visible"/>
                                      </p:to>
                                    </p:set>
                                    <p:anim to="" calcmode="lin" valueType="num">
                                      <p:cBhvr>
                                        <p:cTn id="16" dur="1" fill="hold"/>
                                        <p:tgtEl>
                                          <p:spTgt spid="16389"/>
                                        </p:tgtEl>
                                        <p:attrNameLst>
                                          <p:attrName/>
                                        </p:attrNameLst>
                                      </p:cBhvr>
                                    </p:anim>
                                  </p:childTnLst>
                                  <p:subTnLst>
                                    <p:set>
                                      <p:cBhvr override="childStyle">
                                        <p:cTn dur="1" fill="hold" display="0" masterRel="nextClick" afterEffect="1"/>
                                        <p:tgtEl>
                                          <p:spTgt spid="16389"/>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autoUpdateAnimBg="0"/>
      <p:bldP spid="16389"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40" name="Text Box 8">
            <a:extLst>
              <a:ext uri="{FF2B5EF4-FFF2-40B4-BE49-F238E27FC236}">
                <a16:creationId xmlns:a16="http://schemas.microsoft.com/office/drawing/2014/main" id="{5F51926F-0E32-40DB-967D-19A9DD586597}"/>
              </a:ext>
            </a:extLst>
          </p:cNvPr>
          <p:cNvSpPr txBox="1">
            <a:spLocks noChangeArrowheads="1"/>
          </p:cNvSpPr>
          <p:nvPr/>
        </p:nvSpPr>
        <p:spPr bwMode="auto">
          <a:xfrm>
            <a:off x="755650" y="3500438"/>
            <a:ext cx="3048000"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lnSpc>
                <a:spcPct val="70000"/>
              </a:lnSpc>
              <a:spcBef>
                <a:spcPct val="50000"/>
              </a:spcBef>
              <a:buClrTx/>
              <a:buSzTx/>
              <a:buFontTx/>
              <a:buNone/>
            </a:pPr>
            <a:r>
              <a:rPr lang="zh-CN" altLang="en-US" sz="4800" b="1" dirty="0">
                <a:solidFill>
                  <a:srgbClr val="000000"/>
                </a:solidFill>
                <a:latin typeface="华文彩云" panose="02010800040101010101" pitchFamily="2" charset="-122"/>
                <a:ea typeface="华文彩云" panose="02010800040101010101" pitchFamily="2" charset="-122"/>
              </a:rPr>
              <a:t>分析</a:t>
            </a:r>
            <a:r>
              <a:rPr lang="en-US" altLang="zh-CN" sz="4800" b="1" dirty="0">
                <a:solidFill>
                  <a:srgbClr val="000000"/>
                </a:solidFill>
                <a:latin typeface="华文彩云" panose="02010800040101010101" pitchFamily="2" charset="-122"/>
                <a:ea typeface="华文彩云" panose="02010800040101010101" pitchFamily="2" charset="-122"/>
              </a:rPr>
              <a:t>:</a:t>
            </a:r>
          </a:p>
          <a:p>
            <a:pPr eaLnBrk="1" hangingPunct="1">
              <a:lnSpc>
                <a:spcPct val="70000"/>
              </a:lnSpc>
              <a:spcBef>
                <a:spcPct val="50000"/>
              </a:spcBef>
              <a:buClrTx/>
              <a:buSzTx/>
              <a:buFontTx/>
              <a:buChar char="•"/>
            </a:pPr>
            <a:r>
              <a:rPr lang="zh-CN" altLang="en-US" sz="2800" b="1" dirty="0">
                <a:latin typeface="Times New Roman" panose="02020603050405020304" pitchFamily="18" charset="0"/>
              </a:rPr>
              <a:t>数字互不相同</a:t>
            </a:r>
          </a:p>
          <a:p>
            <a:pPr eaLnBrk="1" hangingPunct="1">
              <a:lnSpc>
                <a:spcPct val="70000"/>
              </a:lnSpc>
              <a:spcBef>
                <a:spcPct val="50000"/>
              </a:spcBef>
              <a:buClrTx/>
              <a:buSzTx/>
              <a:buFontTx/>
              <a:buChar char="•"/>
            </a:pPr>
            <a:r>
              <a:rPr lang="zh-CN" altLang="en-US" sz="2800" b="1" dirty="0">
                <a:latin typeface="Times New Roman" panose="02020603050405020304" pitchFamily="18" charset="0"/>
              </a:rPr>
              <a:t>四位</a:t>
            </a:r>
          </a:p>
          <a:p>
            <a:pPr eaLnBrk="1" hangingPunct="1">
              <a:buClr>
                <a:schemeClr val="hlink"/>
              </a:buClr>
              <a:buSzPct val="60000"/>
              <a:buFontTx/>
              <a:buChar char="•"/>
            </a:pPr>
            <a:r>
              <a:rPr lang="zh-CN" altLang="en-US" sz="2800" b="1" dirty="0">
                <a:latin typeface="Times New Roman" panose="02020603050405020304" pitchFamily="18" charset="0"/>
              </a:rPr>
              <a:t>偶数</a:t>
            </a:r>
          </a:p>
        </p:txBody>
      </p:sp>
      <p:sp>
        <p:nvSpPr>
          <p:cNvPr id="21507" name="Rectangle 2">
            <a:extLst>
              <a:ext uri="{FF2B5EF4-FFF2-40B4-BE49-F238E27FC236}">
                <a16:creationId xmlns:a16="http://schemas.microsoft.com/office/drawing/2014/main" id="{19717D9A-BC57-4987-98E1-69A8C499A54E}"/>
              </a:ext>
            </a:extLst>
          </p:cNvPr>
          <p:cNvSpPr>
            <a:spLocks noGrp="1"/>
          </p:cNvSpPr>
          <p:nvPr>
            <p:ph type="title"/>
          </p:nvPr>
        </p:nvSpPr>
        <p:spPr>
          <a:xfrm>
            <a:off x="381000" y="228600"/>
            <a:ext cx="2514600" cy="1219200"/>
          </a:xfrm>
        </p:spPr>
        <p:txBody>
          <a:bodyPr/>
          <a:lstStyle/>
          <a:p>
            <a:pPr eaLnBrk="1" hangingPunct="1"/>
            <a:r>
              <a:rPr lang="zh-CN" altLang="en-US" b="1">
                <a:solidFill>
                  <a:srgbClr val="000000"/>
                </a:solidFill>
                <a:latin typeface="Times New Roman" panose="02020603050405020304" pitchFamily="18" charset="0"/>
              </a:rPr>
              <a:t>［例］ </a:t>
            </a:r>
          </a:p>
        </p:txBody>
      </p:sp>
      <p:sp>
        <p:nvSpPr>
          <p:cNvPr id="18435" name="Rectangle 3">
            <a:extLst>
              <a:ext uri="{FF2B5EF4-FFF2-40B4-BE49-F238E27FC236}">
                <a16:creationId xmlns:a16="http://schemas.microsoft.com/office/drawing/2014/main" id="{33E0AF8C-F73B-4D7D-98E6-539F0E81C10B}"/>
              </a:ext>
            </a:extLst>
          </p:cNvPr>
          <p:cNvSpPr>
            <a:spLocks noGrp="1"/>
          </p:cNvSpPr>
          <p:nvPr>
            <p:ph idx="1"/>
          </p:nvPr>
        </p:nvSpPr>
        <p:spPr>
          <a:xfrm>
            <a:off x="381000" y="1600200"/>
            <a:ext cx="3810000" cy="1540768"/>
          </a:xfrm>
        </p:spPr>
        <p:txBody>
          <a:bodyPr/>
          <a:lstStyle/>
          <a:p>
            <a:pPr marL="0" indent="0" eaLnBrk="1" hangingPunct="1">
              <a:buFont typeface="Wingdings" panose="05000000000000000000" pitchFamily="2" charset="2"/>
              <a:buNone/>
            </a:pPr>
            <a:r>
              <a:rPr lang="zh-CN" altLang="en-US" b="1" dirty="0">
                <a:solidFill>
                  <a:schemeClr val="accent2"/>
                </a:solidFill>
                <a:latin typeface="Times New Roman" panose="02020603050405020304" pitchFamily="18" charset="0"/>
              </a:rPr>
              <a:t>由数字</a:t>
            </a:r>
            <a:r>
              <a:rPr lang="en-US" altLang="zh-CN" b="1" dirty="0">
                <a:solidFill>
                  <a:schemeClr val="accent2"/>
                </a:solidFill>
                <a:latin typeface="Times New Roman" panose="02020603050405020304" pitchFamily="18" charset="0"/>
              </a:rPr>
              <a:t>1</a:t>
            </a:r>
            <a:r>
              <a:rPr lang="zh-CN" altLang="en-US" b="1" dirty="0">
                <a:solidFill>
                  <a:schemeClr val="accent2"/>
                </a:solidFill>
                <a:latin typeface="Times New Roman" panose="02020603050405020304" pitchFamily="18" charset="0"/>
              </a:rPr>
              <a:t>，</a:t>
            </a:r>
            <a:r>
              <a:rPr lang="en-US" altLang="zh-CN" b="1" dirty="0">
                <a:solidFill>
                  <a:schemeClr val="accent2"/>
                </a:solidFill>
                <a:latin typeface="Times New Roman" panose="02020603050405020304" pitchFamily="18" charset="0"/>
              </a:rPr>
              <a:t>2</a:t>
            </a:r>
            <a:r>
              <a:rPr lang="zh-CN" altLang="en-US" b="1" dirty="0">
                <a:solidFill>
                  <a:schemeClr val="accent2"/>
                </a:solidFill>
                <a:latin typeface="Times New Roman" panose="02020603050405020304" pitchFamily="18" charset="0"/>
              </a:rPr>
              <a:t>，</a:t>
            </a:r>
            <a:r>
              <a:rPr lang="en-US" altLang="zh-CN" b="1" dirty="0">
                <a:solidFill>
                  <a:schemeClr val="accent2"/>
                </a:solidFill>
                <a:latin typeface="Times New Roman" panose="02020603050405020304" pitchFamily="18" charset="0"/>
              </a:rPr>
              <a:t>3</a:t>
            </a:r>
            <a:r>
              <a:rPr lang="zh-CN" altLang="en-US" b="1" dirty="0">
                <a:solidFill>
                  <a:schemeClr val="accent2"/>
                </a:solidFill>
                <a:latin typeface="Times New Roman" panose="02020603050405020304" pitchFamily="18" charset="0"/>
              </a:rPr>
              <a:t>，</a:t>
            </a:r>
            <a:r>
              <a:rPr lang="en-US" altLang="zh-CN" b="1" dirty="0">
                <a:solidFill>
                  <a:schemeClr val="accent2"/>
                </a:solidFill>
                <a:latin typeface="Times New Roman" panose="02020603050405020304" pitchFamily="18" charset="0"/>
              </a:rPr>
              <a:t>4</a:t>
            </a:r>
            <a:r>
              <a:rPr lang="zh-CN" altLang="en-US" b="1" dirty="0">
                <a:solidFill>
                  <a:schemeClr val="accent2"/>
                </a:solidFill>
                <a:latin typeface="Times New Roman" panose="02020603050405020304" pitchFamily="18" charset="0"/>
              </a:rPr>
              <a:t>，</a:t>
            </a:r>
            <a:r>
              <a:rPr lang="en-US" altLang="zh-CN" b="1" dirty="0">
                <a:solidFill>
                  <a:schemeClr val="accent2"/>
                </a:solidFill>
                <a:latin typeface="Times New Roman" panose="02020603050405020304" pitchFamily="18" charset="0"/>
              </a:rPr>
              <a:t>5</a:t>
            </a:r>
            <a:r>
              <a:rPr lang="zh-CN" altLang="en-US" b="1" dirty="0">
                <a:solidFill>
                  <a:schemeClr val="accent2"/>
                </a:solidFill>
                <a:latin typeface="Times New Roman" panose="02020603050405020304" pitchFamily="18" charset="0"/>
              </a:rPr>
              <a:t>可以构成多少个所有数字互不相同的四位偶数。</a:t>
            </a:r>
          </a:p>
        </p:txBody>
      </p:sp>
      <p:sp>
        <p:nvSpPr>
          <p:cNvPr id="18437" name="Text Box 5">
            <a:extLst>
              <a:ext uri="{FF2B5EF4-FFF2-40B4-BE49-F238E27FC236}">
                <a16:creationId xmlns:a16="http://schemas.microsoft.com/office/drawing/2014/main" id="{0D31D1D6-23CF-419C-AED8-837C7F156C2D}"/>
              </a:ext>
            </a:extLst>
          </p:cNvPr>
          <p:cNvSpPr txBox="1">
            <a:spLocks noChangeArrowheads="1"/>
          </p:cNvSpPr>
          <p:nvPr/>
        </p:nvSpPr>
        <p:spPr bwMode="auto">
          <a:xfrm>
            <a:off x="4270375" y="1600200"/>
            <a:ext cx="4117975"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kumimoji="1" sz="4800">
                <a:solidFill>
                  <a:srgbClr val="000000"/>
                </a:solidFill>
                <a:latin typeface="华文彩云" panose="02010800040101010101" pitchFamily="2" charset="-122"/>
                <a:ea typeface="华文彩云" panose="02010800040101010101" pitchFamily="2" charset="-122"/>
              </a:defRPr>
            </a:lvl1pPr>
            <a:lvl2pPr marL="742950" indent="-285750">
              <a:defRPr kumimoji="1" sz="4800">
                <a:solidFill>
                  <a:srgbClr val="000000"/>
                </a:solidFill>
                <a:latin typeface="华文彩云" panose="02010800040101010101" pitchFamily="2" charset="-122"/>
                <a:ea typeface="华文彩云" panose="02010800040101010101" pitchFamily="2" charset="-122"/>
              </a:defRPr>
            </a:lvl2pPr>
            <a:lvl3pPr marL="1143000" indent="-228600">
              <a:defRPr kumimoji="1" sz="4800">
                <a:solidFill>
                  <a:srgbClr val="000000"/>
                </a:solidFill>
                <a:latin typeface="华文彩云" panose="02010800040101010101" pitchFamily="2" charset="-122"/>
                <a:ea typeface="华文彩云" panose="02010800040101010101" pitchFamily="2" charset="-122"/>
              </a:defRPr>
            </a:lvl3pPr>
            <a:lvl4pPr marL="1600200" indent="-228600">
              <a:defRPr kumimoji="1" sz="4800">
                <a:solidFill>
                  <a:srgbClr val="000000"/>
                </a:solidFill>
                <a:latin typeface="华文彩云" panose="02010800040101010101" pitchFamily="2" charset="-122"/>
                <a:ea typeface="华文彩云" panose="02010800040101010101" pitchFamily="2" charset="-122"/>
              </a:defRPr>
            </a:lvl4pPr>
            <a:lvl5pPr marL="2057400" indent="-228600">
              <a:defRPr kumimoji="1" sz="4800">
                <a:solidFill>
                  <a:srgbClr val="000000"/>
                </a:solidFill>
                <a:latin typeface="华文彩云" panose="02010800040101010101" pitchFamily="2" charset="-122"/>
                <a:ea typeface="华文彩云" panose="02010800040101010101" pitchFamily="2" charset="-122"/>
              </a:defRPr>
            </a:lvl5pPr>
            <a:lvl6pPr marL="25146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6pPr>
            <a:lvl7pPr marL="29718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7pPr>
            <a:lvl8pPr marL="34290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8pPr>
            <a:lvl9pPr marL="3886200" indent="-228600" eaLnBrk="0" fontAlgn="base" hangingPunct="0">
              <a:spcBef>
                <a:spcPct val="0"/>
              </a:spcBef>
              <a:spcAft>
                <a:spcPct val="0"/>
              </a:spcAft>
              <a:defRPr kumimoji="1" sz="4800">
                <a:solidFill>
                  <a:srgbClr val="000000"/>
                </a:solidFill>
                <a:latin typeface="华文彩云" panose="02010800040101010101" pitchFamily="2" charset="-122"/>
                <a:ea typeface="华文彩云" panose="02010800040101010101" pitchFamily="2" charset="-122"/>
              </a:defRPr>
            </a:lvl9pPr>
          </a:lstStyle>
          <a:p>
            <a:pPr eaLnBrk="1" hangingPunct="1">
              <a:lnSpc>
                <a:spcPct val="90000"/>
              </a:lnSpc>
            </a:pPr>
            <a:r>
              <a:rPr lang="zh-CN" altLang="en-US" sz="2800" b="1">
                <a:solidFill>
                  <a:schemeClr val="accent2"/>
                </a:solidFill>
                <a:latin typeface="Times New Roman" panose="02020603050405020304" pitchFamily="18" charset="0"/>
                <a:ea typeface="宋体" panose="02010600030101010101" pitchFamily="2" charset="-122"/>
              </a:rPr>
              <a:t>求出从</a:t>
            </a:r>
            <a:r>
              <a:rPr lang="en-US" altLang="zh-CN" sz="2800" b="1">
                <a:solidFill>
                  <a:schemeClr val="accent2"/>
                </a:solidFill>
                <a:latin typeface="Times New Roman" panose="02020603050405020304" pitchFamily="18" charset="0"/>
                <a:ea typeface="宋体" panose="02010600030101010101" pitchFamily="2" charset="-122"/>
              </a:rPr>
              <a:t>7</a:t>
            </a:r>
            <a:r>
              <a:rPr lang="zh-CN" altLang="en-US" sz="2800" b="1">
                <a:solidFill>
                  <a:schemeClr val="accent2"/>
                </a:solidFill>
                <a:latin typeface="Times New Roman" panose="02020603050405020304" pitchFamily="18" charset="0"/>
                <a:ea typeface="宋体" panose="02010600030101010101" pitchFamily="2" charset="-122"/>
              </a:rPr>
              <a:t>个数学系的学生，</a:t>
            </a:r>
            <a:r>
              <a:rPr lang="en-US" altLang="zh-CN" sz="2800" b="1">
                <a:solidFill>
                  <a:schemeClr val="accent2"/>
                </a:solidFill>
                <a:latin typeface="Times New Roman" panose="02020603050405020304" pitchFamily="18" charset="0"/>
                <a:ea typeface="宋体" panose="02010600030101010101" pitchFamily="2" charset="-122"/>
              </a:rPr>
              <a:t>8</a:t>
            </a:r>
            <a:r>
              <a:rPr lang="zh-CN" altLang="en-US" sz="2800" b="1">
                <a:solidFill>
                  <a:schemeClr val="accent2"/>
                </a:solidFill>
                <a:latin typeface="Times New Roman" panose="02020603050405020304" pitchFamily="18" charset="0"/>
                <a:ea typeface="宋体" panose="02010600030101010101" pitchFamily="2" charset="-122"/>
              </a:rPr>
              <a:t>个化学系的学生，</a:t>
            </a:r>
            <a:r>
              <a:rPr lang="en-US" altLang="zh-CN" sz="2800" b="1">
                <a:solidFill>
                  <a:schemeClr val="accent2"/>
                </a:solidFill>
                <a:latin typeface="Times New Roman" panose="02020603050405020304" pitchFamily="18" charset="0"/>
                <a:ea typeface="宋体" panose="02010600030101010101" pitchFamily="2" charset="-122"/>
              </a:rPr>
              <a:t>105</a:t>
            </a:r>
            <a:r>
              <a:rPr lang="zh-CN" altLang="en-US" sz="2800" b="1">
                <a:solidFill>
                  <a:schemeClr val="accent2"/>
                </a:solidFill>
                <a:latin typeface="Times New Roman" panose="02020603050405020304" pitchFamily="18" charset="0"/>
                <a:ea typeface="宋体" panose="02010600030101010101" pitchFamily="2" charset="-122"/>
              </a:rPr>
              <a:t>个经济系的学生和</a:t>
            </a:r>
            <a:r>
              <a:rPr lang="en-US" altLang="zh-CN" sz="2800" b="1">
                <a:solidFill>
                  <a:schemeClr val="accent2"/>
                </a:solidFill>
                <a:latin typeface="Times New Roman" panose="02020603050405020304" pitchFamily="18" charset="0"/>
                <a:ea typeface="宋体" panose="02010600030101010101" pitchFamily="2" charset="-122"/>
              </a:rPr>
              <a:t>21</a:t>
            </a:r>
            <a:r>
              <a:rPr lang="zh-CN" altLang="en-US" sz="2800" b="1">
                <a:solidFill>
                  <a:schemeClr val="accent2"/>
                </a:solidFill>
                <a:latin typeface="Times New Roman" panose="02020603050405020304" pitchFamily="18" charset="0"/>
                <a:ea typeface="宋体" panose="02010600030101010101" pitchFamily="2" charset="-122"/>
              </a:rPr>
              <a:t>个物理系的学生中选出两个不同专业的学生的方法数。</a:t>
            </a:r>
            <a:r>
              <a:rPr lang="zh-CN" altLang="en-US" sz="3600" b="1">
                <a:latin typeface="Times New Roman" panose="02020603050405020304" pitchFamily="18" charset="0"/>
                <a:ea typeface="宋体" panose="02010600030101010101" pitchFamily="2" charset="-122"/>
              </a:rPr>
              <a:t> </a:t>
            </a:r>
          </a:p>
        </p:txBody>
      </p:sp>
      <p:sp>
        <p:nvSpPr>
          <p:cNvPr id="18438" name="Text Box 6">
            <a:extLst>
              <a:ext uri="{FF2B5EF4-FFF2-40B4-BE49-F238E27FC236}">
                <a16:creationId xmlns:a16="http://schemas.microsoft.com/office/drawing/2014/main" id="{E18534C2-4B09-44DB-8EE5-BC75F81B4D56}"/>
              </a:ext>
            </a:extLst>
          </p:cNvPr>
          <p:cNvSpPr txBox="1">
            <a:spLocks noChangeArrowheads="1"/>
          </p:cNvSpPr>
          <p:nvPr/>
        </p:nvSpPr>
        <p:spPr bwMode="auto">
          <a:xfrm>
            <a:off x="769938" y="5876925"/>
            <a:ext cx="252412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lnSpc>
                <a:spcPct val="70000"/>
              </a:lnSpc>
              <a:spcBef>
                <a:spcPct val="0"/>
              </a:spcBef>
              <a:buClrTx/>
              <a:buSzTx/>
              <a:buFontTx/>
              <a:buNone/>
            </a:pPr>
            <a:r>
              <a:rPr lang="en-US" altLang="zh-CN" sz="3600">
                <a:solidFill>
                  <a:schemeClr val="tx2"/>
                </a:solidFill>
                <a:latin typeface="Times New Roman" panose="02020603050405020304" pitchFamily="18" charset="0"/>
              </a:rPr>
              <a:t>2</a:t>
            </a:r>
            <a:r>
              <a:rPr lang="zh-CN" altLang="en-US" sz="3600">
                <a:solidFill>
                  <a:schemeClr val="tx2"/>
                </a:solidFill>
                <a:latin typeface="Times New Roman" panose="02020603050405020304" pitchFamily="18" charset="0"/>
              </a:rPr>
              <a:t>*</a:t>
            </a:r>
            <a:r>
              <a:rPr lang="en-US" altLang="zh-CN" sz="3600">
                <a:solidFill>
                  <a:schemeClr val="tx2"/>
                </a:solidFill>
                <a:latin typeface="Times New Roman" panose="02020603050405020304" pitchFamily="18" charset="0"/>
              </a:rPr>
              <a:t>4</a:t>
            </a:r>
            <a:r>
              <a:rPr lang="zh-CN" altLang="en-US" sz="3600">
                <a:solidFill>
                  <a:schemeClr val="tx2"/>
                </a:solidFill>
                <a:latin typeface="Times New Roman" panose="02020603050405020304" pitchFamily="18" charset="0"/>
              </a:rPr>
              <a:t>*</a:t>
            </a:r>
            <a:r>
              <a:rPr lang="en-US" altLang="zh-CN" sz="3600">
                <a:solidFill>
                  <a:schemeClr val="tx2"/>
                </a:solidFill>
                <a:latin typeface="Times New Roman" panose="02020603050405020304" pitchFamily="18" charset="0"/>
              </a:rPr>
              <a:t>3</a:t>
            </a:r>
            <a:r>
              <a:rPr lang="zh-CN" altLang="en-US" sz="3600">
                <a:solidFill>
                  <a:schemeClr val="tx2"/>
                </a:solidFill>
                <a:latin typeface="Times New Roman" panose="02020603050405020304" pitchFamily="18" charset="0"/>
              </a:rPr>
              <a:t>*</a:t>
            </a:r>
            <a:r>
              <a:rPr lang="en-US" altLang="zh-CN" sz="3600">
                <a:solidFill>
                  <a:schemeClr val="tx2"/>
                </a:solidFill>
                <a:latin typeface="Times New Roman" panose="02020603050405020304" pitchFamily="18" charset="0"/>
              </a:rPr>
              <a:t>2=48</a:t>
            </a:r>
          </a:p>
        </p:txBody>
      </p:sp>
      <p:sp>
        <p:nvSpPr>
          <p:cNvPr id="18439" name="Text Box 7">
            <a:extLst>
              <a:ext uri="{FF2B5EF4-FFF2-40B4-BE49-F238E27FC236}">
                <a16:creationId xmlns:a16="http://schemas.microsoft.com/office/drawing/2014/main" id="{F93FB872-997B-4E72-93AC-4CC6110FBF5F}"/>
              </a:ext>
            </a:extLst>
          </p:cNvPr>
          <p:cNvSpPr txBox="1">
            <a:spLocks noChangeArrowheads="1"/>
          </p:cNvSpPr>
          <p:nvPr/>
        </p:nvSpPr>
        <p:spPr bwMode="auto">
          <a:xfrm>
            <a:off x="4270375" y="4437063"/>
            <a:ext cx="4492625" cy="122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lnSpc>
                <a:spcPct val="70000"/>
              </a:lnSpc>
              <a:spcBef>
                <a:spcPct val="0"/>
              </a:spcBef>
              <a:buClrTx/>
              <a:buSzTx/>
              <a:buFontTx/>
              <a:buNone/>
            </a:pPr>
            <a:r>
              <a:rPr lang="en-US" altLang="zh-CN" sz="3200" dirty="0">
                <a:solidFill>
                  <a:schemeClr val="tx2"/>
                </a:solidFill>
                <a:latin typeface="Times New Roman" panose="02020603050405020304" pitchFamily="18" charset="0"/>
              </a:rPr>
              <a:t>7*8+7*105+7*21+8*105+8*21+105*21</a:t>
            </a:r>
            <a:br>
              <a:rPr lang="en-US" altLang="zh-CN" sz="4800" dirty="0">
                <a:solidFill>
                  <a:schemeClr val="tx2"/>
                </a:solidFill>
                <a:latin typeface="Times New Roman" panose="02020603050405020304" pitchFamily="18" charset="0"/>
              </a:rPr>
            </a:br>
            <a:r>
              <a:rPr lang="en-US" altLang="zh-CN" sz="4000" dirty="0">
                <a:solidFill>
                  <a:schemeClr val="tx2"/>
                </a:solidFill>
                <a:latin typeface="Times New Roman" panose="02020603050405020304" pitchFamily="18" charset="0"/>
              </a:rPr>
              <a:t>=4151</a:t>
            </a:r>
          </a:p>
        </p:txBody>
      </p:sp>
      <p:sp>
        <p:nvSpPr>
          <p:cNvPr id="9" name="文本框 8">
            <a:extLst>
              <a:ext uri="{FF2B5EF4-FFF2-40B4-BE49-F238E27FC236}">
                <a16:creationId xmlns:a16="http://schemas.microsoft.com/office/drawing/2014/main" id="{7686965B-74C3-43BD-8384-F8E2560F2D51}"/>
              </a:ext>
            </a:extLst>
          </p:cNvPr>
          <p:cNvSpPr txBox="1"/>
          <p:nvPr/>
        </p:nvSpPr>
        <p:spPr>
          <a:xfrm>
            <a:off x="4140200" y="825500"/>
            <a:ext cx="4578350" cy="617538"/>
          </a:xfrm>
          <a:prstGeom prst="rect">
            <a:avLst/>
          </a:prstGeom>
          <a:noFill/>
        </p:spPr>
        <p:txBody>
          <a:bodyPr>
            <a:spAutoFit/>
          </a:bodyPr>
          <a:lstStyle/>
          <a:p>
            <a:pPr eaLnBrk="1" hangingPunct="1">
              <a:lnSpc>
                <a:spcPct val="70000"/>
              </a:lnSpc>
              <a:defRPr/>
            </a:pPr>
            <a:r>
              <a:rPr lang="zh-CN" altLang="en-US" b="1" dirty="0">
                <a:latin typeface="Times New Roman" pitchFamily="18" charset="0"/>
                <a:ea typeface="+mj-ea"/>
                <a:cs typeface="+mj-cs"/>
              </a:rPr>
              <a:t>［例］</a:t>
            </a:r>
            <a:endParaRPr lang="zh-CN" altLang="en-US" b="1" dirty="0">
              <a:latin typeface="Times New Roman" pitchFamily="18" charset="0"/>
              <a:ea typeface="宋体"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50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44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43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43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84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40" grpId="0"/>
      <p:bldP spid="21507" grpId="0"/>
      <p:bldP spid="18435" grpId="0" build="p"/>
      <p:bldP spid="18437" grpId="0"/>
      <p:bldP spid="18438" grpId="0"/>
      <p:bldP spid="18439" grpId="0"/>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E8DA0CCF-D6E6-413B-9EB2-5A92399FF646}"/>
              </a:ext>
            </a:extLst>
          </p:cNvPr>
          <p:cNvSpPr>
            <a:spLocks noGrp="1"/>
          </p:cNvSpPr>
          <p:nvPr>
            <p:ph type="title"/>
          </p:nvPr>
        </p:nvSpPr>
        <p:spPr>
          <a:xfrm>
            <a:off x="323850" y="115888"/>
            <a:ext cx="2514600" cy="1219200"/>
          </a:xfrm>
        </p:spPr>
        <p:txBody>
          <a:bodyPr/>
          <a:lstStyle/>
          <a:p>
            <a:pPr eaLnBrk="1" hangingPunct="1"/>
            <a:r>
              <a:rPr lang="zh-CN" altLang="en-US" b="1">
                <a:solidFill>
                  <a:srgbClr val="000000"/>
                </a:solidFill>
                <a:latin typeface="Times New Roman" panose="02020603050405020304" pitchFamily="18" charset="0"/>
              </a:rPr>
              <a:t>［例］ </a:t>
            </a:r>
          </a:p>
        </p:txBody>
      </p:sp>
      <p:sp>
        <p:nvSpPr>
          <p:cNvPr id="52228" name="Rectangle 4">
            <a:extLst>
              <a:ext uri="{FF2B5EF4-FFF2-40B4-BE49-F238E27FC236}">
                <a16:creationId xmlns:a16="http://schemas.microsoft.com/office/drawing/2014/main" id="{0DEA609B-D628-40D9-A54D-F56F7FCB033C}"/>
              </a:ext>
            </a:extLst>
          </p:cNvPr>
          <p:cNvSpPr>
            <a:spLocks noGrp="1"/>
          </p:cNvSpPr>
          <p:nvPr>
            <p:ph idx="1"/>
          </p:nvPr>
        </p:nvSpPr>
        <p:spPr>
          <a:xfrm>
            <a:off x="719138" y="1484313"/>
            <a:ext cx="7704137" cy="4660900"/>
          </a:xfrm>
        </p:spPr>
        <p:txBody>
          <a:bodyPr/>
          <a:lstStyle/>
          <a:p>
            <a:pPr eaLnBrk="1" hangingPunct="1">
              <a:lnSpc>
                <a:spcPct val="90000"/>
              </a:lnSpc>
              <a:spcBef>
                <a:spcPct val="0"/>
              </a:spcBef>
            </a:pPr>
            <a:r>
              <a:rPr lang="zh-CN" altLang="en-US">
                <a:solidFill>
                  <a:srgbClr val="000000"/>
                </a:solidFill>
              </a:rPr>
              <a:t>  </a:t>
            </a:r>
            <a:r>
              <a:rPr lang="zh-CN" altLang="en-US" b="1">
                <a:solidFill>
                  <a:schemeClr val="accent2"/>
                </a:solidFill>
                <a:latin typeface="Times New Roman" panose="02020603050405020304" pitchFamily="18" charset="0"/>
              </a:rPr>
              <a:t>某种样式的运动服的着色由底色和装饰条纹的颜色配成。底色可选红、蓝、橙、黄，条纹色可选黑、白，则共有</a:t>
            </a:r>
            <a:r>
              <a:rPr lang="en-US" altLang="zh-CN" sz="4400">
                <a:solidFill>
                  <a:schemeClr val="tx2"/>
                </a:solidFill>
                <a:sym typeface="Symbol" panose="05050102010706020507" pitchFamily="18" charset="2"/>
              </a:rPr>
              <a:t>42  = 8</a:t>
            </a:r>
            <a:r>
              <a:rPr lang="zh-CN" altLang="en-US" b="1">
                <a:solidFill>
                  <a:schemeClr val="accent2"/>
                </a:solidFill>
                <a:latin typeface="Times New Roman" panose="02020603050405020304" pitchFamily="18" charset="0"/>
                <a:sym typeface="Symbol" panose="05050102010706020507" pitchFamily="18" charset="2"/>
              </a:rPr>
              <a:t>种着色方案。</a:t>
            </a:r>
          </a:p>
          <a:p>
            <a:pPr eaLnBrk="1" hangingPunct="1">
              <a:lnSpc>
                <a:spcPct val="90000"/>
              </a:lnSpc>
              <a:spcBef>
                <a:spcPct val="0"/>
              </a:spcBef>
            </a:pPr>
            <a:r>
              <a:rPr lang="zh-CN" altLang="en-US" b="1">
                <a:solidFill>
                  <a:schemeClr val="accent2"/>
                </a:solidFill>
                <a:latin typeface="Times New Roman" panose="02020603050405020304" pitchFamily="18" charset="0"/>
                <a:sym typeface="Symbol" panose="05050102010706020507" pitchFamily="18" charset="2"/>
              </a:rPr>
              <a:t>    若此例改成底色和条纹都用红、蓝、橙、黄四种颜色的话，则，方案数就不是</a:t>
            </a:r>
            <a:r>
              <a:rPr lang="en-US" altLang="zh-CN" b="1">
                <a:solidFill>
                  <a:schemeClr val="accent2"/>
                </a:solidFill>
                <a:latin typeface="Times New Roman" panose="02020603050405020304" pitchFamily="18" charset="0"/>
                <a:sym typeface="Symbol" panose="05050102010706020507" pitchFamily="18" charset="2"/>
              </a:rPr>
              <a:t>4  4 = 16</a:t>
            </a:r>
            <a:r>
              <a:rPr lang="zh-CN" altLang="en-US" b="1">
                <a:solidFill>
                  <a:schemeClr val="accent2"/>
                </a:solidFill>
                <a:latin typeface="Times New Roman" panose="02020603050405020304" pitchFamily="18" charset="0"/>
                <a:sym typeface="Symbol" panose="05050102010706020507" pitchFamily="18" charset="2"/>
              </a:rPr>
              <a:t>， 而只有 </a:t>
            </a:r>
            <a:r>
              <a:rPr lang="en-US" altLang="zh-CN" sz="4400">
                <a:solidFill>
                  <a:schemeClr val="tx2"/>
                </a:solidFill>
                <a:sym typeface="Symbol" panose="05050102010706020507" pitchFamily="18" charset="2"/>
              </a:rPr>
              <a:t>4  3 = 12 </a:t>
            </a:r>
            <a:r>
              <a:rPr lang="zh-CN" altLang="en-US" b="1">
                <a:solidFill>
                  <a:schemeClr val="accent2"/>
                </a:solidFill>
                <a:latin typeface="Times New Roman" panose="02020603050405020304" pitchFamily="18" charset="0"/>
                <a:sym typeface="Symbol" panose="05050102010706020507" pitchFamily="18" charset="2"/>
              </a:rPr>
              <a:t>种。</a:t>
            </a:r>
            <a:r>
              <a:rPr lang="en-US" altLang="zh-CN" b="1">
                <a:solidFill>
                  <a:schemeClr val="accent2"/>
                </a:solidFill>
                <a:latin typeface="Times New Roman" panose="02020603050405020304" pitchFamily="18" charset="0"/>
                <a:sym typeface="Symbol" panose="05050102010706020507" pitchFamily="18" charset="2"/>
              </a:rPr>
              <a:t>(</a:t>
            </a:r>
            <a:r>
              <a:rPr lang="zh-CN" altLang="en-US" b="1">
                <a:solidFill>
                  <a:schemeClr val="accent2"/>
                </a:solidFill>
                <a:latin typeface="Times New Roman" panose="02020603050405020304" pitchFamily="18" charset="0"/>
                <a:sym typeface="Symbol" panose="05050102010706020507" pitchFamily="18" charset="2"/>
              </a:rPr>
              <a:t>必须能区分条纹色</a:t>
            </a:r>
            <a:r>
              <a:rPr lang="en-US" altLang="zh-CN" b="1">
                <a:solidFill>
                  <a:schemeClr val="accent2"/>
                </a:solidFill>
                <a:latin typeface="Times New Roman" panose="02020603050405020304" pitchFamily="18" charset="0"/>
                <a:sym typeface="Symbol" panose="05050102010706020507" pitchFamily="18" charset="2"/>
              </a:rPr>
              <a:t>)</a:t>
            </a:r>
          </a:p>
          <a:p>
            <a:pPr eaLnBrk="1" hangingPunct="1"/>
            <a:r>
              <a:rPr lang="en-US" altLang="zh-CN" sz="4400">
                <a:solidFill>
                  <a:srgbClr val="000000"/>
                </a:solidFill>
                <a:sym typeface="Symbol" panose="05050102010706020507" pitchFamily="18" charset="2"/>
              </a:rPr>
              <a:t>  </a:t>
            </a:r>
            <a:r>
              <a:rPr lang="zh-CN" altLang="en-US" b="1">
                <a:solidFill>
                  <a:schemeClr val="accent2"/>
                </a:solidFill>
                <a:latin typeface="Times New Roman" panose="02020603050405020304" pitchFamily="18" charset="0"/>
                <a:sym typeface="Symbol" panose="05050102010706020507" pitchFamily="18" charset="2"/>
              </a:rPr>
              <a:t>在乘法法则中要注意事件 </a:t>
            </a:r>
            <a:r>
              <a:rPr lang="en-US" altLang="zh-CN" b="1">
                <a:solidFill>
                  <a:schemeClr val="accent2"/>
                </a:solidFill>
                <a:latin typeface="Times New Roman" panose="02020603050405020304" pitchFamily="18" charset="0"/>
                <a:sym typeface="Symbol" panose="05050102010706020507" pitchFamily="18" charset="2"/>
              </a:rPr>
              <a:t>A </a:t>
            </a:r>
            <a:r>
              <a:rPr lang="zh-CN" altLang="en-US" b="1">
                <a:solidFill>
                  <a:schemeClr val="accent2"/>
                </a:solidFill>
                <a:latin typeface="Times New Roman" panose="02020603050405020304" pitchFamily="18" charset="0"/>
                <a:sym typeface="Symbol" panose="05050102010706020507" pitchFamily="18" charset="2"/>
              </a:rPr>
              <a:t>和 事件 </a:t>
            </a:r>
            <a:r>
              <a:rPr lang="en-US" altLang="zh-CN" b="1">
                <a:solidFill>
                  <a:schemeClr val="accent2"/>
                </a:solidFill>
                <a:latin typeface="Times New Roman" panose="02020603050405020304" pitchFamily="18" charset="0"/>
                <a:sym typeface="Symbol" panose="05050102010706020507" pitchFamily="18" charset="2"/>
              </a:rPr>
              <a:t>B </a:t>
            </a:r>
            <a:r>
              <a:rPr lang="zh-CN" altLang="en-US" b="1">
                <a:solidFill>
                  <a:schemeClr val="accent2"/>
                </a:solidFill>
                <a:latin typeface="Times New Roman" panose="02020603050405020304" pitchFamily="18" charset="0"/>
                <a:sym typeface="Symbol" panose="05050102010706020507" pitchFamily="18" charset="2"/>
              </a:rPr>
              <a:t>的</a:t>
            </a:r>
            <a:r>
              <a:rPr lang="zh-CN" altLang="en-US" sz="4400" b="1">
                <a:solidFill>
                  <a:schemeClr val="tx2"/>
                </a:solidFill>
                <a:sym typeface="Symbol" panose="05050102010706020507" pitchFamily="18" charset="2"/>
              </a:rPr>
              <a:t>相互独立性</a:t>
            </a:r>
            <a:r>
              <a:rPr lang="zh-CN" altLang="en-US" sz="4400">
                <a:solidFill>
                  <a:srgbClr val="000000"/>
                </a:solidFill>
                <a:sym typeface="Symbol" panose="05050102010706020507" pitchFamily="18" charset="2"/>
              </a:rPr>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grpId="0" nodeType="clickEffect">
                                  <p:stCondLst>
                                    <p:cond delay="0"/>
                                  </p:stCondLst>
                                  <p:childTnLst>
                                    <p:set>
                                      <p:cBhvr>
                                        <p:cTn id="6" dur="1" fill="hold">
                                          <p:stCondLst>
                                            <p:cond delay="0"/>
                                          </p:stCondLst>
                                        </p:cTn>
                                        <p:tgtEl>
                                          <p:spTgt spid="52228">
                                            <p:txEl>
                                              <p:pRg st="0" end="0"/>
                                            </p:txEl>
                                          </p:spTgt>
                                        </p:tgtEl>
                                        <p:attrNameLst>
                                          <p:attrName>style.visibility</p:attrName>
                                        </p:attrNameLst>
                                      </p:cBhvr>
                                      <p:to>
                                        <p:strVal val="visible"/>
                                      </p:to>
                                    </p:set>
                                    <p:animEffect transition="in" filter="blinds(vertical)">
                                      <p:cBhvr>
                                        <p:cTn id="7" dur="500"/>
                                        <p:tgtEl>
                                          <p:spTgt spid="5222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52228">
                                            <p:txEl>
                                              <p:pRg st="1" end="1"/>
                                            </p:txEl>
                                          </p:spTgt>
                                        </p:tgtEl>
                                        <p:attrNameLst>
                                          <p:attrName>style.visibility</p:attrName>
                                        </p:attrNameLst>
                                      </p:cBhvr>
                                      <p:to>
                                        <p:strVal val="visible"/>
                                      </p:to>
                                    </p:set>
                                    <p:animEffect transition="in" filter="blinds(vertical)">
                                      <p:cBhvr>
                                        <p:cTn id="12" dur="500"/>
                                        <p:tgtEl>
                                          <p:spTgt spid="52228">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5" fill="hold" grpId="0" nodeType="clickEffect">
                                  <p:stCondLst>
                                    <p:cond delay="0"/>
                                  </p:stCondLst>
                                  <p:childTnLst>
                                    <p:set>
                                      <p:cBhvr>
                                        <p:cTn id="16" dur="1" fill="hold">
                                          <p:stCondLst>
                                            <p:cond delay="0"/>
                                          </p:stCondLst>
                                        </p:cTn>
                                        <p:tgtEl>
                                          <p:spTgt spid="52228">
                                            <p:txEl>
                                              <p:pRg st="2" end="2"/>
                                            </p:txEl>
                                          </p:spTgt>
                                        </p:tgtEl>
                                        <p:attrNameLst>
                                          <p:attrName>style.visibility</p:attrName>
                                        </p:attrNameLst>
                                      </p:cBhvr>
                                      <p:to>
                                        <p:strVal val="visible"/>
                                      </p:to>
                                    </p:set>
                                    <p:animEffect transition="in" filter="blinds(vertical)">
                                      <p:cBhvr>
                                        <p:cTn id="17" dur="500"/>
                                        <p:tgtEl>
                                          <p:spTgt spid="5222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8" grpId="0" build="p"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5B7976B0-D7F1-4CFB-8F55-52522486DA99}"/>
              </a:ext>
            </a:extLst>
          </p:cNvPr>
          <p:cNvSpPr>
            <a:spLocks noGrp="1" noChangeArrowheads="1"/>
          </p:cNvSpPr>
          <p:nvPr>
            <p:ph type="title"/>
          </p:nvPr>
        </p:nvSpPr>
        <p:spPr>
          <a:xfrm>
            <a:off x="500062" y="645752"/>
            <a:ext cx="8143875" cy="698500"/>
          </a:xfrm>
        </p:spPr>
        <p:txBody>
          <a:bodyPr>
            <a:normAutofit fontScale="90000"/>
          </a:bodyPr>
          <a:lstStyle/>
          <a:p>
            <a:pPr eaLnBrk="1" fontAlgn="auto" hangingPunct="1">
              <a:spcAft>
                <a:spcPts val="0"/>
              </a:spcAft>
              <a:defRPr/>
            </a:pPr>
            <a:br>
              <a:rPr lang="en-US" altLang="zh-CN" sz="3200" b="1" dirty="0">
                <a:solidFill>
                  <a:schemeClr val="accent2"/>
                </a:solidFill>
                <a:latin typeface="Times New Roman" pitchFamily="18" charset="0"/>
                <a:ea typeface="宋体" pitchFamily="2" charset="-122"/>
                <a:cs typeface="+mn-cs"/>
              </a:rPr>
            </a:br>
            <a:br>
              <a:rPr lang="en-US" altLang="zh-CN" sz="3200" b="1" dirty="0">
                <a:solidFill>
                  <a:schemeClr val="accent2"/>
                </a:solidFill>
                <a:latin typeface="Times New Roman" pitchFamily="18" charset="0"/>
                <a:ea typeface="宋体" pitchFamily="2" charset="-122"/>
                <a:cs typeface="+mn-cs"/>
              </a:rPr>
            </a:br>
            <a:r>
              <a:rPr lang="zh-CN" altLang="en-US" sz="3200" b="1" dirty="0">
                <a:solidFill>
                  <a:srgbClr val="C00000"/>
                </a:solidFill>
                <a:latin typeface="Times New Roman" pitchFamily="18" charset="0"/>
                <a:ea typeface="宋体" pitchFamily="2" charset="-122"/>
                <a:cs typeface="+mn-cs"/>
              </a:rPr>
              <a:t>在实际中，</a:t>
            </a:r>
            <a:r>
              <a:rPr lang="zh-CN" altLang="en-US" sz="3200" b="1" dirty="0">
                <a:solidFill>
                  <a:srgbClr val="C00000"/>
                </a:solidFill>
                <a:latin typeface="Times New Roman" pitchFamily="18" charset="0"/>
                <a:ea typeface="宋体" pitchFamily="2" charset="-122"/>
              </a:rPr>
              <a:t>大量的计数问题</a:t>
            </a:r>
            <a:r>
              <a:rPr lang="zh-CN" altLang="en-US" sz="3200" b="1" dirty="0">
                <a:solidFill>
                  <a:srgbClr val="C00000"/>
                </a:solidFill>
                <a:latin typeface="Times New Roman" pitchFamily="18" charset="0"/>
                <a:ea typeface="宋体" pitchFamily="2" charset="-122"/>
                <a:cs typeface="+mn-cs"/>
              </a:rPr>
              <a:t>分为两大类： </a:t>
            </a:r>
          </a:p>
        </p:txBody>
      </p:sp>
      <p:sp>
        <p:nvSpPr>
          <p:cNvPr id="20483" name="Rectangle 3">
            <a:extLst>
              <a:ext uri="{FF2B5EF4-FFF2-40B4-BE49-F238E27FC236}">
                <a16:creationId xmlns:a16="http://schemas.microsoft.com/office/drawing/2014/main" id="{E97E40EB-DA23-4F49-9101-425564A5C7E2}"/>
              </a:ext>
            </a:extLst>
          </p:cNvPr>
          <p:cNvSpPr>
            <a:spLocks noGrp="1"/>
          </p:cNvSpPr>
          <p:nvPr>
            <p:ph idx="1"/>
          </p:nvPr>
        </p:nvSpPr>
        <p:spPr>
          <a:xfrm>
            <a:off x="559546" y="1741623"/>
            <a:ext cx="5550768" cy="1912938"/>
          </a:xfrm>
        </p:spPr>
        <p:txBody>
          <a:bodyPr/>
          <a:lstStyle/>
          <a:p>
            <a:pPr algn="just" eaLnBrk="1" hangingPunct="1">
              <a:buFont typeface="Wingdings" panose="05000000000000000000" pitchFamily="2" charset="2"/>
              <a:buNone/>
            </a:pPr>
            <a:r>
              <a:rPr lang="en-US" altLang="zh-CN" b="1" dirty="0">
                <a:solidFill>
                  <a:schemeClr val="accent2"/>
                </a:solidFill>
                <a:latin typeface="Times New Roman" panose="02020603050405020304" pitchFamily="18" charset="0"/>
              </a:rPr>
              <a:t>1.</a:t>
            </a:r>
            <a:r>
              <a:rPr lang="zh-CN" altLang="en-US" b="1" dirty="0">
                <a:latin typeface="Times New Roman" panose="02020603050405020304" pitchFamily="18" charset="0"/>
              </a:rPr>
              <a:t>计算事物的有序安排或有序选择数。这又分为如下两种情况：</a:t>
            </a:r>
          </a:p>
          <a:p>
            <a:pPr algn="just" eaLnBrk="1" hangingPunct="1">
              <a:buFont typeface="Wingdings" panose="05000000000000000000" pitchFamily="2" charset="2"/>
              <a:buNone/>
            </a:pPr>
            <a:r>
              <a:rPr lang="zh-CN" altLang="en-US" b="1" dirty="0">
                <a:latin typeface="Times New Roman" panose="02020603050405020304" pitchFamily="18" charset="0"/>
              </a:rPr>
              <a:t>  </a:t>
            </a:r>
            <a:r>
              <a:rPr lang="en-US" altLang="zh-CN" b="1" dirty="0">
                <a:latin typeface="Times New Roman" panose="02020603050405020304" pitchFamily="18" charset="0"/>
              </a:rPr>
              <a:t>a.</a:t>
            </a:r>
            <a:r>
              <a:rPr lang="zh-CN" altLang="en-US" b="1" dirty="0">
                <a:latin typeface="Times New Roman" panose="02020603050405020304" pitchFamily="18" charset="0"/>
              </a:rPr>
              <a:t>不允许任何事物重复</a:t>
            </a:r>
          </a:p>
          <a:p>
            <a:pPr eaLnBrk="1" hangingPunct="1">
              <a:buFont typeface="Wingdings" panose="05000000000000000000" pitchFamily="2" charset="2"/>
              <a:buNone/>
            </a:pPr>
            <a:r>
              <a:rPr lang="zh-CN" altLang="en-US" b="1" dirty="0">
                <a:latin typeface="Times New Roman" panose="02020603050405020304" pitchFamily="18" charset="0"/>
              </a:rPr>
              <a:t>  </a:t>
            </a:r>
            <a:r>
              <a:rPr lang="en-US" altLang="zh-CN" b="1" dirty="0">
                <a:latin typeface="Times New Roman" panose="02020603050405020304" pitchFamily="18" charset="0"/>
              </a:rPr>
              <a:t>b.</a:t>
            </a:r>
            <a:r>
              <a:rPr lang="zh-CN" altLang="en-US" b="1" dirty="0">
                <a:latin typeface="Times New Roman" panose="02020603050405020304" pitchFamily="18" charset="0"/>
              </a:rPr>
              <a:t>允许事物重复 </a:t>
            </a:r>
          </a:p>
        </p:txBody>
      </p:sp>
      <p:sp>
        <p:nvSpPr>
          <p:cNvPr id="20484" name="Text Box 4">
            <a:extLst>
              <a:ext uri="{FF2B5EF4-FFF2-40B4-BE49-F238E27FC236}">
                <a16:creationId xmlns:a16="http://schemas.microsoft.com/office/drawing/2014/main" id="{8E56BC42-FA9B-478D-89BB-AEF204884200}"/>
              </a:ext>
            </a:extLst>
          </p:cNvPr>
          <p:cNvSpPr txBox="1">
            <a:spLocks noChangeArrowheads="1"/>
          </p:cNvSpPr>
          <p:nvPr/>
        </p:nvSpPr>
        <p:spPr bwMode="auto">
          <a:xfrm>
            <a:off x="6516687" y="1633537"/>
            <a:ext cx="1038225"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92075" tIns="46038" rIns="92075" bIns="46038">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lnSpc>
                <a:spcPct val="70000"/>
              </a:lnSpc>
              <a:spcBef>
                <a:spcPct val="0"/>
              </a:spcBef>
              <a:buClrTx/>
              <a:buSzTx/>
              <a:buFontTx/>
              <a:buNone/>
            </a:pPr>
            <a:r>
              <a:rPr lang="zh-CN" altLang="en-US" sz="8000" dirty="0">
                <a:solidFill>
                  <a:schemeClr val="tx2"/>
                </a:solidFill>
                <a:latin typeface="宋体" panose="02010600030101010101" pitchFamily="2" charset="-122"/>
              </a:rPr>
              <a:t>排列</a:t>
            </a:r>
          </a:p>
        </p:txBody>
      </p:sp>
      <p:sp>
        <p:nvSpPr>
          <p:cNvPr id="20485" name="Text Box 5">
            <a:extLst>
              <a:ext uri="{FF2B5EF4-FFF2-40B4-BE49-F238E27FC236}">
                <a16:creationId xmlns:a16="http://schemas.microsoft.com/office/drawing/2014/main" id="{9676ED4E-F8EE-4F85-9A53-C5E3E91DB2A2}"/>
              </a:ext>
            </a:extLst>
          </p:cNvPr>
          <p:cNvSpPr txBox="1">
            <a:spLocks noChangeArrowheads="1"/>
          </p:cNvSpPr>
          <p:nvPr/>
        </p:nvSpPr>
        <p:spPr bwMode="auto">
          <a:xfrm>
            <a:off x="559546" y="4293096"/>
            <a:ext cx="5368652" cy="2036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lnSpc>
                <a:spcPct val="90000"/>
              </a:lnSpc>
              <a:spcBef>
                <a:spcPct val="0"/>
              </a:spcBef>
              <a:buClrTx/>
              <a:buSzTx/>
              <a:buFontTx/>
              <a:buNone/>
            </a:pPr>
            <a:r>
              <a:rPr lang="en-US" altLang="zh-CN" sz="2800" b="1" dirty="0">
                <a:solidFill>
                  <a:schemeClr val="accent2"/>
                </a:solidFill>
                <a:latin typeface="Times New Roman" panose="02020603050405020304" pitchFamily="18" charset="0"/>
              </a:rPr>
              <a:t>2.</a:t>
            </a:r>
            <a:r>
              <a:rPr lang="zh-CN" altLang="en-US" sz="2800" b="1" dirty="0">
                <a:solidFill>
                  <a:schemeClr val="accent2"/>
                </a:solidFill>
                <a:latin typeface="Times New Roman" panose="02020603050405020304" pitchFamily="18" charset="0"/>
              </a:rPr>
              <a:t> </a:t>
            </a:r>
            <a:r>
              <a:rPr lang="zh-CN" altLang="en-US" sz="2800" b="1" dirty="0">
                <a:latin typeface="Times New Roman" panose="02020603050405020304" pitchFamily="18" charset="0"/>
              </a:rPr>
              <a:t>计算事物的无序安排或无序选择数。这又分为如下两种情况：</a:t>
            </a:r>
          </a:p>
          <a:p>
            <a:pPr eaLnBrk="1" hangingPunct="1">
              <a:lnSpc>
                <a:spcPct val="70000"/>
              </a:lnSpc>
              <a:spcBef>
                <a:spcPct val="0"/>
              </a:spcBef>
              <a:buClrTx/>
              <a:buSzTx/>
              <a:buFontTx/>
              <a:buNone/>
            </a:pPr>
            <a:endParaRPr lang="zh-CN" altLang="en-US" sz="2800" b="1" dirty="0">
              <a:latin typeface="Times New Roman" panose="02020603050405020304" pitchFamily="18" charset="0"/>
            </a:endParaRPr>
          </a:p>
          <a:p>
            <a:pPr eaLnBrk="1" hangingPunct="1">
              <a:lnSpc>
                <a:spcPct val="70000"/>
              </a:lnSpc>
              <a:spcBef>
                <a:spcPct val="0"/>
              </a:spcBef>
              <a:buClrTx/>
              <a:buSzTx/>
              <a:buFontTx/>
              <a:buNone/>
            </a:pPr>
            <a:r>
              <a:rPr lang="zh-CN" altLang="en-US" sz="2800" b="1" dirty="0">
                <a:latin typeface="Times New Roman" panose="02020603050405020304" pitchFamily="18" charset="0"/>
              </a:rPr>
              <a:t>  </a:t>
            </a:r>
            <a:r>
              <a:rPr lang="en-US" altLang="zh-CN" sz="2800" b="1" dirty="0">
                <a:latin typeface="Times New Roman" panose="02020603050405020304" pitchFamily="18" charset="0"/>
              </a:rPr>
              <a:t>a.</a:t>
            </a:r>
            <a:r>
              <a:rPr lang="zh-CN" altLang="en-US" sz="2800" b="1" dirty="0">
                <a:latin typeface="Times New Roman" panose="02020603050405020304" pitchFamily="18" charset="0"/>
              </a:rPr>
              <a:t>不允许任何事物重复</a:t>
            </a:r>
            <a:endParaRPr lang="en-US" altLang="zh-CN" sz="2800" b="1" dirty="0">
              <a:latin typeface="Times New Roman" panose="02020603050405020304" pitchFamily="18" charset="0"/>
            </a:endParaRPr>
          </a:p>
          <a:p>
            <a:pPr eaLnBrk="1" hangingPunct="1">
              <a:lnSpc>
                <a:spcPct val="150000"/>
              </a:lnSpc>
              <a:spcBef>
                <a:spcPct val="0"/>
              </a:spcBef>
              <a:buClrTx/>
              <a:buSzTx/>
              <a:buFontTx/>
              <a:buNone/>
            </a:pPr>
            <a:r>
              <a:rPr lang="zh-CN" altLang="en-US" sz="2800" b="1" dirty="0">
                <a:latin typeface="Times New Roman" panose="02020603050405020304" pitchFamily="18" charset="0"/>
              </a:rPr>
              <a:t>  </a:t>
            </a:r>
            <a:r>
              <a:rPr lang="en-US" altLang="zh-CN" sz="2800" b="1" dirty="0">
                <a:latin typeface="Times New Roman" panose="02020603050405020304" pitchFamily="18" charset="0"/>
              </a:rPr>
              <a:t>b.</a:t>
            </a:r>
            <a:r>
              <a:rPr lang="zh-CN" altLang="en-US" sz="2800" b="1" dirty="0">
                <a:latin typeface="Times New Roman" panose="02020603050405020304" pitchFamily="18" charset="0"/>
              </a:rPr>
              <a:t>允许事物重复 </a:t>
            </a:r>
          </a:p>
        </p:txBody>
      </p:sp>
      <p:sp>
        <p:nvSpPr>
          <p:cNvPr id="20486" name="Text Box 6">
            <a:extLst>
              <a:ext uri="{FF2B5EF4-FFF2-40B4-BE49-F238E27FC236}">
                <a16:creationId xmlns:a16="http://schemas.microsoft.com/office/drawing/2014/main" id="{8796887B-467A-4979-A7D5-53497CC38BEE}"/>
              </a:ext>
            </a:extLst>
          </p:cNvPr>
          <p:cNvSpPr txBox="1">
            <a:spLocks noChangeArrowheads="1"/>
          </p:cNvSpPr>
          <p:nvPr/>
        </p:nvSpPr>
        <p:spPr bwMode="auto">
          <a:xfrm>
            <a:off x="6516686" y="4205349"/>
            <a:ext cx="1038225"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lIns="92075" tIns="46038" rIns="92075" bIns="46038">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lnSpc>
                <a:spcPct val="70000"/>
              </a:lnSpc>
              <a:spcBef>
                <a:spcPct val="0"/>
              </a:spcBef>
              <a:buClrTx/>
              <a:buSzTx/>
              <a:buFontTx/>
              <a:buNone/>
            </a:pPr>
            <a:r>
              <a:rPr lang="zh-CN" altLang="en-US" sz="8000" dirty="0">
                <a:solidFill>
                  <a:schemeClr val="tx2"/>
                </a:solidFill>
                <a:latin typeface="宋体" panose="02010600030101010101" pitchFamily="2" charset="-122"/>
              </a:rPr>
              <a:t>组合</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0483"/>
                                        </p:tgtEl>
                                        <p:attrNameLst>
                                          <p:attrName>style.visibility</p:attrName>
                                        </p:attrNameLst>
                                      </p:cBhvr>
                                      <p:to>
                                        <p:strVal val="visible"/>
                                      </p:to>
                                    </p:set>
                                    <p:anim calcmode="lin" valueType="num">
                                      <p:cBhvr additive="base">
                                        <p:cTn id="7" dur="500" fill="hold"/>
                                        <p:tgtEl>
                                          <p:spTgt spid="20483"/>
                                        </p:tgtEl>
                                        <p:attrNameLst>
                                          <p:attrName>ppt_x</p:attrName>
                                        </p:attrNameLst>
                                      </p:cBhvr>
                                      <p:tavLst>
                                        <p:tav tm="0">
                                          <p:val>
                                            <p:strVal val="0-#ppt_w/2"/>
                                          </p:val>
                                        </p:tav>
                                        <p:tav tm="100000">
                                          <p:val>
                                            <p:strVal val="#ppt_x"/>
                                          </p:val>
                                        </p:tav>
                                      </p:tavLst>
                                    </p:anim>
                                    <p:anim calcmode="lin" valueType="num">
                                      <p:cBhvr additive="base">
                                        <p:cTn id="8" dur="500" fill="hold"/>
                                        <p:tgtEl>
                                          <p:spTgt spid="2048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4" presetClass="entr" presetSubtype="0" fill="hold" grpId="0" nodeType="clickEffect">
                                  <p:stCondLst>
                                    <p:cond delay="0"/>
                                  </p:stCondLst>
                                  <p:childTnLst>
                                    <p:set>
                                      <p:cBhvr>
                                        <p:cTn id="12" dur="1" fill="hold">
                                          <p:stCondLst>
                                            <p:cond delay="499"/>
                                          </p:stCondLst>
                                        </p:cTn>
                                        <p:tgtEl>
                                          <p:spTgt spid="20484"/>
                                        </p:tgtEl>
                                        <p:attrNameLst>
                                          <p:attrName>style.visibility</p:attrName>
                                        </p:attrNameLst>
                                      </p:cBhvr>
                                      <p:to>
                                        <p:strVal val="visible"/>
                                      </p:to>
                                    </p:set>
                                    <p:anim to="" calcmode="lin" valueType="num">
                                      <p:cBhvr>
                                        <p:cTn id="13" dur="1" fill="hold"/>
                                        <p:tgtEl>
                                          <p:spTgt spid="20484"/>
                                        </p:tgtEl>
                                        <p:attrNameLst>
                                          <p:attrName/>
                                        </p:attrNameLst>
                                      </p:cBhvr>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20485"/>
                                        </p:tgtEl>
                                        <p:attrNameLst>
                                          <p:attrName>style.visibility</p:attrName>
                                        </p:attrNameLst>
                                      </p:cBhvr>
                                      <p:to>
                                        <p:strVal val="visible"/>
                                      </p:to>
                                    </p:set>
                                    <p:anim calcmode="lin" valueType="num">
                                      <p:cBhvr additive="base">
                                        <p:cTn id="18" dur="500" fill="hold"/>
                                        <p:tgtEl>
                                          <p:spTgt spid="20485"/>
                                        </p:tgtEl>
                                        <p:attrNameLst>
                                          <p:attrName>ppt_x</p:attrName>
                                        </p:attrNameLst>
                                      </p:cBhvr>
                                      <p:tavLst>
                                        <p:tav tm="0">
                                          <p:val>
                                            <p:strVal val="0-#ppt_w/2"/>
                                          </p:val>
                                        </p:tav>
                                        <p:tav tm="100000">
                                          <p:val>
                                            <p:strVal val="#ppt_x"/>
                                          </p:val>
                                        </p:tav>
                                      </p:tavLst>
                                    </p:anim>
                                    <p:anim calcmode="lin" valueType="num">
                                      <p:cBhvr additive="base">
                                        <p:cTn id="19" dur="500" fill="hold"/>
                                        <p:tgtEl>
                                          <p:spTgt spid="20485"/>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20486"/>
                                        </p:tgtEl>
                                        <p:attrNameLst>
                                          <p:attrName>style.visibility</p:attrName>
                                        </p:attrNameLst>
                                      </p:cBhvr>
                                      <p:to>
                                        <p:strVal val="visible"/>
                                      </p:to>
                                    </p:set>
                                    <p:anim calcmode="lin" valueType="num">
                                      <p:cBhvr additive="base">
                                        <p:cTn id="24" dur="500" fill="hold"/>
                                        <p:tgtEl>
                                          <p:spTgt spid="20486"/>
                                        </p:tgtEl>
                                        <p:attrNameLst>
                                          <p:attrName>ppt_x</p:attrName>
                                        </p:attrNameLst>
                                      </p:cBhvr>
                                      <p:tavLst>
                                        <p:tav tm="0">
                                          <p:val>
                                            <p:strVal val="0-#ppt_w/2"/>
                                          </p:val>
                                        </p:tav>
                                        <p:tav tm="100000">
                                          <p:val>
                                            <p:strVal val="#ppt_x"/>
                                          </p:val>
                                        </p:tav>
                                      </p:tavLst>
                                    </p:anim>
                                    <p:anim calcmode="lin" valueType="num">
                                      <p:cBhvr additive="base">
                                        <p:cTn id="25" dur="500" fill="hold"/>
                                        <p:tgtEl>
                                          <p:spTgt spid="2048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autoUpdateAnimBg="0"/>
      <p:bldP spid="20484" grpId="0" autoUpdateAnimBg="0"/>
      <p:bldP spid="20485" grpId="0" autoUpdateAnimBg="0"/>
      <p:bldP spid="20486"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1" name="Rectangle 3">
            <a:extLst>
              <a:ext uri="{FF2B5EF4-FFF2-40B4-BE49-F238E27FC236}">
                <a16:creationId xmlns:a16="http://schemas.microsoft.com/office/drawing/2014/main" id="{F0BC74BA-5563-4A0A-B873-7535CB3A1B7F}"/>
              </a:ext>
            </a:extLst>
          </p:cNvPr>
          <p:cNvSpPr>
            <a:spLocks noGrp="1"/>
          </p:cNvSpPr>
          <p:nvPr>
            <p:ph idx="1"/>
          </p:nvPr>
        </p:nvSpPr>
        <p:spPr>
          <a:xfrm>
            <a:off x="642938" y="2357438"/>
            <a:ext cx="7696200" cy="4267200"/>
          </a:xfrm>
        </p:spPr>
        <p:txBody>
          <a:bodyPr/>
          <a:lstStyle/>
          <a:p>
            <a:pPr eaLnBrk="1" hangingPunct="1"/>
            <a:r>
              <a:rPr lang="zh-CN" altLang="en-US" b="1">
                <a:solidFill>
                  <a:srgbClr val="000000"/>
                </a:solidFill>
                <a:latin typeface="Times New Roman" panose="02020603050405020304" pitchFamily="18" charset="0"/>
              </a:rPr>
              <a:t>集合：</a:t>
            </a:r>
            <a:r>
              <a:rPr lang="en-US" altLang="zh-CN" b="1">
                <a:solidFill>
                  <a:srgbClr val="000000"/>
                </a:solidFill>
                <a:latin typeface="宋体" panose="02010600030101010101" pitchFamily="2" charset="-122"/>
              </a:rPr>
              <a:t>A=</a:t>
            </a:r>
            <a:r>
              <a:rPr lang="zh-CN" altLang="en-US" b="1">
                <a:solidFill>
                  <a:srgbClr val="000000"/>
                </a:solidFill>
                <a:latin typeface="Times New Roman" panose="02020603050405020304" pitchFamily="18" charset="0"/>
              </a:rPr>
              <a:t>｛</a:t>
            </a:r>
            <a:r>
              <a:rPr lang="en-US" altLang="zh-CN" b="1">
                <a:solidFill>
                  <a:srgbClr val="000000"/>
                </a:solidFill>
                <a:latin typeface="宋体" panose="02010600030101010101" pitchFamily="2" charset="-122"/>
              </a:rPr>
              <a:t>a,b,c,d</a:t>
            </a:r>
            <a:r>
              <a:rPr lang="zh-CN" altLang="en-US" b="1">
                <a:solidFill>
                  <a:srgbClr val="000000"/>
                </a:solidFill>
                <a:latin typeface="Times New Roman" panose="02020603050405020304" pitchFamily="18" charset="0"/>
              </a:rPr>
              <a:t>｝</a:t>
            </a:r>
            <a:endParaRPr lang="zh-CN" altLang="en-US" b="1">
              <a:solidFill>
                <a:srgbClr val="000000"/>
              </a:solidFill>
              <a:latin typeface="宋体" panose="02010600030101010101" pitchFamily="2" charset="-122"/>
            </a:endParaRPr>
          </a:p>
          <a:p>
            <a:pPr eaLnBrk="1" hangingPunct="1"/>
            <a:r>
              <a:rPr lang="zh-CN" altLang="en-US" b="1">
                <a:solidFill>
                  <a:srgbClr val="000000"/>
                </a:solidFill>
                <a:latin typeface="宋体" panose="02010600030101010101" pitchFamily="2" charset="-122"/>
              </a:rPr>
              <a:t>重集：集合中的元素可以重复。</a:t>
            </a:r>
          </a:p>
          <a:p>
            <a:pPr eaLnBrk="1" hangingPunct="1">
              <a:buFont typeface="Wingdings" panose="05000000000000000000" pitchFamily="2" charset="2"/>
              <a:buNone/>
            </a:pPr>
            <a:r>
              <a:rPr lang="zh-CN" altLang="en-US" b="1">
                <a:solidFill>
                  <a:schemeClr val="accent2"/>
                </a:solidFill>
                <a:latin typeface="Times New Roman" panose="02020603050405020304" pitchFamily="18" charset="0"/>
              </a:rPr>
              <a:t>    如重集</a:t>
            </a:r>
            <a:r>
              <a:rPr lang="en-US" altLang="zh-CN" b="1">
                <a:solidFill>
                  <a:schemeClr val="accent2"/>
                </a:solidFill>
                <a:latin typeface="Times New Roman" panose="02020603050405020304" pitchFamily="18" charset="0"/>
              </a:rPr>
              <a:t>B=</a:t>
            </a:r>
            <a:r>
              <a:rPr lang="zh-CN" altLang="en-US" b="1">
                <a:solidFill>
                  <a:schemeClr val="accent2"/>
                </a:solidFill>
                <a:latin typeface="Times New Roman" panose="02020603050405020304" pitchFamily="18" charset="0"/>
              </a:rPr>
              <a:t>｛</a:t>
            </a:r>
            <a:r>
              <a:rPr lang="en-US" altLang="zh-CN" b="1">
                <a:solidFill>
                  <a:schemeClr val="accent2"/>
                </a:solidFill>
                <a:latin typeface="Times New Roman" panose="02020603050405020304" pitchFamily="18" charset="0"/>
              </a:rPr>
              <a:t>a,a,b,b,b,c,d,d,d,d,d</a:t>
            </a:r>
            <a:r>
              <a:rPr lang="zh-CN" altLang="en-US" b="1">
                <a:solidFill>
                  <a:schemeClr val="accent2"/>
                </a:solidFill>
                <a:latin typeface="Times New Roman" panose="02020603050405020304" pitchFamily="18" charset="0"/>
              </a:rPr>
              <a:t>｝则有</a:t>
            </a:r>
            <a:r>
              <a:rPr lang="en-US" altLang="zh-CN" b="1">
                <a:solidFill>
                  <a:schemeClr val="accent2"/>
                </a:solidFill>
                <a:latin typeface="Times New Roman" panose="02020603050405020304" pitchFamily="18" charset="0"/>
              </a:rPr>
              <a:t>11</a:t>
            </a:r>
            <a:r>
              <a:rPr lang="zh-CN" altLang="en-US" b="1">
                <a:solidFill>
                  <a:schemeClr val="accent2"/>
                </a:solidFill>
                <a:latin typeface="Times New Roman" panose="02020603050405020304" pitchFamily="18" charset="0"/>
              </a:rPr>
              <a:t>个元素，</a:t>
            </a:r>
            <a:r>
              <a:rPr lang="en-US" altLang="zh-CN" b="1">
                <a:solidFill>
                  <a:schemeClr val="accent2"/>
                </a:solidFill>
                <a:latin typeface="Times New Roman" panose="02020603050405020304" pitchFamily="18" charset="0"/>
              </a:rPr>
              <a:t>2</a:t>
            </a:r>
            <a:r>
              <a:rPr lang="zh-CN" altLang="en-US" b="1">
                <a:solidFill>
                  <a:schemeClr val="accent2"/>
                </a:solidFill>
                <a:latin typeface="Times New Roman" panose="02020603050405020304" pitchFamily="18" charset="0"/>
              </a:rPr>
              <a:t>个</a:t>
            </a:r>
            <a:r>
              <a:rPr lang="en-US" altLang="zh-CN" b="1">
                <a:solidFill>
                  <a:schemeClr val="accent2"/>
                </a:solidFill>
                <a:latin typeface="Times New Roman" panose="02020603050405020304" pitchFamily="18" charset="0"/>
              </a:rPr>
              <a:t>a,3</a:t>
            </a:r>
            <a:r>
              <a:rPr lang="zh-CN" altLang="en-US" b="1">
                <a:solidFill>
                  <a:schemeClr val="accent2"/>
                </a:solidFill>
                <a:latin typeface="Times New Roman" panose="02020603050405020304" pitchFamily="18" charset="0"/>
              </a:rPr>
              <a:t>个</a:t>
            </a:r>
            <a:r>
              <a:rPr lang="en-US" altLang="zh-CN" b="1">
                <a:solidFill>
                  <a:schemeClr val="accent2"/>
                </a:solidFill>
                <a:latin typeface="Times New Roman" panose="02020603050405020304" pitchFamily="18" charset="0"/>
              </a:rPr>
              <a:t>b</a:t>
            </a:r>
            <a:r>
              <a:rPr lang="zh-CN" altLang="en-US" b="1">
                <a:solidFill>
                  <a:schemeClr val="accent2"/>
                </a:solidFill>
                <a:latin typeface="Times New Roman" panose="02020603050405020304" pitchFamily="18" charset="0"/>
              </a:rPr>
              <a:t>，</a:t>
            </a:r>
            <a:r>
              <a:rPr lang="en-US" altLang="zh-CN" b="1">
                <a:solidFill>
                  <a:schemeClr val="accent2"/>
                </a:solidFill>
                <a:latin typeface="Times New Roman" panose="02020603050405020304" pitchFamily="18" charset="0"/>
              </a:rPr>
              <a:t>1</a:t>
            </a:r>
            <a:r>
              <a:rPr lang="zh-CN" altLang="en-US" b="1">
                <a:solidFill>
                  <a:schemeClr val="accent2"/>
                </a:solidFill>
                <a:latin typeface="Times New Roman" panose="02020603050405020304" pitchFamily="18" charset="0"/>
              </a:rPr>
              <a:t>个</a:t>
            </a:r>
            <a:r>
              <a:rPr lang="en-US" altLang="zh-CN" b="1">
                <a:solidFill>
                  <a:schemeClr val="accent2"/>
                </a:solidFill>
                <a:latin typeface="Times New Roman" panose="02020603050405020304" pitchFamily="18" charset="0"/>
              </a:rPr>
              <a:t>c</a:t>
            </a:r>
            <a:r>
              <a:rPr lang="zh-CN" altLang="en-US" b="1">
                <a:solidFill>
                  <a:schemeClr val="accent2"/>
                </a:solidFill>
                <a:latin typeface="Times New Roman" panose="02020603050405020304" pitchFamily="18" charset="0"/>
              </a:rPr>
              <a:t>和</a:t>
            </a:r>
            <a:r>
              <a:rPr lang="en-US" altLang="zh-CN" b="1">
                <a:solidFill>
                  <a:schemeClr val="accent2"/>
                </a:solidFill>
                <a:latin typeface="Times New Roman" panose="02020603050405020304" pitchFamily="18" charset="0"/>
              </a:rPr>
              <a:t>5</a:t>
            </a:r>
            <a:r>
              <a:rPr lang="zh-CN" altLang="en-US" b="1">
                <a:solidFill>
                  <a:schemeClr val="accent2"/>
                </a:solidFill>
                <a:latin typeface="Times New Roman" panose="02020603050405020304" pitchFamily="18" charset="0"/>
              </a:rPr>
              <a:t>个</a:t>
            </a:r>
            <a:r>
              <a:rPr lang="en-US" altLang="zh-CN" b="1">
                <a:solidFill>
                  <a:schemeClr val="accent2"/>
                </a:solidFill>
                <a:latin typeface="Times New Roman" panose="02020603050405020304" pitchFamily="18" charset="0"/>
              </a:rPr>
              <a:t>d</a:t>
            </a:r>
            <a:r>
              <a:rPr lang="zh-CN" altLang="en-US" b="1">
                <a:solidFill>
                  <a:schemeClr val="accent2"/>
                </a:solidFill>
                <a:latin typeface="Times New Roman" panose="02020603050405020304" pitchFamily="18" charset="0"/>
              </a:rPr>
              <a:t>。 </a:t>
            </a:r>
          </a:p>
          <a:p>
            <a:pPr eaLnBrk="1" hangingPunct="1">
              <a:buFont typeface="Wingdings" panose="05000000000000000000" pitchFamily="2" charset="2"/>
              <a:buNone/>
            </a:pPr>
            <a:r>
              <a:rPr lang="zh-CN" altLang="en-US" b="1">
                <a:solidFill>
                  <a:schemeClr val="accent2"/>
                </a:solidFill>
                <a:latin typeface="Times New Roman" panose="02020603050405020304" pitchFamily="18" charset="0"/>
              </a:rPr>
              <a:t>     </a:t>
            </a:r>
            <a:r>
              <a:rPr lang="en-US" altLang="zh-CN" b="1">
                <a:solidFill>
                  <a:schemeClr val="accent2"/>
                </a:solidFill>
                <a:latin typeface="Times New Roman" panose="02020603050405020304" pitchFamily="18" charset="0"/>
              </a:rPr>
              <a:t>B</a:t>
            </a:r>
            <a:r>
              <a:rPr lang="zh-CN" altLang="en-US" b="1">
                <a:solidFill>
                  <a:schemeClr val="accent2"/>
                </a:solidFill>
                <a:latin typeface="Times New Roman" panose="02020603050405020304" pitchFamily="18" charset="0"/>
              </a:rPr>
              <a:t>简记为</a:t>
            </a:r>
            <a:r>
              <a:rPr lang="en-US" altLang="zh-CN" b="1">
                <a:solidFill>
                  <a:schemeClr val="accent2"/>
                </a:solidFill>
                <a:latin typeface="Times New Roman" panose="02020603050405020304" pitchFamily="18" charset="0"/>
              </a:rPr>
              <a:t>B=</a:t>
            </a:r>
            <a:r>
              <a:rPr lang="zh-CN" altLang="en-US" b="1">
                <a:solidFill>
                  <a:schemeClr val="accent2"/>
                </a:solidFill>
                <a:latin typeface="Times New Roman" panose="02020603050405020304" pitchFamily="18" charset="0"/>
              </a:rPr>
              <a:t>｛</a:t>
            </a:r>
            <a:r>
              <a:rPr lang="en-US" altLang="zh-CN" b="1">
                <a:solidFill>
                  <a:schemeClr val="accent2"/>
                </a:solidFill>
                <a:latin typeface="Times New Roman" panose="02020603050405020304" pitchFamily="18" charset="0"/>
              </a:rPr>
              <a:t>2·a,3·b,1·c,5·d</a:t>
            </a:r>
            <a:r>
              <a:rPr lang="zh-CN" altLang="en-US" b="1">
                <a:solidFill>
                  <a:schemeClr val="accent2"/>
                </a:solidFill>
                <a:latin typeface="Times New Roman" panose="02020603050405020304" pitchFamily="18" charset="0"/>
              </a:rPr>
              <a:t>｝。 </a:t>
            </a:r>
          </a:p>
          <a:p>
            <a:pPr eaLnBrk="1" hangingPunct="1"/>
            <a:r>
              <a:rPr lang="zh-CN" altLang="en-US" b="1">
                <a:solidFill>
                  <a:srgbClr val="000000"/>
                </a:solidFill>
                <a:latin typeface="宋体" panose="02010600030101010101" pitchFamily="2" charset="-122"/>
              </a:rPr>
              <a:t>重集的一般形式为 </a:t>
            </a:r>
          </a:p>
          <a:p>
            <a:pPr eaLnBrk="1" hangingPunct="1">
              <a:buFont typeface="Wingdings 2" panose="05020102010507070707" pitchFamily="18" charset="2"/>
              <a:buNone/>
            </a:pPr>
            <a:r>
              <a:rPr lang="zh-CN" altLang="en-US" b="1">
                <a:solidFill>
                  <a:srgbClr val="000000"/>
                </a:solidFill>
                <a:latin typeface="宋体" panose="02010600030101010101" pitchFamily="2" charset="-122"/>
              </a:rPr>
              <a:t>      </a:t>
            </a:r>
            <a:r>
              <a:rPr lang="en-US" altLang="zh-CN" b="1">
                <a:solidFill>
                  <a:srgbClr val="000000"/>
                </a:solidFill>
                <a:latin typeface="Times New Roman" panose="02020603050405020304" pitchFamily="18" charset="0"/>
              </a:rPr>
              <a:t>B=</a:t>
            </a:r>
            <a:r>
              <a:rPr lang="zh-CN" altLang="en-US" b="1">
                <a:solidFill>
                  <a:srgbClr val="000000"/>
                </a:solidFill>
                <a:latin typeface="Times New Roman" panose="02020603050405020304" pitchFamily="18" charset="0"/>
              </a:rPr>
              <a:t>｛</a:t>
            </a:r>
            <a:r>
              <a:rPr lang="en-US" altLang="zh-CN" b="1">
                <a:solidFill>
                  <a:srgbClr val="000000"/>
                </a:solidFill>
                <a:latin typeface="Times New Roman" panose="02020603050405020304" pitchFamily="18" charset="0"/>
              </a:rPr>
              <a:t>k</a:t>
            </a:r>
            <a:r>
              <a:rPr lang="en-US" altLang="zh-CN" b="1" baseline="-25000">
                <a:solidFill>
                  <a:srgbClr val="000000"/>
                </a:solidFill>
                <a:latin typeface="Times New Roman" panose="02020603050405020304" pitchFamily="18" charset="0"/>
              </a:rPr>
              <a:t>1</a:t>
            </a:r>
            <a:r>
              <a:rPr lang="en-US" altLang="zh-CN" b="1">
                <a:solidFill>
                  <a:srgbClr val="000000"/>
                </a:solidFill>
                <a:latin typeface="Times New Roman" panose="02020603050405020304" pitchFamily="18" charset="0"/>
              </a:rPr>
              <a:t>·b</a:t>
            </a:r>
            <a:r>
              <a:rPr lang="en-US" altLang="zh-CN" b="1" baseline="-25000">
                <a:solidFill>
                  <a:srgbClr val="000000"/>
                </a:solidFill>
                <a:latin typeface="Times New Roman" panose="02020603050405020304" pitchFamily="18" charset="0"/>
              </a:rPr>
              <a:t>1</a:t>
            </a:r>
            <a:r>
              <a:rPr lang="en-US" altLang="zh-CN" b="1">
                <a:solidFill>
                  <a:srgbClr val="000000"/>
                </a:solidFill>
                <a:latin typeface="Times New Roman" panose="02020603050405020304" pitchFamily="18" charset="0"/>
              </a:rPr>
              <a:t>,k</a:t>
            </a:r>
            <a:r>
              <a:rPr lang="en-US" altLang="zh-CN" b="1" baseline="-25000">
                <a:solidFill>
                  <a:srgbClr val="000000"/>
                </a:solidFill>
                <a:latin typeface="Times New Roman" panose="02020603050405020304" pitchFamily="18" charset="0"/>
              </a:rPr>
              <a:t>2</a:t>
            </a:r>
            <a:r>
              <a:rPr lang="en-US" altLang="zh-CN" b="1">
                <a:solidFill>
                  <a:srgbClr val="000000"/>
                </a:solidFill>
                <a:latin typeface="Times New Roman" panose="02020603050405020304" pitchFamily="18" charset="0"/>
              </a:rPr>
              <a:t>·b</a:t>
            </a:r>
            <a:r>
              <a:rPr lang="en-US" altLang="zh-CN" b="1" baseline="-25000">
                <a:solidFill>
                  <a:srgbClr val="000000"/>
                </a:solidFill>
                <a:latin typeface="Times New Roman" panose="02020603050405020304" pitchFamily="18" charset="0"/>
              </a:rPr>
              <a:t>2</a:t>
            </a:r>
            <a:r>
              <a:rPr lang="en-US" altLang="zh-CN" b="1">
                <a:solidFill>
                  <a:srgbClr val="000000"/>
                </a:solidFill>
                <a:latin typeface="Times New Roman" panose="02020603050405020304" pitchFamily="18" charset="0"/>
              </a:rPr>
              <a:t>,…,k</a:t>
            </a:r>
            <a:r>
              <a:rPr lang="en-US" altLang="zh-CN" b="1" baseline="-25000">
                <a:solidFill>
                  <a:srgbClr val="000000"/>
                </a:solidFill>
                <a:latin typeface="Times New Roman" panose="02020603050405020304" pitchFamily="18" charset="0"/>
              </a:rPr>
              <a:t>n</a:t>
            </a:r>
            <a:r>
              <a:rPr lang="en-US" altLang="zh-CN" b="1">
                <a:solidFill>
                  <a:srgbClr val="000000"/>
                </a:solidFill>
                <a:latin typeface="Times New Roman" panose="02020603050405020304" pitchFamily="18" charset="0"/>
              </a:rPr>
              <a:t>·b</a:t>
            </a:r>
            <a:r>
              <a:rPr lang="en-US" altLang="zh-CN" b="1" baseline="-25000">
                <a:solidFill>
                  <a:srgbClr val="000000"/>
                </a:solidFill>
                <a:latin typeface="Times New Roman" panose="02020603050405020304" pitchFamily="18" charset="0"/>
              </a:rPr>
              <a:t>n</a:t>
            </a:r>
            <a:r>
              <a:rPr lang="zh-CN" altLang="en-US" b="1">
                <a:solidFill>
                  <a:srgbClr val="000000"/>
                </a:solidFill>
                <a:latin typeface="Times New Roman" panose="02020603050405020304" pitchFamily="18" charset="0"/>
              </a:rPr>
              <a:t>｝</a:t>
            </a:r>
            <a:r>
              <a:rPr lang="zh-CN" altLang="en-US" b="1">
                <a:solidFill>
                  <a:srgbClr val="000000"/>
                </a:solidFill>
                <a:latin typeface="宋体" panose="02010600030101010101" pitchFamily="2" charset="-122"/>
              </a:rPr>
              <a:t> </a:t>
            </a:r>
          </a:p>
        </p:txBody>
      </p:sp>
      <p:sp>
        <p:nvSpPr>
          <p:cNvPr id="22535" name="Text Box 7">
            <a:extLst>
              <a:ext uri="{FF2B5EF4-FFF2-40B4-BE49-F238E27FC236}">
                <a16:creationId xmlns:a16="http://schemas.microsoft.com/office/drawing/2014/main" id="{3DF4AC82-4E1F-41A6-AC8D-15CD6EC91F67}"/>
              </a:ext>
            </a:extLst>
          </p:cNvPr>
          <p:cNvSpPr txBox="1">
            <a:spLocks noChangeArrowheads="1"/>
          </p:cNvSpPr>
          <p:nvPr/>
        </p:nvSpPr>
        <p:spPr bwMode="auto">
          <a:xfrm>
            <a:off x="785813" y="1143000"/>
            <a:ext cx="6973887" cy="186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lnSpc>
                <a:spcPct val="70000"/>
              </a:lnSpc>
              <a:spcBef>
                <a:spcPct val="0"/>
              </a:spcBef>
              <a:buClrTx/>
              <a:buSzTx/>
              <a:buFontTx/>
              <a:buNone/>
            </a:pPr>
            <a:r>
              <a:rPr lang="zh-CN" altLang="en-US" sz="3200" b="1">
                <a:solidFill>
                  <a:schemeClr val="accent2"/>
                </a:solidFill>
                <a:latin typeface="Times New Roman" panose="02020603050405020304" pitchFamily="18" charset="0"/>
              </a:rPr>
              <a:t>通常我们用</a:t>
            </a:r>
            <a:r>
              <a:rPr lang="zh-CN" altLang="en-US" sz="3200" b="1">
                <a:solidFill>
                  <a:schemeClr val="tx2"/>
                </a:solidFill>
                <a:latin typeface="Times New Roman" panose="02020603050405020304" pitchFamily="18" charset="0"/>
              </a:rPr>
              <a:t>集合</a:t>
            </a:r>
            <a:r>
              <a:rPr lang="zh-CN" altLang="en-US" sz="3200" b="1">
                <a:solidFill>
                  <a:schemeClr val="accent2"/>
                </a:solidFill>
                <a:latin typeface="Times New Roman" panose="02020603050405020304" pitchFamily="18" charset="0"/>
              </a:rPr>
              <a:t>和</a:t>
            </a:r>
            <a:r>
              <a:rPr lang="zh-CN" altLang="en-US" sz="3200" b="1">
                <a:solidFill>
                  <a:schemeClr val="tx2"/>
                </a:solidFill>
                <a:latin typeface="Times New Roman" panose="02020603050405020304" pitchFamily="18" charset="0"/>
              </a:rPr>
              <a:t>重集</a:t>
            </a:r>
            <a:r>
              <a:rPr lang="zh-CN" altLang="en-US" sz="3200" b="1">
                <a:solidFill>
                  <a:schemeClr val="accent2"/>
                </a:solidFill>
                <a:latin typeface="Times New Roman" panose="02020603050405020304" pitchFamily="18" charset="0"/>
              </a:rPr>
              <a:t>的概念来区别</a:t>
            </a:r>
            <a:endParaRPr lang="en-US" altLang="zh-CN" sz="3200" b="1">
              <a:solidFill>
                <a:schemeClr val="accent2"/>
              </a:solidFill>
              <a:latin typeface="Times New Roman" panose="02020603050405020304" pitchFamily="18" charset="0"/>
            </a:endParaRPr>
          </a:p>
          <a:p>
            <a:pPr eaLnBrk="1" hangingPunct="1">
              <a:lnSpc>
                <a:spcPct val="70000"/>
              </a:lnSpc>
              <a:spcBef>
                <a:spcPct val="0"/>
              </a:spcBef>
              <a:buClrTx/>
              <a:buSzTx/>
              <a:buFontTx/>
              <a:buNone/>
            </a:pPr>
            <a:endParaRPr lang="en-US" altLang="zh-CN" sz="3200" b="1">
              <a:solidFill>
                <a:schemeClr val="accent2"/>
              </a:solidFill>
              <a:latin typeface="Times New Roman" panose="02020603050405020304" pitchFamily="18" charset="0"/>
            </a:endParaRPr>
          </a:p>
          <a:p>
            <a:pPr eaLnBrk="1" hangingPunct="1">
              <a:lnSpc>
                <a:spcPct val="70000"/>
              </a:lnSpc>
              <a:spcBef>
                <a:spcPct val="0"/>
              </a:spcBef>
              <a:buClrTx/>
              <a:buSzTx/>
              <a:buFontTx/>
              <a:buNone/>
            </a:pPr>
            <a:r>
              <a:rPr lang="zh-CN" altLang="en-US" sz="3200" b="1">
                <a:solidFill>
                  <a:schemeClr val="accent2"/>
                </a:solidFill>
                <a:latin typeface="Times New Roman" panose="02020603050405020304" pitchFamily="18" charset="0"/>
              </a:rPr>
              <a:t>是否重复</a:t>
            </a:r>
          </a:p>
          <a:p>
            <a:pPr eaLnBrk="1" hangingPunct="1">
              <a:lnSpc>
                <a:spcPct val="70000"/>
              </a:lnSpc>
              <a:spcBef>
                <a:spcPct val="50000"/>
              </a:spcBef>
              <a:buClrTx/>
              <a:buSzTx/>
              <a:buFontTx/>
              <a:buNone/>
            </a:pPr>
            <a:endParaRPr lang="en-US" altLang="zh-CN" sz="4000">
              <a:solidFill>
                <a:srgbClr val="000000"/>
              </a:solidFill>
              <a:latin typeface="华文彩云" panose="02010800040101010101" pitchFamily="2" charset="-122"/>
              <a:ea typeface="华文彩云" panose="0201080004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253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2531">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2531">
                                            <p:txEl>
                                              <p:pRg st="1" end="1"/>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2531">
                                            <p:txEl>
                                              <p:pRg st="2" end="2"/>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22531">
                                            <p:txEl>
                                              <p:pRg st="3" end="3"/>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22531">
                                            <p:txEl>
                                              <p:pRg st="4" end="4"/>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2253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build="p" autoUpdateAnimBg="0"/>
      <p:bldP spid="22535"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4227" name="Rectangle 3">
            <a:extLst>
              <a:ext uri="{FF2B5EF4-FFF2-40B4-BE49-F238E27FC236}">
                <a16:creationId xmlns:a16="http://schemas.microsoft.com/office/drawing/2014/main" id="{F2536BDD-DBF0-47F6-8225-58869F204C12}"/>
              </a:ext>
            </a:extLst>
          </p:cNvPr>
          <p:cNvSpPr>
            <a:spLocks noGrp="1"/>
          </p:cNvSpPr>
          <p:nvPr>
            <p:ph sz="half" idx="1"/>
          </p:nvPr>
        </p:nvSpPr>
        <p:spPr>
          <a:xfrm>
            <a:off x="914400" y="2514600"/>
            <a:ext cx="7315200" cy="4114800"/>
          </a:xfrm>
        </p:spPr>
        <p:txBody>
          <a:bodyPr/>
          <a:lstStyle/>
          <a:p>
            <a:pPr eaLnBrk="1" hangingPunct="1"/>
            <a:r>
              <a:rPr lang="zh-CN" altLang="en-US" sz="2800" b="1"/>
              <a:t>研究排列问题的主要目的是求出根据已知的条件所能作出的不同排列的种数。</a:t>
            </a:r>
          </a:p>
          <a:p>
            <a:pPr eaLnBrk="1" hangingPunct="1">
              <a:buFont typeface="Wingdings" panose="05000000000000000000" pitchFamily="2" charset="2"/>
              <a:buNone/>
            </a:pPr>
            <a:r>
              <a:rPr lang="zh-CN" altLang="en-US"/>
              <a:t>            </a:t>
            </a:r>
          </a:p>
          <a:p>
            <a:pPr eaLnBrk="1" hangingPunct="1">
              <a:buFont typeface="Wingdings" panose="05000000000000000000" pitchFamily="2" charset="2"/>
              <a:buNone/>
            </a:pPr>
            <a:endParaRPr lang="zh-CN" altLang="en-US"/>
          </a:p>
          <a:p>
            <a:pPr eaLnBrk="1" hangingPunct="1">
              <a:buFont typeface="Wingdings 2" panose="05020102010507070707" pitchFamily="18" charset="2"/>
              <a:buNone/>
            </a:pPr>
            <a:endParaRPr lang="en-US" altLang="zh-CN">
              <a:solidFill>
                <a:srgbClr val="1F4081"/>
              </a:solidFill>
            </a:endParaRPr>
          </a:p>
          <a:p>
            <a:pPr eaLnBrk="1" hangingPunct="1"/>
            <a:r>
              <a:rPr lang="zh-CN" altLang="en-US">
                <a:solidFill>
                  <a:srgbClr val="1F4081"/>
                </a:solidFill>
              </a:rPr>
              <a:t> </a:t>
            </a:r>
            <a:r>
              <a:rPr lang="zh-CN" altLang="en-US" b="1"/>
              <a:t>分类</a:t>
            </a:r>
          </a:p>
          <a:p>
            <a:pPr eaLnBrk="1" hangingPunct="1">
              <a:buFont typeface="Wingdings" panose="05000000000000000000" pitchFamily="2" charset="2"/>
              <a:buNone/>
            </a:pPr>
            <a:r>
              <a:rPr lang="zh-CN" altLang="en-US"/>
              <a:t>                     </a:t>
            </a:r>
          </a:p>
        </p:txBody>
      </p:sp>
      <p:sp>
        <p:nvSpPr>
          <p:cNvPr id="564228" name="Rectangle 4">
            <a:extLst>
              <a:ext uri="{FF2B5EF4-FFF2-40B4-BE49-F238E27FC236}">
                <a16:creationId xmlns:a16="http://schemas.microsoft.com/office/drawing/2014/main" id="{501DB050-3114-4432-AB85-A68ECEEB45A9}"/>
              </a:ext>
            </a:extLst>
          </p:cNvPr>
          <p:cNvSpPr>
            <a:spLocks noGrp="1"/>
          </p:cNvSpPr>
          <p:nvPr>
            <p:ph sz="half" idx="2"/>
          </p:nvPr>
        </p:nvSpPr>
        <p:spPr>
          <a:xfrm>
            <a:off x="3581400" y="3962400"/>
            <a:ext cx="3810000" cy="4114800"/>
          </a:xfrm>
        </p:spPr>
        <p:txBody>
          <a:bodyPr/>
          <a:lstStyle/>
          <a:p>
            <a:pPr eaLnBrk="1" hangingPunct="1">
              <a:buFont typeface="Wingdings" panose="05000000000000000000" pitchFamily="2" charset="2"/>
              <a:buNone/>
            </a:pPr>
            <a:r>
              <a:rPr lang="zh-CN" altLang="en-US" b="1"/>
              <a:t>线排列</a:t>
            </a:r>
          </a:p>
          <a:p>
            <a:pPr eaLnBrk="1" hangingPunct="1">
              <a:buFont typeface="Wingdings" panose="05000000000000000000" pitchFamily="2" charset="2"/>
              <a:buNone/>
            </a:pPr>
            <a:endParaRPr lang="zh-CN" altLang="en-US"/>
          </a:p>
          <a:p>
            <a:pPr eaLnBrk="1" hangingPunct="1">
              <a:buFont typeface="Wingdings" panose="05000000000000000000" pitchFamily="2" charset="2"/>
              <a:buNone/>
            </a:pPr>
            <a:r>
              <a:rPr lang="zh-CN" altLang="en-US" b="1"/>
              <a:t>圆排列</a:t>
            </a:r>
          </a:p>
          <a:p>
            <a:pPr eaLnBrk="1" hangingPunct="1">
              <a:buFont typeface="Wingdings" panose="05000000000000000000" pitchFamily="2" charset="2"/>
              <a:buNone/>
            </a:pPr>
            <a:endParaRPr lang="zh-CN" altLang="en-US" b="1"/>
          </a:p>
          <a:p>
            <a:pPr eaLnBrk="1" hangingPunct="1">
              <a:buFont typeface="Wingdings" panose="05000000000000000000" pitchFamily="2" charset="2"/>
              <a:buNone/>
            </a:pPr>
            <a:r>
              <a:rPr lang="zh-CN" altLang="en-US" b="1"/>
              <a:t>重排列</a:t>
            </a:r>
          </a:p>
        </p:txBody>
      </p:sp>
      <p:graphicFrame>
        <p:nvGraphicFramePr>
          <p:cNvPr id="25604" name="Object 5">
            <a:extLst>
              <a:ext uri="{FF2B5EF4-FFF2-40B4-BE49-F238E27FC236}">
                <a16:creationId xmlns:a16="http://schemas.microsoft.com/office/drawing/2014/main" id="{5D1B95AF-F229-4B58-93BF-002B5463FD3E}"/>
              </a:ext>
            </a:extLst>
          </p:cNvPr>
          <p:cNvGraphicFramePr>
            <a:graphicFrameLocks noChangeAspect="1"/>
          </p:cNvGraphicFramePr>
          <p:nvPr/>
        </p:nvGraphicFramePr>
        <p:xfrm>
          <a:off x="5562600" y="6516688"/>
          <a:ext cx="1247775" cy="1104900"/>
        </p:xfrm>
        <a:graphic>
          <a:graphicData uri="http://schemas.openxmlformats.org/presentationml/2006/ole">
            <mc:AlternateContent xmlns:mc="http://schemas.openxmlformats.org/markup-compatibility/2006">
              <mc:Choice xmlns:v="urn:schemas-microsoft-com:vml" Requires="v">
                <p:oleObj name="Chart" r:id="rId3" imgW="10213635" imgH="6086652" progId="MSGraph.Chart.8">
                  <p:embed followColorScheme="full"/>
                </p:oleObj>
              </mc:Choice>
              <mc:Fallback>
                <p:oleObj name="Chart" r:id="rId3" imgW="10213635" imgH="6086652" progId="MSGraph.Chart.8">
                  <p:embed followColorScheme="full"/>
                  <p:pic>
                    <p:nvPicPr>
                      <p:cNvPr id="25604" name="Object 5">
                        <a:extLst>
                          <a:ext uri="{FF2B5EF4-FFF2-40B4-BE49-F238E27FC236}">
                            <a16:creationId xmlns:a16="http://schemas.microsoft.com/office/drawing/2014/main" id="{5D1B95AF-F229-4B58-93BF-002B5463FD3E}"/>
                          </a:ext>
                        </a:extLst>
                      </p:cNvPr>
                      <p:cNvPicPr>
                        <a:picLocks noChangeAspect="1" noChangeArrowheads="1"/>
                      </p:cNvPicPr>
                      <p:nvPr/>
                    </p:nvPicPr>
                    <p:blipFill>
                      <a:blip r:embed="rId4"/>
                      <a:srcRect/>
                      <a:stretch>
                        <a:fillRect/>
                      </a:stretch>
                    </p:blipFill>
                    <p:spPr bwMode="auto">
                      <a:xfrm>
                        <a:off x="5562600" y="6516688"/>
                        <a:ext cx="1247775" cy="1104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05" name="Line 6">
            <a:extLst>
              <a:ext uri="{FF2B5EF4-FFF2-40B4-BE49-F238E27FC236}">
                <a16:creationId xmlns:a16="http://schemas.microsoft.com/office/drawing/2014/main" id="{CCF9EEC1-CEE2-437A-A455-95EB57C515F7}"/>
              </a:ext>
            </a:extLst>
          </p:cNvPr>
          <p:cNvSpPr>
            <a:spLocks noChangeShapeType="1"/>
          </p:cNvSpPr>
          <p:nvPr/>
        </p:nvSpPr>
        <p:spPr bwMode="auto">
          <a:xfrm flipV="1">
            <a:off x="1981200" y="3429000"/>
            <a:ext cx="762000" cy="6096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cxnSp>
        <p:nvCxnSpPr>
          <p:cNvPr id="25606" name="AutoShape 8">
            <a:extLst>
              <a:ext uri="{FF2B5EF4-FFF2-40B4-BE49-F238E27FC236}">
                <a16:creationId xmlns:a16="http://schemas.microsoft.com/office/drawing/2014/main" id="{39D41530-5FD8-438D-9910-9FC70B26F905}"/>
              </a:ext>
            </a:extLst>
          </p:cNvPr>
          <p:cNvCxnSpPr>
            <a:cxnSpLocks noChangeShapeType="1"/>
            <a:stCxn id="564227" idx="0"/>
            <a:endCxn id="25605" idx="0"/>
          </p:cNvCxnSpPr>
          <p:nvPr/>
        </p:nvCxnSpPr>
        <p:spPr bwMode="auto">
          <a:xfrm rot="-5400000" flipH="1" flipV="1">
            <a:off x="2514600" y="1981200"/>
            <a:ext cx="1524000" cy="2590800"/>
          </a:xfrm>
          <a:prstGeom prst="straightConnector1">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type="triangle" w="med" len="med"/>
              </a14:hiddenLine>
            </a:ext>
          </a:extLst>
        </p:spPr>
      </p:cxnSp>
      <p:sp>
        <p:nvSpPr>
          <p:cNvPr id="25607" name="Line 9">
            <a:extLst>
              <a:ext uri="{FF2B5EF4-FFF2-40B4-BE49-F238E27FC236}">
                <a16:creationId xmlns:a16="http://schemas.microsoft.com/office/drawing/2014/main" id="{42FBCE8C-F845-4A51-AAC7-C69820EAB058}"/>
              </a:ext>
            </a:extLst>
          </p:cNvPr>
          <p:cNvSpPr>
            <a:spLocks noChangeShapeType="1"/>
          </p:cNvSpPr>
          <p:nvPr/>
        </p:nvSpPr>
        <p:spPr bwMode="auto">
          <a:xfrm flipV="1">
            <a:off x="1905000" y="3352800"/>
            <a:ext cx="914400" cy="8382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4234" name="Line 10">
            <a:extLst>
              <a:ext uri="{FF2B5EF4-FFF2-40B4-BE49-F238E27FC236}">
                <a16:creationId xmlns:a16="http://schemas.microsoft.com/office/drawing/2014/main" id="{865EA4EB-7598-4430-AF6C-4C402BCD04E6}"/>
              </a:ext>
            </a:extLst>
          </p:cNvPr>
          <p:cNvSpPr>
            <a:spLocks noChangeShapeType="1"/>
          </p:cNvSpPr>
          <p:nvPr/>
        </p:nvSpPr>
        <p:spPr bwMode="auto">
          <a:xfrm>
            <a:off x="2209800" y="5105400"/>
            <a:ext cx="1371600" cy="91440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235" name="Line 11">
            <a:extLst>
              <a:ext uri="{FF2B5EF4-FFF2-40B4-BE49-F238E27FC236}">
                <a16:creationId xmlns:a16="http://schemas.microsoft.com/office/drawing/2014/main" id="{D7ECBBFA-B3CD-43EC-9A4F-42C3E83D6BFD}"/>
              </a:ext>
            </a:extLst>
          </p:cNvPr>
          <p:cNvSpPr>
            <a:spLocks noChangeShapeType="1"/>
          </p:cNvSpPr>
          <p:nvPr/>
        </p:nvSpPr>
        <p:spPr bwMode="auto">
          <a:xfrm flipV="1">
            <a:off x="2209800" y="4267200"/>
            <a:ext cx="1295400" cy="83820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236" name="Line 12">
            <a:extLst>
              <a:ext uri="{FF2B5EF4-FFF2-40B4-BE49-F238E27FC236}">
                <a16:creationId xmlns:a16="http://schemas.microsoft.com/office/drawing/2014/main" id="{9F0A4E39-A6FD-4E4E-B3FA-4B02163E49F1}"/>
              </a:ext>
            </a:extLst>
          </p:cNvPr>
          <p:cNvSpPr>
            <a:spLocks noChangeShapeType="1"/>
          </p:cNvSpPr>
          <p:nvPr/>
        </p:nvSpPr>
        <p:spPr bwMode="auto">
          <a:xfrm>
            <a:off x="2209800" y="5105400"/>
            <a:ext cx="1295400" cy="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238" name="WordArt 14">
            <a:extLst>
              <a:ext uri="{FF2B5EF4-FFF2-40B4-BE49-F238E27FC236}">
                <a16:creationId xmlns:a16="http://schemas.microsoft.com/office/drawing/2014/main" id="{108D1D19-EDD1-47AA-B7BC-363551EAB5A6}"/>
              </a:ext>
            </a:extLst>
          </p:cNvPr>
          <p:cNvSpPr>
            <a:spLocks noChangeArrowheads="1" noChangeShapeType="1" noTextEdit="1"/>
          </p:cNvSpPr>
          <p:nvPr/>
        </p:nvSpPr>
        <p:spPr bwMode="auto">
          <a:xfrm>
            <a:off x="251520" y="740025"/>
            <a:ext cx="5544616" cy="860174"/>
          </a:xfrm>
          <a:prstGeom prst="rect">
            <a:avLst/>
          </a:prstGeom>
        </p:spPr>
        <p:txBody>
          <a:bodyPr wrap="none" fromWordArt="1">
            <a:prstTxWarp prst="textPlain">
              <a:avLst>
                <a:gd name="adj" fmla="val 49883"/>
              </a:avLst>
            </a:prstTxWarp>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defRPr/>
            </a:pPr>
            <a:r>
              <a:rPr lang="en-US" altLang="zh-CN" sz="6000" dirty="0">
                <a:solidFill>
                  <a:schemeClr val="accent2"/>
                </a:solidFill>
                <a:latin typeface="+mj-ea"/>
                <a:ea typeface="+mj-ea"/>
                <a:cs typeface="+mj-cs"/>
              </a:rPr>
              <a:t>§1.2 </a:t>
            </a:r>
            <a:r>
              <a:rPr lang="zh-CN" altLang="en-US" sz="6000" dirty="0">
                <a:solidFill>
                  <a:schemeClr val="accent2"/>
                </a:solidFill>
                <a:latin typeface="+mj-ea"/>
                <a:ea typeface="+mj-ea"/>
                <a:cs typeface="+mj-cs"/>
              </a:rPr>
              <a:t>排列</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64227">
                                            <p:txEl>
                                              <p:pRg st="0" end="0"/>
                                            </p:txEl>
                                          </p:spTgt>
                                        </p:tgtEl>
                                        <p:attrNameLst>
                                          <p:attrName>style.visibility</p:attrName>
                                        </p:attrNameLst>
                                      </p:cBhvr>
                                      <p:to>
                                        <p:strVal val="visible"/>
                                      </p:to>
                                    </p:set>
                                    <p:anim calcmode="lin" valueType="num">
                                      <p:cBhvr additive="base">
                                        <p:cTn id="7" dur="500" fill="hold"/>
                                        <p:tgtEl>
                                          <p:spTgt spid="56422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6422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64227">
                                            <p:txEl>
                                              <p:pRg st="1" end="1"/>
                                            </p:txEl>
                                          </p:spTgt>
                                        </p:tgtEl>
                                        <p:attrNameLst>
                                          <p:attrName>style.visibility</p:attrName>
                                        </p:attrNameLst>
                                      </p:cBhvr>
                                      <p:to>
                                        <p:strVal val="visible"/>
                                      </p:to>
                                    </p:set>
                                    <p:anim calcmode="lin" valueType="num">
                                      <p:cBhvr additive="base">
                                        <p:cTn id="13" dur="500" fill="hold"/>
                                        <p:tgtEl>
                                          <p:spTgt spid="56422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6422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64227">
                                            <p:txEl>
                                              <p:pRg st="4" end="4"/>
                                            </p:txEl>
                                          </p:spTgt>
                                        </p:tgtEl>
                                        <p:attrNameLst>
                                          <p:attrName>style.visibility</p:attrName>
                                        </p:attrNameLst>
                                      </p:cBhvr>
                                      <p:to>
                                        <p:strVal val="visible"/>
                                      </p:to>
                                    </p:set>
                                    <p:anim calcmode="lin" valueType="num">
                                      <p:cBhvr additive="base">
                                        <p:cTn id="19" dur="500" fill="hold"/>
                                        <p:tgtEl>
                                          <p:spTgt spid="564227">
                                            <p:txEl>
                                              <p:pRg st="4" end="4"/>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6422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564227">
                                            <p:txEl>
                                              <p:pRg st="5" end="5"/>
                                            </p:txEl>
                                          </p:spTgt>
                                        </p:tgtEl>
                                        <p:attrNameLst>
                                          <p:attrName>style.visibility</p:attrName>
                                        </p:attrNameLst>
                                      </p:cBhvr>
                                      <p:to>
                                        <p:strVal val="visible"/>
                                      </p:to>
                                    </p:set>
                                    <p:anim calcmode="lin" valueType="num">
                                      <p:cBhvr additive="base">
                                        <p:cTn id="25" dur="500" fill="hold"/>
                                        <p:tgtEl>
                                          <p:spTgt spid="564227">
                                            <p:txEl>
                                              <p:pRg st="5" end="5"/>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564227">
                                            <p:txEl>
                                              <p:pRg st="5" end="5"/>
                                            </p:txEl>
                                          </p:spTgt>
                                        </p:tgtEl>
                                        <p:attrNameLst>
                                          <p:attrName>ppt_y</p:attrName>
                                        </p:attrNameLst>
                                      </p:cBhvr>
                                      <p:tavLst>
                                        <p:tav tm="0">
                                          <p:val>
                                            <p:strVal val="#ppt_y"/>
                                          </p:val>
                                        </p:tav>
                                        <p:tav tm="100000">
                                          <p:val>
                                            <p:strVal val="#ppt_y"/>
                                          </p:val>
                                        </p:tav>
                                      </p:tavLst>
                                    </p:anim>
                                  </p:childTnLst>
                                </p:cTn>
                              </p:par>
                            </p:childTnLst>
                          </p:cTn>
                        </p:par>
                        <p:par>
                          <p:cTn id="27" fill="hold" nodeType="afterGroup">
                            <p:stCondLst>
                              <p:cond delay="500"/>
                            </p:stCondLst>
                            <p:childTnLst>
                              <p:par>
                                <p:cTn id="28" presetID="1" presetClass="entr" presetSubtype="0" fill="hold" nodeType="afterEffect">
                                  <p:stCondLst>
                                    <p:cond delay="0"/>
                                  </p:stCondLst>
                                  <p:childTnLst>
                                    <p:set>
                                      <p:cBhvr>
                                        <p:cTn id="29" dur="1" fill="hold">
                                          <p:stCondLst>
                                            <p:cond delay="499"/>
                                          </p:stCondLst>
                                        </p:cTn>
                                        <p:tgtEl>
                                          <p:spTgt spid="564235"/>
                                        </p:tgtEl>
                                        <p:attrNameLst>
                                          <p:attrName>style.visibility</p:attrName>
                                        </p:attrNameLst>
                                      </p:cBhvr>
                                      <p:to>
                                        <p:strVal val="visible"/>
                                      </p:to>
                                    </p:set>
                                  </p:childTnLst>
                                </p:cTn>
                              </p:par>
                            </p:childTnLst>
                          </p:cTn>
                        </p:par>
                        <p:par>
                          <p:cTn id="30" fill="hold" nodeType="afterGroup">
                            <p:stCondLst>
                              <p:cond delay="1000"/>
                            </p:stCondLst>
                            <p:childTnLst>
                              <p:par>
                                <p:cTn id="31" presetID="1" presetClass="entr" presetSubtype="0" fill="hold" nodeType="afterEffect">
                                  <p:stCondLst>
                                    <p:cond delay="0"/>
                                  </p:stCondLst>
                                  <p:childTnLst>
                                    <p:set>
                                      <p:cBhvr>
                                        <p:cTn id="32" dur="1" fill="hold">
                                          <p:stCondLst>
                                            <p:cond delay="499"/>
                                          </p:stCondLst>
                                        </p:cTn>
                                        <p:tgtEl>
                                          <p:spTgt spid="564236"/>
                                        </p:tgtEl>
                                        <p:attrNameLst>
                                          <p:attrName>style.visibility</p:attrName>
                                        </p:attrNameLst>
                                      </p:cBhvr>
                                      <p:to>
                                        <p:strVal val="visible"/>
                                      </p:to>
                                    </p:set>
                                  </p:childTnLst>
                                </p:cTn>
                              </p:par>
                            </p:childTnLst>
                          </p:cTn>
                        </p:par>
                        <p:par>
                          <p:cTn id="33" fill="hold" nodeType="afterGroup">
                            <p:stCondLst>
                              <p:cond delay="1500"/>
                            </p:stCondLst>
                            <p:childTnLst>
                              <p:par>
                                <p:cTn id="34" presetID="1" presetClass="entr" presetSubtype="0" fill="hold" nodeType="afterEffect">
                                  <p:stCondLst>
                                    <p:cond delay="0"/>
                                  </p:stCondLst>
                                  <p:childTnLst>
                                    <p:set>
                                      <p:cBhvr>
                                        <p:cTn id="35" dur="1" fill="hold">
                                          <p:stCondLst>
                                            <p:cond delay="499"/>
                                          </p:stCondLst>
                                        </p:cTn>
                                        <p:tgtEl>
                                          <p:spTgt spid="564234"/>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24" presetClass="entr" presetSubtype="0" fill="hold" grpId="0" nodeType="clickEffect">
                                  <p:stCondLst>
                                    <p:cond delay="0"/>
                                  </p:stCondLst>
                                  <p:childTnLst>
                                    <p:set>
                                      <p:cBhvr>
                                        <p:cTn id="39" dur="1" fill="hold">
                                          <p:stCondLst>
                                            <p:cond delay="499"/>
                                          </p:stCondLst>
                                        </p:cTn>
                                        <p:tgtEl>
                                          <p:spTgt spid="564228">
                                            <p:txEl>
                                              <p:pRg st="0" end="0"/>
                                            </p:txEl>
                                          </p:spTgt>
                                        </p:tgtEl>
                                        <p:attrNameLst>
                                          <p:attrName>style.visibility</p:attrName>
                                        </p:attrNameLst>
                                      </p:cBhvr>
                                      <p:to>
                                        <p:strVal val="visible"/>
                                      </p:to>
                                    </p:set>
                                    <p:anim to="" calcmode="lin" valueType="num">
                                      <p:cBhvr>
                                        <p:cTn id="40" dur="1" fill="hold"/>
                                        <p:tgtEl>
                                          <p:spTgt spid="564228">
                                            <p:txEl>
                                              <p:pRg st="0" end="0"/>
                                            </p:txEl>
                                          </p:spTgt>
                                        </p:tgtEl>
                                        <p:attrNameLst>
                                          <p:attrName/>
                                        </p:attrNameLst>
                                      </p:cBhvr>
                                    </p:anim>
                                  </p:childTnLst>
                                  <p:subTnLst>
                                    <p:audio>
                                      <p:cMediaNode>
                                        <p:cTn display="0" masterRel="sameClick">
                                          <p:stCondLst>
                                            <p:cond evt="begin" delay="0">
                                              <p:tn val="38"/>
                                            </p:cond>
                                          </p:stCondLst>
                                          <p:endCondLst>
                                            <p:cond evt="onStopAudio" delay="0">
                                              <p:tgtEl>
                                                <p:sldTgt/>
                                              </p:tgtEl>
                                            </p:cond>
                                          </p:endCondLst>
                                        </p:cTn>
                                        <p:tgtEl>
                                          <p:sndTgt r:embed="rId2" name="cashreg.wav"/>
                                        </p:tgtEl>
                                      </p:cMediaNode>
                                    </p:audio>
                                  </p:subTnLst>
                                </p:cTn>
                              </p:par>
                            </p:childTnLst>
                          </p:cTn>
                        </p:par>
                      </p:childTnLst>
                    </p:cTn>
                  </p:par>
                  <p:par>
                    <p:cTn id="41" fill="hold" nodeType="clickPar">
                      <p:stCondLst>
                        <p:cond delay="indefinite"/>
                      </p:stCondLst>
                      <p:childTnLst>
                        <p:par>
                          <p:cTn id="42" fill="hold" nodeType="withGroup">
                            <p:stCondLst>
                              <p:cond delay="0"/>
                            </p:stCondLst>
                            <p:childTnLst>
                              <p:par>
                                <p:cTn id="43" presetID="24" presetClass="entr" presetSubtype="0" fill="hold" grpId="0" nodeType="clickEffect">
                                  <p:stCondLst>
                                    <p:cond delay="0"/>
                                  </p:stCondLst>
                                  <p:childTnLst>
                                    <p:set>
                                      <p:cBhvr>
                                        <p:cTn id="44" dur="1" fill="hold">
                                          <p:stCondLst>
                                            <p:cond delay="499"/>
                                          </p:stCondLst>
                                        </p:cTn>
                                        <p:tgtEl>
                                          <p:spTgt spid="564228">
                                            <p:txEl>
                                              <p:pRg st="2" end="2"/>
                                            </p:txEl>
                                          </p:spTgt>
                                        </p:tgtEl>
                                        <p:attrNameLst>
                                          <p:attrName>style.visibility</p:attrName>
                                        </p:attrNameLst>
                                      </p:cBhvr>
                                      <p:to>
                                        <p:strVal val="visible"/>
                                      </p:to>
                                    </p:set>
                                    <p:anim to="" calcmode="lin" valueType="num">
                                      <p:cBhvr>
                                        <p:cTn id="45" dur="1" fill="hold"/>
                                        <p:tgtEl>
                                          <p:spTgt spid="564228">
                                            <p:txEl>
                                              <p:pRg st="2" end="2"/>
                                            </p:txEl>
                                          </p:spTgt>
                                        </p:tgtEl>
                                        <p:attrNameLst>
                                          <p:attrName/>
                                        </p:attrNameLst>
                                      </p:cBhvr>
                                    </p:anim>
                                  </p:childTnLst>
                                  <p:subTnLst>
                                    <p:audio>
                                      <p:cMediaNode>
                                        <p:cTn display="0" masterRel="sameClick">
                                          <p:stCondLst>
                                            <p:cond evt="begin" delay="0">
                                              <p:tn val="43"/>
                                            </p:cond>
                                          </p:stCondLst>
                                          <p:endCondLst>
                                            <p:cond evt="onStopAudio" delay="0">
                                              <p:tgtEl>
                                                <p:sldTgt/>
                                              </p:tgtEl>
                                            </p:cond>
                                          </p:endCondLst>
                                        </p:cTn>
                                        <p:tgtEl>
                                          <p:sndTgt r:embed="rId2" name="cashreg.wav"/>
                                        </p:tgtEl>
                                      </p:cMediaNode>
                                    </p:audio>
                                  </p:subTnLst>
                                </p:cTn>
                              </p:par>
                            </p:childTnLst>
                          </p:cTn>
                        </p:par>
                      </p:childTnLst>
                    </p:cTn>
                  </p:par>
                  <p:par>
                    <p:cTn id="46" fill="hold" nodeType="clickPar">
                      <p:stCondLst>
                        <p:cond delay="indefinite"/>
                      </p:stCondLst>
                      <p:childTnLst>
                        <p:par>
                          <p:cTn id="47" fill="hold" nodeType="withGroup">
                            <p:stCondLst>
                              <p:cond delay="0"/>
                            </p:stCondLst>
                            <p:childTnLst>
                              <p:par>
                                <p:cTn id="48" presetID="24" presetClass="entr" presetSubtype="0" fill="hold" grpId="0" nodeType="clickEffect">
                                  <p:stCondLst>
                                    <p:cond delay="0"/>
                                  </p:stCondLst>
                                  <p:childTnLst>
                                    <p:set>
                                      <p:cBhvr>
                                        <p:cTn id="49" dur="1" fill="hold">
                                          <p:stCondLst>
                                            <p:cond delay="499"/>
                                          </p:stCondLst>
                                        </p:cTn>
                                        <p:tgtEl>
                                          <p:spTgt spid="564228">
                                            <p:txEl>
                                              <p:pRg st="4" end="4"/>
                                            </p:txEl>
                                          </p:spTgt>
                                        </p:tgtEl>
                                        <p:attrNameLst>
                                          <p:attrName>style.visibility</p:attrName>
                                        </p:attrNameLst>
                                      </p:cBhvr>
                                      <p:to>
                                        <p:strVal val="visible"/>
                                      </p:to>
                                    </p:set>
                                    <p:anim to="" calcmode="lin" valueType="num">
                                      <p:cBhvr>
                                        <p:cTn id="50" dur="1" fill="hold"/>
                                        <p:tgtEl>
                                          <p:spTgt spid="564228">
                                            <p:txEl>
                                              <p:pRg st="4" end="4"/>
                                            </p:txEl>
                                          </p:spTgt>
                                        </p:tgtEl>
                                        <p:attrNameLst>
                                          <p:attrName/>
                                        </p:attrNameLst>
                                      </p:cBhvr>
                                    </p:anim>
                                  </p:childTnLst>
                                  <p:subTnLst>
                                    <p:audio>
                                      <p:cMediaNode>
                                        <p:cTn display="0" masterRel="sameClick">
                                          <p:stCondLst>
                                            <p:cond evt="begin" delay="0">
                                              <p:tn val="48"/>
                                            </p:cond>
                                          </p:stCondLst>
                                          <p:endCondLst>
                                            <p:cond evt="onStopAudio" delay="0">
                                              <p:tgtEl>
                                                <p:sldTgt/>
                                              </p:tgtEl>
                                            </p:cond>
                                          </p:endCondLst>
                                        </p:cTn>
                                        <p:tgtEl>
                                          <p:sndTgt r:embed="rId2" name="cashreg.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4227" grpId="0" build="p" autoUpdateAnimBg="0"/>
      <p:bldP spid="564228" grpId="0" build="p"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5250" name="Rectangle 2">
            <a:extLst>
              <a:ext uri="{FF2B5EF4-FFF2-40B4-BE49-F238E27FC236}">
                <a16:creationId xmlns:a16="http://schemas.microsoft.com/office/drawing/2014/main" id="{FD4E1FAE-B22C-41CE-B7AC-3D0A021BB06E}"/>
              </a:ext>
            </a:extLst>
          </p:cNvPr>
          <p:cNvSpPr>
            <a:spLocks noGrp="1" noChangeArrowheads="1"/>
          </p:cNvSpPr>
          <p:nvPr>
            <p:ph type="title"/>
          </p:nvPr>
        </p:nvSpPr>
        <p:spPr>
          <a:xfrm>
            <a:off x="457200" y="1371600"/>
            <a:ext cx="8839200" cy="533400"/>
          </a:xfrm>
          <a:effectLst>
            <a:outerShdw dist="107763" dir="18900000" algn="ctr" rotWithShape="0">
              <a:srgbClr val="EAEAEA">
                <a:alpha val="50000"/>
              </a:srgbClr>
            </a:outerShdw>
          </a:effectLst>
        </p:spPr>
        <p:txBody>
          <a:bodyPr>
            <a:normAutofit/>
          </a:bodyPr>
          <a:lstStyle/>
          <a:p>
            <a:pPr eaLnBrk="1" fontAlgn="auto" hangingPunct="1">
              <a:spcAft>
                <a:spcPts val="0"/>
              </a:spcAft>
              <a:defRPr/>
            </a:pPr>
            <a:r>
              <a:rPr lang="zh-CN" altLang="en-US" sz="2800" b="1" dirty="0">
                <a:solidFill>
                  <a:schemeClr val="tx1"/>
                </a:solidFill>
                <a:latin typeface="+mn-ea"/>
                <a:ea typeface="+mn-ea"/>
              </a:rPr>
              <a:t>线排列是把一些元素排成一条直线</a:t>
            </a:r>
            <a:endParaRPr lang="zh-CN" altLang="en-US" sz="2800" dirty="0">
              <a:latin typeface="+mn-ea"/>
              <a:ea typeface="+mn-ea"/>
            </a:endParaRPr>
          </a:p>
        </p:txBody>
      </p:sp>
      <p:sp>
        <p:nvSpPr>
          <p:cNvPr id="565251" name="Rectangle 3">
            <a:extLst>
              <a:ext uri="{FF2B5EF4-FFF2-40B4-BE49-F238E27FC236}">
                <a16:creationId xmlns:a16="http://schemas.microsoft.com/office/drawing/2014/main" id="{109AB2B2-06AD-49B0-AEA7-92929B8CD64D}"/>
              </a:ext>
            </a:extLst>
          </p:cNvPr>
          <p:cNvSpPr>
            <a:spLocks noGrp="1" noChangeArrowheads="1"/>
          </p:cNvSpPr>
          <p:nvPr>
            <p:ph sz="half" idx="1"/>
          </p:nvPr>
        </p:nvSpPr>
        <p:spPr>
          <a:xfrm>
            <a:off x="304800" y="1981200"/>
            <a:ext cx="8610600" cy="4114800"/>
          </a:xfrm>
        </p:spPr>
        <p:txBody>
          <a:bodyPr>
            <a:normAutofit/>
          </a:bodyPr>
          <a:lstStyle/>
          <a:p>
            <a:pPr marL="274320" indent="-274320" eaLnBrk="1" fontAlgn="auto" hangingPunct="1">
              <a:spcAft>
                <a:spcPts val="0"/>
              </a:spcAft>
              <a:buClr>
                <a:schemeClr val="accent3"/>
              </a:buClr>
              <a:buFont typeface="Wingdings 2"/>
              <a:buChar char=""/>
              <a:defRPr/>
            </a:pPr>
            <a:r>
              <a:rPr lang="en-US" altLang="zh-CN" sz="2800" b="1" dirty="0">
                <a:latin typeface="+mn-ea"/>
              </a:rPr>
              <a:t>A=｛             ｝   </a:t>
            </a:r>
          </a:p>
          <a:p>
            <a:pPr marL="274320" indent="-274320" eaLnBrk="1" fontAlgn="auto" hangingPunct="1">
              <a:spcAft>
                <a:spcPts val="0"/>
              </a:spcAft>
              <a:buClr>
                <a:schemeClr val="accent3"/>
              </a:buClr>
              <a:buFont typeface="Wingdings 2"/>
              <a:buChar char=""/>
              <a:defRPr/>
            </a:pPr>
            <a:r>
              <a:rPr lang="en-US" altLang="zh-CN" sz="2800" b="1" dirty="0">
                <a:latin typeface="+mn-ea"/>
              </a:rPr>
              <a:t>r</a:t>
            </a:r>
            <a:r>
              <a:rPr lang="zh-CN" altLang="en-US" sz="2800" b="1" dirty="0">
                <a:latin typeface="+mn-ea"/>
              </a:rPr>
              <a:t>是正整数，从这</a:t>
            </a:r>
            <a:r>
              <a:rPr lang="en-US" altLang="zh-CN" sz="2800" b="1" dirty="0">
                <a:latin typeface="+mn-ea"/>
              </a:rPr>
              <a:t>n</a:t>
            </a:r>
            <a:r>
              <a:rPr lang="zh-CN" altLang="en-US" sz="2800" b="1" dirty="0">
                <a:latin typeface="+mn-ea"/>
              </a:rPr>
              <a:t>个不同的元素中取</a:t>
            </a:r>
            <a:r>
              <a:rPr lang="en-US" altLang="zh-CN" sz="2800" b="1" dirty="0">
                <a:latin typeface="+mn-ea"/>
              </a:rPr>
              <a:t>r</a:t>
            </a:r>
            <a:r>
              <a:rPr lang="zh-CN" altLang="en-US" sz="2800" b="1" dirty="0">
                <a:latin typeface="+mn-ea"/>
              </a:rPr>
              <a:t>个按照一定的次序排列起来(</a:t>
            </a:r>
            <a:r>
              <a:rPr lang="en-US" altLang="zh-CN" sz="2800" b="1" dirty="0" err="1">
                <a:latin typeface="+mn-ea"/>
              </a:rPr>
              <a:t>r≤n</a:t>
            </a:r>
            <a:r>
              <a:rPr lang="en-US" altLang="zh-CN" sz="2800" b="1" dirty="0">
                <a:latin typeface="+mn-ea"/>
              </a:rPr>
              <a:t>)，</a:t>
            </a:r>
            <a:r>
              <a:rPr lang="zh-CN" altLang="en-US" sz="2800" b="1" dirty="0">
                <a:latin typeface="+mn-ea"/>
              </a:rPr>
              <a:t>称为集合</a:t>
            </a:r>
            <a:r>
              <a:rPr lang="en-US" altLang="zh-CN" sz="2800" b="1" dirty="0">
                <a:latin typeface="+mn-ea"/>
              </a:rPr>
              <a:t>A</a:t>
            </a:r>
            <a:r>
              <a:rPr lang="zh-CN" altLang="en-US" sz="2800" b="1" dirty="0">
                <a:latin typeface="+mn-ea"/>
              </a:rPr>
              <a:t>的</a:t>
            </a:r>
            <a:r>
              <a:rPr lang="en-US" altLang="zh-CN" sz="2800" b="1" dirty="0">
                <a:solidFill>
                  <a:srgbClr val="FF0000"/>
                </a:solidFill>
                <a:latin typeface="+mn-ea"/>
              </a:rPr>
              <a:t>r-</a:t>
            </a:r>
            <a:r>
              <a:rPr lang="zh-CN" altLang="en-US" sz="2800" b="1" dirty="0">
                <a:solidFill>
                  <a:srgbClr val="FF0000"/>
                </a:solidFill>
                <a:latin typeface="+mn-ea"/>
              </a:rPr>
              <a:t>排列</a:t>
            </a:r>
            <a:r>
              <a:rPr lang="zh-CN" altLang="en-US" sz="2800" b="1" dirty="0">
                <a:latin typeface="+mn-ea"/>
              </a:rPr>
              <a:t>。</a:t>
            </a:r>
          </a:p>
          <a:p>
            <a:pPr marL="274320" indent="-274320" eaLnBrk="1" fontAlgn="auto" hangingPunct="1">
              <a:spcAft>
                <a:spcPts val="0"/>
              </a:spcAft>
              <a:buClr>
                <a:schemeClr val="accent3"/>
              </a:buClr>
              <a:buFont typeface="Wingdings 2"/>
              <a:buChar char=""/>
              <a:defRPr/>
            </a:pPr>
            <a:r>
              <a:rPr lang="zh-CN" altLang="en-US" sz="2800" b="1" dirty="0">
                <a:latin typeface="+mn-ea"/>
              </a:rPr>
              <a:t>集合</a:t>
            </a:r>
            <a:r>
              <a:rPr lang="en-US" altLang="zh-CN" sz="2800" b="1" dirty="0">
                <a:latin typeface="+mn-ea"/>
              </a:rPr>
              <a:t>A</a:t>
            </a:r>
            <a:r>
              <a:rPr lang="zh-CN" altLang="en-US" sz="2800" b="1" dirty="0">
                <a:latin typeface="+mn-ea"/>
              </a:rPr>
              <a:t>的所有</a:t>
            </a:r>
            <a:r>
              <a:rPr lang="en-US" altLang="zh-CN" sz="2800" b="1" dirty="0">
                <a:latin typeface="+mn-ea"/>
              </a:rPr>
              <a:t>r-</a:t>
            </a:r>
            <a:r>
              <a:rPr lang="zh-CN" altLang="en-US" sz="2800" b="1" dirty="0">
                <a:latin typeface="+mn-ea"/>
              </a:rPr>
              <a:t>排列的个数记为</a:t>
            </a:r>
            <a:r>
              <a:rPr lang="en-US" altLang="zh-CN" sz="2800" b="1" dirty="0">
                <a:solidFill>
                  <a:srgbClr val="FF0000"/>
                </a:solidFill>
              </a:rPr>
              <a:t>P(</a:t>
            </a:r>
            <a:r>
              <a:rPr lang="en-US" altLang="zh-CN" sz="2800" b="1" dirty="0" err="1">
                <a:solidFill>
                  <a:srgbClr val="FF0000"/>
                </a:solidFill>
              </a:rPr>
              <a:t>n,r</a:t>
            </a:r>
            <a:r>
              <a:rPr lang="en-US" altLang="zh-CN" sz="2800" b="1" dirty="0">
                <a:solidFill>
                  <a:srgbClr val="FF0000"/>
                </a:solidFill>
              </a:rPr>
              <a:t>)</a:t>
            </a:r>
            <a:r>
              <a:rPr lang="zh-CN" altLang="en-US" sz="2800" b="1" dirty="0">
                <a:latin typeface="+mn-ea"/>
              </a:rPr>
              <a:t>。（定义1-1）</a:t>
            </a:r>
          </a:p>
          <a:p>
            <a:pPr marL="274320" indent="-274320" eaLnBrk="1" fontAlgn="auto" hangingPunct="1">
              <a:spcAft>
                <a:spcPts val="0"/>
              </a:spcAft>
              <a:buClr>
                <a:schemeClr val="accent3"/>
              </a:buClr>
              <a:buFont typeface="Wingdings 2"/>
              <a:buChar char=""/>
              <a:defRPr/>
            </a:pPr>
            <a:r>
              <a:rPr lang="zh-CN" altLang="en-US" sz="2800" b="1" dirty="0">
                <a:solidFill>
                  <a:srgbClr val="FF0000"/>
                </a:solidFill>
                <a:latin typeface="+mn-ea"/>
              </a:rPr>
              <a:t>注意：</a:t>
            </a:r>
            <a:r>
              <a:rPr lang="en-US" altLang="zh-CN" sz="2800" b="1" dirty="0">
                <a:latin typeface="+mn-ea"/>
              </a:rPr>
              <a:t>A</a:t>
            </a:r>
            <a:r>
              <a:rPr lang="zh-CN" altLang="en-US" sz="2800" b="1" dirty="0">
                <a:latin typeface="+mn-ea"/>
              </a:rPr>
              <a:t>的</a:t>
            </a:r>
            <a:r>
              <a:rPr lang="en-US" altLang="zh-CN" sz="2800" b="1" dirty="0">
                <a:latin typeface="+mn-ea"/>
              </a:rPr>
              <a:t>r-</a:t>
            </a:r>
            <a:r>
              <a:rPr lang="zh-CN" altLang="en-US" sz="2800" b="1" dirty="0">
                <a:latin typeface="+mn-ea"/>
              </a:rPr>
              <a:t>排列为</a:t>
            </a:r>
            <a:r>
              <a:rPr lang="en-US" altLang="zh-CN" sz="2800" b="1" dirty="0">
                <a:latin typeface="+mn-ea"/>
              </a:rPr>
              <a:t>A</a:t>
            </a:r>
            <a:r>
              <a:rPr lang="zh-CN" altLang="en-US" sz="2800" b="1" dirty="0">
                <a:latin typeface="+mn-ea"/>
              </a:rPr>
              <a:t>的</a:t>
            </a:r>
            <a:r>
              <a:rPr lang="en-US" altLang="zh-CN" sz="2800" b="1" dirty="0">
                <a:latin typeface="+mn-ea"/>
              </a:rPr>
              <a:t>r</a:t>
            </a:r>
            <a:r>
              <a:rPr lang="zh-CN" altLang="en-US" sz="2800" b="1" dirty="0">
                <a:latin typeface="+mn-ea"/>
              </a:rPr>
              <a:t>有序子集。 </a:t>
            </a:r>
          </a:p>
        </p:txBody>
      </p:sp>
      <p:sp>
        <p:nvSpPr>
          <p:cNvPr id="565252" name="Rectangle 4">
            <a:extLst>
              <a:ext uri="{FF2B5EF4-FFF2-40B4-BE49-F238E27FC236}">
                <a16:creationId xmlns:a16="http://schemas.microsoft.com/office/drawing/2014/main" id="{9F470E3B-67A6-413D-A994-D62DE86AC932}"/>
              </a:ext>
            </a:extLst>
          </p:cNvPr>
          <p:cNvSpPr>
            <a:spLocks noGrp="1"/>
          </p:cNvSpPr>
          <p:nvPr>
            <p:ph sz="half" idx="2"/>
          </p:nvPr>
        </p:nvSpPr>
        <p:spPr>
          <a:xfrm>
            <a:off x="457200" y="4495800"/>
            <a:ext cx="8686800" cy="1981200"/>
          </a:xfrm>
        </p:spPr>
        <p:txBody>
          <a:bodyPr/>
          <a:lstStyle/>
          <a:p>
            <a:pPr eaLnBrk="1" hangingPunct="1"/>
            <a:r>
              <a:rPr lang="zh-CN" altLang="en-US" b="1"/>
              <a:t>例：集合</a:t>
            </a:r>
            <a:r>
              <a:rPr lang="en-US" altLang="zh-CN" b="1"/>
              <a:t>A=｛a,b,c｝</a:t>
            </a:r>
          </a:p>
          <a:p>
            <a:pPr eaLnBrk="1" hangingPunct="1"/>
            <a:r>
              <a:rPr lang="zh-CN" altLang="en-US" b="1"/>
              <a:t>集合</a:t>
            </a:r>
            <a:r>
              <a:rPr lang="en-US" altLang="zh-CN" b="1"/>
              <a:t>A</a:t>
            </a:r>
            <a:r>
              <a:rPr lang="zh-CN" altLang="en-US" b="1"/>
              <a:t>有6个2</a:t>
            </a:r>
            <a:r>
              <a:rPr lang="en-US" altLang="zh-CN" b="1"/>
              <a:t>-</a:t>
            </a:r>
            <a:r>
              <a:rPr lang="zh-CN" altLang="en-US" b="1"/>
              <a:t>排列：</a:t>
            </a:r>
            <a:r>
              <a:rPr lang="en-US" altLang="zh-CN" b="1"/>
              <a:t>ab,ac,ba,ca,bc,cb      </a:t>
            </a:r>
            <a:r>
              <a:rPr lang="zh-CN" altLang="en-US" b="1"/>
              <a:t>即</a:t>
            </a:r>
            <a:r>
              <a:rPr lang="en-US" altLang="zh-CN" sz="2800" b="1">
                <a:solidFill>
                  <a:srgbClr val="FF0000"/>
                </a:solidFill>
              </a:rPr>
              <a:t>P(3,2)=6 </a:t>
            </a:r>
          </a:p>
          <a:p>
            <a:pPr algn="just" eaLnBrk="1" hangingPunct="1"/>
            <a:r>
              <a:rPr lang="en-US" altLang="zh-CN" b="1"/>
              <a:t>A</a:t>
            </a:r>
            <a:r>
              <a:rPr lang="zh-CN" altLang="en-US" b="1"/>
              <a:t>有6个3</a:t>
            </a:r>
            <a:r>
              <a:rPr lang="en-US" altLang="zh-CN" b="1"/>
              <a:t>-</a:t>
            </a:r>
            <a:r>
              <a:rPr lang="zh-CN" altLang="en-US" b="1"/>
              <a:t>排列：</a:t>
            </a:r>
            <a:r>
              <a:rPr lang="en-US" altLang="zh-CN" b="1"/>
              <a:t>abc,acb,bac,bca,cab,cba,  </a:t>
            </a:r>
            <a:r>
              <a:rPr lang="zh-CN" altLang="en-US" b="1"/>
              <a:t>即</a:t>
            </a:r>
            <a:r>
              <a:rPr lang="en-US" altLang="zh-CN" sz="2800" b="1">
                <a:solidFill>
                  <a:srgbClr val="FF0000"/>
                </a:solidFill>
              </a:rPr>
              <a:t>P(3,3)=6 </a:t>
            </a:r>
            <a:endParaRPr lang="zh-CN" altLang="en-US" sz="2800" b="1">
              <a:solidFill>
                <a:srgbClr val="FF0000"/>
              </a:solidFill>
            </a:endParaRPr>
          </a:p>
          <a:p>
            <a:pPr eaLnBrk="1" hangingPunct="1"/>
            <a:endParaRPr lang="zh-CN" altLang="en-US" b="1">
              <a:solidFill>
                <a:srgbClr val="B1152F"/>
              </a:solidFill>
            </a:endParaRPr>
          </a:p>
        </p:txBody>
      </p:sp>
      <p:graphicFrame>
        <p:nvGraphicFramePr>
          <p:cNvPr id="565253" name="Object 5">
            <a:extLst>
              <a:ext uri="{FF2B5EF4-FFF2-40B4-BE49-F238E27FC236}">
                <a16:creationId xmlns:a16="http://schemas.microsoft.com/office/drawing/2014/main" id="{2E6D4C6D-BC80-403B-9216-54D811D71179}"/>
              </a:ext>
            </a:extLst>
          </p:cNvPr>
          <p:cNvGraphicFramePr>
            <a:graphicFrameLocks noChangeAspect="1"/>
          </p:cNvGraphicFramePr>
          <p:nvPr/>
        </p:nvGraphicFramePr>
        <p:xfrm>
          <a:off x="1447800" y="1828800"/>
          <a:ext cx="2209800" cy="660400"/>
        </p:xfrm>
        <a:graphic>
          <a:graphicData uri="http://schemas.openxmlformats.org/presentationml/2006/ole">
            <mc:AlternateContent xmlns:mc="http://schemas.openxmlformats.org/markup-compatibility/2006">
              <mc:Choice xmlns:v="urn:schemas-microsoft-com:vml" Requires="v">
                <p:oleObj name="Equation" r:id="rId2" imgW="685800" imgH="228600" progId="Equation.3">
                  <p:embed/>
                </p:oleObj>
              </mc:Choice>
              <mc:Fallback>
                <p:oleObj name="Equation" r:id="rId2" imgW="685800" imgH="228600" progId="Equation.3">
                  <p:embed/>
                  <p:pic>
                    <p:nvPicPr>
                      <p:cNvPr id="565253" name="Object 5">
                        <a:extLst>
                          <a:ext uri="{FF2B5EF4-FFF2-40B4-BE49-F238E27FC236}">
                            <a16:creationId xmlns:a16="http://schemas.microsoft.com/office/drawing/2014/main" id="{2E6D4C6D-BC80-403B-9216-54D811D711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1828800"/>
                        <a:ext cx="2209800" cy="660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Rectangle 2">
            <a:extLst>
              <a:ext uri="{FF2B5EF4-FFF2-40B4-BE49-F238E27FC236}">
                <a16:creationId xmlns:a16="http://schemas.microsoft.com/office/drawing/2014/main" id="{02D55220-6B09-4224-A8E6-3EA4F167F8E5}"/>
              </a:ext>
            </a:extLst>
          </p:cNvPr>
          <p:cNvSpPr txBox="1">
            <a:spLocks noChangeArrowheads="1"/>
          </p:cNvSpPr>
          <p:nvPr/>
        </p:nvSpPr>
        <p:spPr>
          <a:xfrm>
            <a:off x="381000" y="228600"/>
            <a:ext cx="2438400" cy="1143000"/>
          </a:xfrm>
          <a:prstGeom prst="rect">
            <a:avLst/>
          </a:prstGeom>
        </p:spPr>
        <p:txBody>
          <a:bodyPr lIns="0" rIns="0" bIns="0" anchor="b">
            <a:normAutofit/>
          </a:bodyPr>
          <a:lstStyle/>
          <a:p>
            <a:pPr fontAlgn="auto">
              <a:spcAft>
                <a:spcPts val="0"/>
              </a:spcAft>
              <a:defRPr/>
            </a:pPr>
            <a:r>
              <a:rPr kumimoji="0" lang="zh-CN" altLang="en-US" sz="5400" dirty="0">
                <a:solidFill>
                  <a:schemeClr val="tx2"/>
                </a:solidFill>
                <a:latin typeface="+mj-lt"/>
                <a:ea typeface="+mj-ea"/>
                <a:cs typeface="+mj-cs"/>
              </a:rPr>
              <a:t>线排列</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65251"/>
                                        </p:tgtEl>
                                        <p:attrNameLst>
                                          <p:attrName>style.visibility</p:attrName>
                                        </p:attrNameLst>
                                      </p:cBhvr>
                                      <p:to>
                                        <p:strVal val="visible"/>
                                      </p:to>
                                    </p:set>
                                    <p:anim calcmode="lin" valueType="num">
                                      <p:cBhvr additive="base">
                                        <p:cTn id="7" dur="500" fill="hold"/>
                                        <p:tgtEl>
                                          <p:spTgt spid="565251"/>
                                        </p:tgtEl>
                                        <p:attrNameLst>
                                          <p:attrName>ppt_x</p:attrName>
                                        </p:attrNameLst>
                                      </p:cBhvr>
                                      <p:tavLst>
                                        <p:tav tm="0">
                                          <p:val>
                                            <p:strVal val="0-#ppt_w/2"/>
                                          </p:val>
                                        </p:tav>
                                        <p:tav tm="100000">
                                          <p:val>
                                            <p:strVal val="#ppt_x"/>
                                          </p:val>
                                        </p:tav>
                                      </p:tavLst>
                                    </p:anim>
                                    <p:anim calcmode="lin" valueType="num">
                                      <p:cBhvr additive="base">
                                        <p:cTn id="8" dur="500" fill="hold"/>
                                        <p:tgtEl>
                                          <p:spTgt spid="565251"/>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nodeType="afterEffect">
                                  <p:stCondLst>
                                    <p:cond delay="0"/>
                                  </p:stCondLst>
                                  <p:childTnLst>
                                    <p:set>
                                      <p:cBhvr>
                                        <p:cTn id="11" dur="1" fill="hold">
                                          <p:stCondLst>
                                            <p:cond delay="0"/>
                                          </p:stCondLst>
                                        </p:cTn>
                                        <p:tgtEl>
                                          <p:spTgt spid="565253"/>
                                        </p:tgtEl>
                                        <p:attrNameLst>
                                          <p:attrName>style.visibility</p:attrName>
                                        </p:attrNameLst>
                                      </p:cBhvr>
                                      <p:to>
                                        <p:strVal val="visible"/>
                                      </p:to>
                                    </p:set>
                                    <p:anim calcmode="lin" valueType="num">
                                      <p:cBhvr additive="base">
                                        <p:cTn id="12" dur="500" fill="hold"/>
                                        <p:tgtEl>
                                          <p:spTgt spid="565253"/>
                                        </p:tgtEl>
                                        <p:attrNameLst>
                                          <p:attrName>ppt_x</p:attrName>
                                        </p:attrNameLst>
                                      </p:cBhvr>
                                      <p:tavLst>
                                        <p:tav tm="0">
                                          <p:val>
                                            <p:strVal val="0-#ppt_w/2"/>
                                          </p:val>
                                        </p:tav>
                                        <p:tav tm="100000">
                                          <p:val>
                                            <p:strVal val="#ppt_x"/>
                                          </p:val>
                                        </p:tav>
                                      </p:tavLst>
                                    </p:anim>
                                    <p:anim calcmode="lin" valueType="num">
                                      <p:cBhvr additive="base">
                                        <p:cTn id="13" dur="500" fill="hold"/>
                                        <p:tgtEl>
                                          <p:spTgt spid="565253"/>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565252">
                                            <p:txEl>
                                              <p:pRg st="0" end="0"/>
                                            </p:txEl>
                                          </p:spTgt>
                                        </p:tgtEl>
                                        <p:attrNameLst>
                                          <p:attrName>style.visibility</p:attrName>
                                        </p:attrNameLst>
                                      </p:cBhvr>
                                      <p:to>
                                        <p:strVal val="visible"/>
                                      </p:to>
                                    </p:set>
                                    <p:anim calcmode="lin" valueType="num">
                                      <p:cBhvr additive="base">
                                        <p:cTn id="18" dur="500" fill="hold"/>
                                        <p:tgtEl>
                                          <p:spTgt spid="565252">
                                            <p:txEl>
                                              <p:pRg st="0" end="0"/>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56525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565252">
                                            <p:txEl>
                                              <p:pRg st="1" end="1"/>
                                            </p:txEl>
                                          </p:spTgt>
                                        </p:tgtEl>
                                        <p:attrNameLst>
                                          <p:attrName>style.visibility</p:attrName>
                                        </p:attrNameLst>
                                      </p:cBhvr>
                                      <p:to>
                                        <p:strVal val="visible"/>
                                      </p:to>
                                    </p:set>
                                    <p:anim calcmode="lin" valueType="num">
                                      <p:cBhvr additive="base">
                                        <p:cTn id="24" dur="500" fill="hold"/>
                                        <p:tgtEl>
                                          <p:spTgt spid="565252">
                                            <p:txEl>
                                              <p:pRg st="1" end="1"/>
                                            </p:txEl>
                                          </p:spTgt>
                                        </p:tgtEl>
                                        <p:attrNameLst>
                                          <p:attrName>ppt_x</p:attrName>
                                        </p:attrNameLst>
                                      </p:cBhvr>
                                      <p:tavLst>
                                        <p:tav tm="0">
                                          <p:val>
                                            <p:strVal val="0-#ppt_w/2"/>
                                          </p:val>
                                        </p:tav>
                                        <p:tav tm="100000">
                                          <p:val>
                                            <p:strVal val="#ppt_x"/>
                                          </p:val>
                                        </p:tav>
                                      </p:tavLst>
                                    </p:anim>
                                    <p:anim calcmode="lin" valueType="num">
                                      <p:cBhvr additive="base">
                                        <p:cTn id="25" dur="500" fill="hold"/>
                                        <p:tgtEl>
                                          <p:spTgt spid="56525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565252">
                                            <p:txEl>
                                              <p:pRg st="2" end="2"/>
                                            </p:txEl>
                                          </p:spTgt>
                                        </p:tgtEl>
                                        <p:attrNameLst>
                                          <p:attrName>style.visibility</p:attrName>
                                        </p:attrNameLst>
                                      </p:cBhvr>
                                      <p:to>
                                        <p:strVal val="visible"/>
                                      </p:to>
                                    </p:set>
                                    <p:anim calcmode="lin" valueType="num">
                                      <p:cBhvr additive="base">
                                        <p:cTn id="30" dur="500" fill="hold"/>
                                        <p:tgtEl>
                                          <p:spTgt spid="565252">
                                            <p:txEl>
                                              <p:pRg st="2" end="2"/>
                                            </p:txEl>
                                          </p:spTgt>
                                        </p:tgtEl>
                                        <p:attrNameLst>
                                          <p:attrName>ppt_x</p:attrName>
                                        </p:attrNameLst>
                                      </p:cBhvr>
                                      <p:tavLst>
                                        <p:tav tm="0">
                                          <p:val>
                                            <p:strVal val="0-#ppt_w/2"/>
                                          </p:val>
                                        </p:tav>
                                        <p:tav tm="100000">
                                          <p:val>
                                            <p:strVal val="#ppt_x"/>
                                          </p:val>
                                        </p:tav>
                                      </p:tavLst>
                                    </p:anim>
                                    <p:anim calcmode="lin" valueType="num">
                                      <p:cBhvr additive="base">
                                        <p:cTn id="31" dur="500" fill="hold"/>
                                        <p:tgtEl>
                                          <p:spTgt spid="565252">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5251" grpId="0" autoUpdateAnimBg="0"/>
      <p:bldP spid="565252" grpId="0" build="p"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09D9A36B-DF7D-4561-9AFD-A103F688FAEE}"/>
              </a:ext>
            </a:extLst>
          </p:cNvPr>
          <p:cNvSpPr>
            <a:spLocks noGrp="1"/>
          </p:cNvSpPr>
          <p:nvPr>
            <p:ph type="title"/>
          </p:nvPr>
        </p:nvSpPr>
        <p:spPr>
          <a:xfrm>
            <a:off x="304800" y="228600"/>
            <a:ext cx="2438400" cy="1143000"/>
          </a:xfrm>
        </p:spPr>
        <p:txBody>
          <a:bodyPr/>
          <a:lstStyle/>
          <a:p>
            <a:pPr eaLnBrk="1" hangingPunct="1"/>
            <a:r>
              <a:rPr lang="zh-CN" altLang="en-US" sz="5400"/>
              <a:t>线排列</a:t>
            </a:r>
          </a:p>
        </p:txBody>
      </p:sp>
      <p:sp>
        <p:nvSpPr>
          <p:cNvPr id="566275" name="Rectangle 3">
            <a:extLst>
              <a:ext uri="{FF2B5EF4-FFF2-40B4-BE49-F238E27FC236}">
                <a16:creationId xmlns:a16="http://schemas.microsoft.com/office/drawing/2014/main" id="{A8B9527C-42A9-4414-A03E-6C08F4ED2E0C}"/>
              </a:ext>
            </a:extLst>
          </p:cNvPr>
          <p:cNvSpPr>
            <a:spLocks noGrp="1" noChangeArrowheads="1"/>
          </p:cNvSpPr>
          <p:nvPr>
            <p:ph sz="half" idx="1"/>
          </p:nvPr>
        </p:nvSpPr>
        <p:spPr>
          <a:xfrm>
            <a:off x="457200" y="1371600"/>
            <a:ext cx="8229600" cy="4800600"/>
          </a:xfrm>
        </p:spPr>
        <p:txBody>
          <a:bodyPr>
            <a:normAutofit/>
          </a:bodyPr>
          <a:lstStyle/>
          <a:p>
            <a:pPr marL="274320" indent="-274320" algn="just" eaLnBrk="1" fontAlgn="auto" hangingPunct="1">
              <a:spcAft>
                <a:spcPts val="0"/>
              </a:spcAft>
              <a:buClr>
                <a:schemeClr val="accent3"/>
              </a:buClr>
              <a:buFont typeface="Wingdings 2"/>
              <a:buChar char=""/>
              <a:defRPr/>
            </a:pPr>
            <a:r>
              <a:rPr lang="zh-CN" altLang="en-US" sz="2800" dirty="0">
                <a:solidFill>
                  <a:srgbClr val="FF0000"/>
                </a:solidFill>
              </a:rPr>
              <a:t>定理1.1    </a:t>
            </a:r>
            <a:r>
              <a:rPr lang="zh-CN" altLang="en-US" sz="2800" b="1" dirty="0"/>
              <a:t>对于正整数</a:t>
            </a:r>
            <a:r>
              <a:rPr lang="en-US" altLang="zh-CN" sz="2800" b="1" dirty="0"/>
              <a:t>n, r, </a:t>
            </a:r>
            <a:r>
              <a:rPr lang="en-US" altLang="zh-CN" sz="2800" b="1" dirty="0" err="1"/>
              <a:t>r≤n</a:t>
            </a:r>
            <a:r>
              <a:rPr lang="en-US" altLang="zh-CN" sz="2800" b="1" dirty="0"/>
              <a:t>,</a:t>
            </a:r>
            <a:r>
              <a:rPr lang="zh-CN" altLang="en-US" sz="2800" b="1" dirty="0"/>
              <a:t>有</a:t>
            </a:r>
            <a:endParaRPr lang="en-US" altLang="zh-CN" sz="2800" b="1" dirty="0"/>
          </a:p>
          <a:p>
            <a:pPr marL="274320" indent="-274320" algn="just" eaLnBrk="1" fontAlgn="auto" hangingPunct="1">
              <a:spcAft>
                <a:spcPts val="0"/>
              </a:spcAft>
              <a:buClr>
                <a:schemeClr val="accent3"/>
              </a:buClr>
              <a:buFont typeface="Wingdings 2"/>
              <a:buChar char=""/>
              <a:defRPr/>
            </a:pPr>
            <a:endParaRPr lang="zh-CN" altLang="en-US" sz="2800" b="1" dirty="0"/>
          </a:p>
          <a:p>
            <a:pPr marL="274320" indent="-274320" eaLnBrk="1" fontAlgn="auto" hangingPunct="1">
              <a:spcAft>
                <a:spcPts val="0"/>
              </a:spcAft>
              <a:buClr>
                <a:schemeClr val="accent3"/>
              </a:buClr>
              <a:buFont typeface="Wingdings" pitchFamily="2" charset="2"/>
              <a:buNone/>
              <a:defRPr/>
            </a:pPr>
            <a:r>
              <a:rPr lang="zh-CN" altLang="en-US" sz="2800" dirty="0"/>
              <a:t></a:t>
            </a:r>
            <a:r>
              <a:rPr lang="en-US" altLang="zh-CN" sz="2800" b="1" dirty="0"/>
              <a:t>P(</a:t>
            </a:r>
            <a:r>
              <a:rPr lang="en-US" altLang="zh-CN" sz="2800" b="1" dirty="0" err="1"/>
              <a:t>n,r</a:t>
            </a:r>
            <a:r>
              <a:rPr lang="en-US" altLang="zh-CN" sz="2800" b="1" dirty="0"/>
              <a:t>)=n(n-1)…(n-r+1)= n! ÷(n-r)!              (1.3)</a:t>
            </a:r>
            <a:r>
              <a:rPr lang="en-US" altLang="zh-CN" sz="2800" dirty="0"/>
              <a:t></a:t>
            </a:r>
            <a:endParaRPr lang="en-US" altLang="zh-CN" dirty="0"/>
          </a:p>
          <a:p>
            <a:pPr marL="274320" indent="-274320" eaLnBrk="1" fontAlgn="auto" hangingPunct="1">
              <a:spcAft>
                <a:spcPts val="0"/>
              </a:spcAft>
              <a:buClr>
                <a:schemeClr val="accent3"/>
              </a:buClr>
              <a:buFont typeface="Wingdings" pitchFamily="2" charset="2"/>
              <a:buNone/>
              <a:defRPr/>
            </a:pPr>
            <a:r>
              <a:rPr lang="zh-CN" altLang="en-US" b="1" dirty="0">
                <a:solidFill>
                  <a:schemeClr val="tx2">
                    <a:lumMod val="60000"/>
                    <a:lumOff val="40000"/>
                  </a:schemeClr>
                </a:solidFill>
              </a:rPr>
              <a:t>证明</a:t>
            </a:r>
            <a:r>
              <a:rPr lang="zh-CN" altLang="en-US" b="1" dirty="0"/>
              <a:t>：集合第一项，有</a:t>
            </a:r>
            <a:r>
              <a:rPr lang="en-US" altLang="zh-CN" b="1" dirty="0"/>
              <a:t>a</a:t>
            </a:r>
            <a:r>
              <a:rPr lang="en-US" altLang="zh-CN" b="1" baseline="-25000" dirty="0"/>
              <a:t>1</a:t>
            </a:r>
            <a:r>
              <a:rPr lang="en-US" altLang="zh-CN" b="1" dirty="0"/>
              <a:t>,a</a:t>
            </a:r>
            <a:r>
              <a:rPr lang="en-US" altLang="zh-CN" b="1" baseline="-25000" dirty="0"/>
              <a:t>2</a:t>
            </a:r>
            <a:r>
              <a:rPr lang="en-US" altLang="zh-CN" b="1" dirty="0"/>
              <a:t>,</a:t>
            </a:r>
            <a:r>
              <a:rPr lang="en-US" altLang="zh-CN" b="1" dirty="0">
                <a:latin typeface="Courier New"/>
              </a:rPr>
              <a:t>…</a:t>
            </a:r>
            <a:r>
              <a:rPr lang="en-US" altLang="zh-CN" b="1" dirty="0"/>
              <a:t>,a</a:t>
            </a:r>
            <a:r>
              <a:rPr lang="en-US" altLang="zh-CN" b="1" baseline="-25000" dirty="0"/>
              <a:t>n</a:t>
            </a:r>
            <a:r>
              <a:rPr lang="en-US" altLang="zh-CN" b="1" dirty="0"/>
              <a:t> </a:t>
            </a:r>
            <a:r>
              <a:rPr lang="en-US" altLang="zh-CN" b="1" dirty="0">
                <a:solidFill>
                  <a:srgbClr val="FF0000"/>
                </a:solidFill>
              </a:rPr>
              <a:t>n</a:t>
            </a:r>
            <a:r>
              <a:rPr lang="zh-CN" altLang="en-US" b="1" dirty="0"/>
              <a:t>种选法</a:t>
            </a:r>
          </a:p>
          <a:p>
            <a:pPr marL="274320" indent="-274320" eaLnBrk="1" fontAlgn="auto" hangingPunct="1">
              <a:spcAft>
                <a:spcPts val="0"/>
              </a:spcAft>
              <a:buClr>
                <a:schemeClr val="accent3"/>
              </a:buClr>
              <a:buFont typeface="Wingdings" pitchFamily="2" charset="2"/>
              <a:buNone/>
              <a:defRPr/>
            </a:pPr>
            <a:r>
              <a:rPr lang="zh-CN" altLang="en-US" b="1" dirty="0"/>
              <a:t>第二项，有除第一项外的</a:t>
            </a:r>
            <a:r>
              <a:rPr lang="en-US" altLang="zh-CN" b="1" dirty="0">
                <a:solidFill>
                  <a:srgbClr val="FF0000"/>
                </a:solidFill>
              </a:rPr>
              <a:t>n-1</a:t>
            </a:r>
            <a:r>
              <a:rPr lang="zh-CN" altLang="en-US" b="1" dirty="0"/>
              <a:t>种选法.</a:t>
            </a:r>
          </a:p>
          <a:p>
            <a:pPr marL="274320" indent="-274320" eaLnBrk="1" fontAlgn="auto" hangingPunct="1">
              <a:spcAft>
                <a:spcPts val="0"/>
              </a:spcAft>
              <a:buClr>
                <a:schemeClr val="accent3"/>
              </a:buClr>
              <a:buFont typeface="Wingdings" pitchFamily="2" charset="2"/>
              <a:buNone/>
              <a:defRPr/>
            </a:pPr>
            <a:r>
              <a:rPr lang="zh-CN" altLang="en-US" b="1" dirty="0"/>
              <a:t>第</a:t>
            </a:r>
            <a:r>
              <a:rPr lang="en-US" altLang="zh-CN" b="1" dirty="0"/>
              <a:t>r</a:t>
            </a:r>
            <a:r>
              <a:rPr lang="zh-CN" altLang="en-US" b="1" dirty="0"/>
              <a:t>项，有</a:t>
            </a:r>
            <a:r>
              <a:rPr lang="en-US" altLang="zh-CN" b="1" dirty="0">
                <a:solidFill>
                  <a:srgbClr val="FF0000"/>
                </a:solidFill>
              </a:rPr>
              <a:t>n-r+1</a:t>
            </a:r>
            <a:r>
              <a:rPr lang="zh-CN" altLang="en-US" b="1" dirty="0"/>
              <a:t>种选法 </a:t>
            </a:r>
          </a:p>
          <a:p>
            <a:pPr marL="274320" indent="-274320" algn="just" eaLnBrk="1" fontAlgn="auto" hangingPunct="1">
              <a:spcAft>
                <a:spcPts val="0"/>
              </a:spcAft>
              <a:buClr>
                <a:schemeClr val="accent3"/>
              </a:buClr>
              <a:buFont typeface="Wingdings" pitchFamily="2" charset="2"/>
              <a:buNone/>
              <a:defRPr/>
            </a:pPr>
            <a:r>
              <a:rPr lang="zh-CN" altLang="en-US" b="1" dirty="0"/>
              <a:t>由乘法规则，这</a:t>
            </a:r>
            <a:r>
              <a:rPr lang="en-US" altLang="zh-CN" b="1" dirty="0"/>
              <a:t>r</a:t>
            </a:r>
            <a:r>
              <a:rPr lang="zh-CN" altLang="en-US" b="1" dirty="0"/>
              <a:t>个项可以有</a:t>
            </a:r>
            <a:r>
              <a:rPr lang="en-US" altLang="zh-CN" b="1" dirty="0">
                <a:solidFill>
                  <a:srgbClr val="FF0000"/>
                </a:solidFill>
              </a:rPr>
              <a:t>n·(n-1)…(n-r+1)</a:t>
            </a:r>
            <a:r>
              <a:rPr lang="zh-CN" altLang="en-US" b="1" dirty="0"/>
              <a:t>种选法。</a:t>
            </a:r>
          </a:p>
          <a:p>
            <a:pPr marL="274320" indent="-274320" algn="just" eaLnBrk="1" fontAlgn="auto" hangingPunct="1">
              <a:spcAft>
                <a:spcPts val="0"/>
              </a:spcAft>
              <a:buClr>
                <a:schemeClr val="accent3"/>
              </a:buClr>
              <a:buFont typeface="Wingdings" pitchFamily="2" charset="2"/>
              <a:buNone/>
              <a:defRPr/>
            </a:pPr>
            <a:r>
              <a:rPr lang="zh-CN" altLang="en-US" b="1" dirty="0"/>
              <a:t>所以      </a:t>
            </a:r>
            <a:r>
              <a:rPr lang="en-US" altLang="zh-CN" b="1" dirty="0"/>
              <a:t>P(</a:t>
            </a:r>
            <a:r>
              <a:rPr lang="en-US" altLang="zh-CN" b="1" dirty="0" err="1"/>
              <a:t>n,r</a:t>
            </a:r>
            <a:r>
              <a:rPr lang="en-US" altLang="zh-CN" b="1" dirty="0"/>
              <a:t>)=n·(n-1)…(n-r+1)= n!÷ (n-r)!</a:t>
            </a:r>
            <a:r>
              <a:rPr lang="en-US" altLang="zh-CN" dirty="0"/>
              <a:t> </a:t>
            </a:r>
            <a:r>
              <a:rPr lang="zh-CN" altLang="en-US" dirty="0"/>
              <a:t>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66275"/>
                                        </p:tgtEl>
                                        <p:attrNameLst>
                                          <p:attrName>style.visibility</p:attrName>
                                        </p:attrNameLst>
                                      </p:cBhvr>
                                      <p:to>
                                        <p:strVal val="visible"/>
                                      </p:to>
                                    </p:set>
                                    <p:anim calcmode="lin" valueType="num">
                                      <p:cBhvr additive="base">
                                        <p:cTn id="7" dur="500" fill="hold"/>
                                        <p:tgtEl>
                                          <p:spTgt spid="566275"/>
                                        </p:tgtEl>
                                        <p:attrNameLst>
                                          <p:attrName>ppt_x</p:attrName>
                                        </p:attrNameLst>
                                      </p:cBhvr>
                                      <p:tavLst>
                                        <p:tav tm="0">
                                          <p:val>
                                            <p:strVal val="0-#ppt_w/2"/>
                                          </p:val>
                                        </p:tav>
                                        <p:tav tm="100000">
                                          <p:val>
                                            <p:strVal val="#ppt_x"/>
                                          </p:val>
                                        </p:tav>
                                      </p:tavLst>
                                    </p:anim>
                                    <p:anim calcmode="lin" valueType="num">
                                      <p:cBhvr additive="base">
                                        <p:cTn id="8" dur="500" fill="hold"/>
                                        <p:tgtEl>
                                          <p:spTgt spid="566275"/>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566275"/>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6275"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3">
            <a:extLst>
              <a:ext uri="{FF2B5EF4-FFF2-40B4-BE49-F238E27FC236}">
                <a16:creationId xmlns:a16="http://schemas.microsoft.com/office/drawing/2014/main" id="{5EF37872-1D66-480A-95C4-55015AF2DA7D}"/>
              </a:ext>
            </a:extLst>
          </p:cNvPr>
          <p:cNvSpPr>
            <a:spLocks noGrp="1"/>
          </p:cNvSpPr>
          <p:nvPr>
            <p:ph idx="1"/>
          </p:nvPr>
        </p:nvSpPr>
        <p:spPr>
          <a:xfrm>
            <a:off x="533400" y="2133600"/>
            <a:ext cx="8229600" cy="3962400"/>
          </a:xfrm>
        </p:spPr>
        <p:txBody>
          <a:bodyPr/>
          <a:lstStyle/>
          <a:p>
            <a:pPr algn="just" eaLnBrk="1" hangingPunct="1"/>
            <a:r>
              <a:rPr lang="zh-CN" altLang="en-US" sz="2800" b="1" dirty="0">
                <a:solidFill>
                  <a:srgbClr val="FF0000"/>
                </a:solidFill>
              </a:rPr>
              <a:t>推论1    </a:t>
            </a:r>
            <a:r>
              <a:rPr lang="zh-CN" altLang="en-US" sz="2800" b="1" dirty="0"/>
              <a:t>当</a:t>
            </a:r>
            <a:r>
              <a:rPr lang="en-US" altLang="zh-CN" sz="2800" b="1" dirty="0"/>
              <a:t>n≥r≥2</a:t>
            </a:r>
            <a:r>
              <a:rPr lang="zh-CN" altLang="en-US" sz="2800" b="1" dirty="0"/>
              <a:t>时，有</a:t>
            </a:r>
          </a:p>
          <a:p>
            <a:pPr eaLnBrk="1" hangingPunct="1">
              <a:buFont typeface="Wingdings 2" panose="05020102010507070707" pitchFamily="18" charset="2"/>
              <a:buNone/>
            </a:pPr>
            <a:r>
              <a:rPr lang="zh-CN" altLang="en-US" sz="2800" b="1" dirty="0"/>
              <a:t>                  </a:t>
            </a:r>
            <a:r>
              <a:rPr lang="en-US" altLang="zh-CN" sz="2800" b="1" dirty="0"/>
              <a:t>P(</a:t>
            </a:r>
            <a:r>
              <a:rPr lang="en-US" altLang="zh-CN" sz="2800" b="1" dirty="0" err="1"/>
              <a:t>n,r</a:t>
            </a:r>
            <a:r>
              <a:rPr lang="en-US" altLang="zh-CN" sz="2800" b="1" dirty="0"/>
              <a:t>)=</a:t>
            </a:r>
            <a:r>
              <a:rPr lang="en-US" altLang="zh-CN" sz="2800" b="1" dirty="0" err="1"/>
              <a:t>nP</a:t>
            </a:r>
            <a:r>
              <a:rPr lang="en-US" altLang="zh-CN" sz="2800" b="1" dirty="0"/>
              <a:t>(n-1,r-1)                             (1.4) </a:t>
            </a:r>
          </a:p>
          <a:p>
            <a:pPr eaLnBrk="1" hangingPunct="1">
              <a:buFont typeface="Wingdings 2" panose="05020102010507070707" pitchFamily="18" charset="2"/>
              <a:buNone/>
            </a:pPr>
            <a:endParaRPr lang="en-US" altLang="zh-CN" sz="2800" b="1" dirty="0"/>
          </a:p>
          <a:p>
            <a:pPr eaLnBrk="1" hangingPunct="1">
              <a:buFont typeface="Wingdings 2" panose="05020102010507070707" pitchFamily="18" charset="2"/>
              <a:buNone/>
            </a:pPr>
            <a:endParaRPr lang="en-US" altLang="zh-CN" sz="2800" b="1" dirty="0"/>
          </a:p>
          <a:p>
            <a:pPr algn="just" eaLnBrk="1" hangingPunct="1"/>
            <a:r>
              <a:rPr lang="zh-CN" altLang="en-US" sz="2800" b="1" dirty="0">
                <a:solidFill>
                  <a:srgbClr val="FF0000"/>
                </a:solidFill>
              </a:rPr>
              <a:t>推论2    </a:t>
            </a:r>
            <a:r>
              <a:rPr lang="zh-CN" altLang="en-US" sz="2800" b="1" dirty="0"/>
              <a:t>当</a:t>
            </a:r>
            <a:r>
              <a:rPr lang="en-US" altLang="zh-CN" sz="2800" b="1" dirty="0"/>
              <a:t>n≥r≥2</a:t>
            </a:r>
            <a:r>
              <a:rPr lang="zh-CN" altLang="en-US" sz="2800" b="1" dirty="0"/>
              <a:t>时，有</a:t>
            </a:r>
          </a:p>
          <a:p>
            <a:pPr eaLnBrk="1" hangingPunct="1">
              <a:buFont typeface="Wingdings 2" panose="05020102010507070707" pitchFamily="18" charset="2"/>
              <a:buNone/>
            </a:pPr>
            <a:r>
              <a:rPr lang="zh-CN" altLang="en-US" sz="2800" b="1" dirty="0"/>
              <a:t>                </a:t>
            </a:r>
            <a:r>
              <a:rPr lang="en-US" altLang="zh-CN" sz="2800" b="1" dirty="0"/>
              <a:t>P(</a:t>
            </a:r>
            <a:r>
              <a:rPr lang="en-US" altLang="zh-CN" sz="2800" b="1" dirty="0" err="1"/>
              <a:t>n,r</a:t>
            </a:r>
            <a:r>
              <a:rPr lang="en-US" altLang="zh-CN" sz="2800" b="1" dirty="0"/>
              <a:t>)=</a:t>
            </a:r>
            <a:r>
              <a:rPr lang="en-US" altLang="zh-CN" sz="2800" b="1" dirty="0" err="1"/>
              <a:t>rP</a:t>
            </a:r>
            <a:r>
              <a:rPr lang="en-US" altLang="zh-CN" sz="2800" b="1" dirty="0"/>
              <a:t>(n-1,r-1)+P(n-1,r)               (1.5)</a:t>
            </a:r>
            <a:endParaRPr lang="zh-CN" altLang="en-US" sz="2800" b="1" dirty="0"/>
          </a:p>
          <a:p>
            <a:pPr eaLnBrk="1" hangingPunct="1"/>
            <a:endParaRPr lang="zh-CN" altLang="en-US" dirty="0"/>
          </a:p>
        </p:txBody>
      </p:sp>
      <p:sp>
        <p:nvSpPr>
          <p:cNvPr id="5" name="Rectangle 2">
            <a:extLst>
              <a:ext uri="{FF2B5EF4-FFF2-40B4-BE49-F238E27FC236}">
                <a16:creationId xmlns:a16="http://schemas.microsoft.com/office/drawing/2014/main" id="{796801CF-4423-45C9-97D9-8648E44DC654}"/>
              </a:ext>
            </a:extLst>
          </p:cNvPr>
          <p:cNvSpPr txBox="1">
            <a:spLocks noChangeArrowheads="1"/>
          </p:cNvSpPr>
          <p:nvPr/>
        </p:nvSpPr>
        <p:spPr>
          <a:xfrm>
            <a:off x="762000" y="457200"/>
            <a:ext cx="2438400" cy="1143000"/>
          </a:xfrm>
          <a:prstGeom prst="rect">
            <a:avLst/>
          </a:prstGeom>
        </p:spPr>
        <p:txBody>
          <a:bodyPr lIns="0" rIns="0" bIns="0" anchor="b">
            <a:normAutofit/>
          </a:bodyPr>
          <a:lstStyle/>
          <a:p>
            <a:pPr fontAlgn="auto">
              <a:spcAft>
                <a:spcPts val="0"/>
              </a:spcAft>
              <a:defRPr/>
            </a:pPr>
            <a:r>
              <a:rPr kumimoji="0" lang="zh-CN" altLang="en-US" sz="5400" dirty="0">
                <a:solidFill>
                  <a:schemeClr val="tx2"/>
                </a:solidFill>
                <a:latin typeface="+mj-lt"/>
                <a:ea typeface="+mj-ea"/>
                <a:cs typeface="+mj-cs"/>
              </a:rPr>
              <a:t>线排列</a:t>
            </a:r>
          </a:p>
        </p:txBody>
      </p:sp>
    </p:spTree>
  </p:cSld>
  <p:clrMapOvr>
    <a:masterClrMapping/>
  </p:clrMapOvr>
  <p:transition>
    <p:random/>
  </p:transition>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7299" name="Rectangle 3">
            <a:extLst>
              <a:ext uri="{FF2B5EF4-FFF2-40B4-BE49-F238E27FC236}">
                <a16:creationId xmlns:a16="http://schemas.microsoft.com/office/drawing/2014/main" id="{62873083-25F3-40A4-8D02-7B968B60E308}"/>
              </a:ext>
            </a:extLst>
          </p:cNvPr>
          <p:cNvSpPr>
            <a:spLocks noGrp="1"/>
          </p:cNvSpPr>
          <p:nvPr>
            <p:ph sz="half" idx="1"/>
          </p:nvPr>
        </p:nvSpPr>
        <p:spPr>
          <a:xfrm>
            <a:off x="457200" y="1524000"/>
            <a:ext cx="8458200" cy="5105400"/>
          </a:xfrm>
        </p:spPr>
        <p:txBody>
          <a:bodyPr/>
          <a:lstStyle/>
          <a:p>
            <a:pPr eaLnBrk="1" hangingPunct="1">
              <a:lnSpc>
                <a:spcPct val="90000"/>
              </a:lnSpc>
              <a:buFont typeface="Wingdings" panose="05000000000000000000" pitchFamily="2" charset="2"/>
              <a:buNone/>
            </a:pPr>
            <a:r>
              <a:rPr lang="zh-CN" altLang="en-US" b="1">
                <a:solidFill>
                  <a:srgbClr val="FF0000"/>
                </a:solidFill>
              </a:rPr>
              <a:t>例一</a:t>
            </a:r>
            <a:r>
              <a:rPr lang="zh-CN" altLang="en-US" b="1"/>
              <a:t>：由数字1，2，3，4，5，6可以构成多少个数字互不相同的四位数。</a:t>
            </a:r>
            <a:endParaRPr lang="en-US" altLang="zh-CN" b="1"/>
          </a:p>
          <a:p>
            <a:pPr eaLnBrk="1" hangingPunct="1">
              <a:lnSpc>
                <a:spcPct val="90000"/>
              </a:lnSpc>
              <a:buFont typeface="Wingdings" panose="05000000000000000000" pitchFamily="2" charset="2"/>
              <a:buNone/>
            </a:pPr>
            <a:endParaRPr lang="zh-CN" altLang="en-US" b="1"/>
          </a:p>
          <a:p>
            <a:pPr eaLnBrk="1" hangingPunct="1">
              <a:lnSpc>
                <a:spcPct val="90000"/>
              </a:lnSpc>
              <a:buFont typeface="Wingdings" panose="05000000000000000000" pitchFamily="2" charset="2"/>
              <a:buNone/>
            </a:pPr>
            <a:r>
              <a:rPr lang="zh-CN" altLang="en-US" b="1"/>
              <a:t>解：很显然 这是一个排列</a:t>
            </a:r>
            <a:r>
              <a:rPr lang="en-US" altLang="zh-CN" b="1">
                <a:solidFill>
                  <a:srgbClr val="FF0000"/>
                </a:solidFill>
                <a:cs typeface="Times New Roman" panose="02020603050405020304" pitchFamily="18" charset="0"/>
              </a:rPr>
              <a:t>P(6,4)</a:t>
            </a:r>
            <a:r>
              <a:rPr lang="en-US" altLang="zh-CN" b="1"/>
              <a:t>= 360 。</a:t>
            </a:r>
          </a:p>
          <a:p>
            <a:pPr eaLnBrk="1" hangingPunct="1">
              <a:lnSpc>
                <a:spcPct val="90000"/>
              </a:lnSpc>
              <a:buFont typeface="Wingdings" panose="05000000000000000000" pitchFamily="2" charset="2"/>
              <a:buNone/>
            </a:pPr>
            <a:endParaRPr lang="en-US" altLang="zh-CN" b="1"/>
          </a:p>
          <a:p>
            <a:pPr eaLnBrk="1" hangingPunct="1">
              <a:lnSpc>
                <a:spcPct val="90000"/>
              </a:lnSpc>
              <a:buFont typeface="Wingdings" panose="05000000000000000000" pitchFamily="2" charset="2"/>
              <a:buNone/>
            </a:pPr>
            <a:r>
              <a:rPr lang="zh-CN" altLang="en-US" b="1">
                <a:solidFill>
                  <a:srgbClr val="FF0000"/>
                </a:solidFill>
              </a:rPr>
              <a:t>例二</a:t>
            </a:r>
            <a:r>
              <a:rPr lang="zh-CN" altLang="en-US" b="1">
                <a:solidFill>
                  <a:srgbClr val="B1152F"/>
                </a:solidFill>
              </a:rPr>
              <a:t>：</a:t>
            </a:r>
            <a:r>
              <a:rPr lang="zh-CN" altLang="en-US" b="1"/>
              <a:t>将具有9个字母的单词</a:t>
            </a:r>
            <a:r>
              <a:rPr lang="en-US" altLang="zh-CN" b="1">
                <a:solidFill>
                  <a:srgbClr val="DA10C7"/>
                </a:solidFill>
              </a:rPr>
              <a:t>FRAGMENTS</a:t>
            </a:r>
            <a:r>
              <a:rPr lang="zh-CN" altLang="en-US" b="1"/>
              <a:t>进行排列，要求字母</a:t>
            </a:r>
            <a:r>
              <a:rPr lang="en-US" altLang="zh-CN" b="1"/>
              <a:t>A</a:t>
            </a:r>
            <a:r>
              <a:rPr lang="zh-CN" altLang="en-US" b="1"/>
              <a:t>总是紧跟在字母</a:t>
            </a:r>
            <a:r>
              <a:rPr lang="en-US" altLang="zh-CN" b="1"/>
              <a:t>R</a:t>
            </a:r>
            <a:r>
              <a:rPr lang="zh-CN" altLang="en-US" b="1"/>
              <a:t>的右边，问有多少种这样的排法? </a:t>
            </a:r>
            <a:endParaRPr lang="en-US" altLang="zh-CN" b="1"/>
          </a:p>
          <a:p>
            <a:pPr eaLnBrk="1" hangingPunct="1">
              <a:lnSpc>
                <a:spcPct val="90000"/>
              </a:lnSpc>
              <a:buFont typeface="Wingdings" panose="05000000000000000000" pitchFamily="2" charset="2"/>
              <a:buNone/>
            </a:pPr>
            <a:endParaRPr lang="zh-CN" altLang="en-US" b="1"/>
          </a:p>
          <a:p>
            <a:pPr eaLnBrk="1" hangingPunct="1">
              <a:lnSpc>
                <a:spcPct val="90000"/>
              </a:lnSpc>
              <a:buFont typeface="Wingdings" panose="05000000000000000000" pitchFamily="2" charset="2"/>
              <a:buNone/>
            </a:pPr>
            <a:r>
              <a:rPr lang="zh-CN" altLang="en-US" b="1"/>
              <a:t>解：</a:t>
            </a:r>
            <a:r>
              <a:rPr lang="en-US" altLang="zh-CN" b="1"/>
              <a:t>A</a:t>
            </a:r>
            <a:r>
              <a:rPr lang="zh-CN" altLang="en-US" b="1"/>
              <a:t>和</a:t>
            </a:r>
            <a:r>
              <a:rPr lang="en-US" altLang="zh-CN" b="1"/>
              <a:t>R</a:t>
            </a:r>
            <a:r>
              <a:rPr lang="zh-CN" altLang="en-US" b="1"/>
              <a:t>可以算一个元素，所以这是一个</a:t>
            </a:r>
            <a:r>
              <a:rPr lang="en-US" altLang="zh-CN" b="1"/>
              <a:t>P(8,8),</a:t>
            </a:r>
          </a:p>
          <a:p>
            <a:pPr eaLnBrk="1" hangingPunct="1">
              <a:lnSpc>
                <a:spcPct val="90000"/>
              </a:lnSpc>
              <a:buFont typeface="Wingdings" panose="05000000000000000000" pitchFamily="2" charset="2"/>
              <a:buNone/>
            </a:pPr>
            <a:r>
              <a:rPr lang="en-US" altLang="zh-CN" b="1">
                <a:solidFill>
                  <a:srgbClr val="FF0000"/>
                </a:solidFill>
              </a:rPr>
              <a:t>        P(8,8)</a:t>
            </a:r>
            <a:r>
              <a:rPr lang="en-US" altLang="zh-CN" b="1"/>
              <a:t>=8!=40320</a:t>
            </a:r>
            <a:r>
              <a:rPr lang="zh-CN" altLang="en-US" b="1"/>
              <a:t>。 </a:t>
            </a:r>
          </a:p>
          <a:p>
            <a:pPr eaLnBrk="1" hangingPunct="1">
              <a:lnSpc>
                <a:spcPct val="90000"/>
              </a:lnSpc>
              <a:buFont typeface="Wingdings" panose="05000000000000000000" pitchFamily="2" charset="2"/>
              <a:buNone/>
            </a:pPr>
            <a:endParaRPr lang="zh-CN" altLang="en-US" b="1"/>
          </a:p>
          <a:p>
            <a:pPr eaLnBrk="1" hangingPunct="1">
              <a:lnSpc>
                <a:spcPct val="90000"/>
              </a:lnSpc>
              <a:buFont typeface="Wingdings" panose="05000000000000000000" pitchFamily="2" charset="2"/>
              <a:buNone/>
            </a:pPr>
            <a:endParaRPr lang="zh-CN" altLang="en-US"/>
          </a:p>
        </p:txBody>
      </p:sp>
      <p:sp>
        <p:nvSpPr>
          <p:cNvPr id="3" name="Rectangle 2">
            <a:extLst>
              <a:ext uri="{FF2B5EF4-FFF2-40B4-BE49-F238E27FC236}">
                <a16:creationId xmlns:a16="http://schemas.microsoft.com/office/drawing/2014/main" id="{C1D0C669-AEC9-436A-9AAE-8ED7887414AE}"/>
              </a:ext>
            </a:extLst>
          </p:cNvPr>
          <p:cNvSpPr txBox="1">
            <a:spLocks noChangeArrowheads="1"/>
          </p:cNvSpPr>
          <p:nvPr/>
        </p:nvSpPr>
        <p:spPr>
          <a:xfrm>
            <a:off x="1066800" y="304800"/>
            <a:ext cx="2438400" cy="1143000"/>
          </a:xfrm>
          <a:prstGeom prst="rect">
            <a:avLst/>
          </a:prstGeom>
        </p:spPr>
        <p:txBody>
          <a:bodyPr lIns="0" rIns="0" bIns="0" anchor="b">
            <a:normAutofit/>
          </a:bodyPr>
          <a:lstStyle/>
          <a:p>
            <a:pPr fontAlgn="auto">
              <a:spcAft>
                <a:spcPts val="0"/>
              </a:spcAft>
              <a:defRPr/>
            </a:pPr>
            <a:r>
              <a:rPr kumimoji="0" lang="zh-CN" altLang="en-US" sz="5400" dirty="0">
                <a:solidFill>
                  <a:schemeClr val="tx2"/>
                </a:solidFill>
                <a:latin typeface="+mj-lt"/>
                <a:ea typeface="+mj-ea"/>
                <a:cs typeface="+mj-cs"/>
              </a:rPr>
              <a:t>例</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67299">
                                            <p:txEl>
                                              <p:pRg st="0" end="0"/>
                                            </p:txEl>
                                          </p:spTgt>
                                        </p:tgtEl>
                                        <p:attrNameLst>
                                          <p:attrName>style.visibility</p:attrName>
                                        </p:attrNameLst>
                                      </p:cBhvr>
                                      <p:to>
                                        <p:strVal val="visible"/>
                                      </p:to>
                                    </p:set>
                                    <p:animEffect transition="in" filter="wipe(up)">
                                      <p:cBhvr>
                                        <p:cTn id="7" dur="500"/>
                                        <p:tgtEl>
                                          <p:spTgt spid="56729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67299">
                                            <p:txEl>
                                              <p:pRg st="2" end="2"/>
                                            </p:txEl>
                                          </p:spTgt>
                                        </p:tgtEl>
                                        <p:attrNameLst>
                                          <p:attrName>style.visibility</p:attrName>
                                        </p:attrNameLst>
                                      </p:cBhvr>
                                      <p:to>
                                        <p:strVal val="visible"/>
                                      </p:to>
                                    </p:set>
                                    <p:animEffect transition="in" filter="wipe(up)">
                                      <p:cBhvr>
                                        <p:cTn id="12" dur="500"/>
                                        <p:tgtEl>
                                          <p:spTgt spid="567299">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67299">
                                            <p:txEl>
                                              <p:pRg st="4" end="4"/>
                                            </p:txEl>
                                          </p:spTgt>
                                        </p:tgtEl>
                                        <p:attrNameLst>
                                          <p:attrName>style.visibility</p:attrName>
                                        </p:attrNameLst>
                                      </p:cBhvr>
                                      <p:to>
                                        <p:strVal val="visible"/>
                                      </p:to>
                                    </p:set>
                                    <p:animEffect transition="in" filter="wipe(up)">
                                      <p:cBhvr>
                                        <p:cTn id="17" dur="500"/>
                                        <p:tgtEl>
                                          <p:spTgt spid="567299">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67299">
                                            <p:txEl>
                                              <p:pRg st="6" end="6"/>
                                            </p:txEl>
                                          </p:spTgt>
                                        </p:tgtEl>
                                        <p:attrNameLst>
                                          <p:attrName>style.visibility</p:attrName>
                                        </p:attrNameLst>
                                      </p:cBhvr>
                                      <p:to>
                                        <p:strVal val="visible"/>
                                      </p:to>
                                    </p:set>
                                    <p:animEffect transition="in" filter="wipe(up)">
                                      <p:cBhvr>
                                        <p:cTn id="22" dur="500"/>
                                        <p:tgtEl>
                                          <p:spTgt spid="567299">
                                            <p:txEl>
                                              <p:pRg st="6" end="6"/>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67299">
                                            <p:txEl>
                                              <p:pRg st="7" end="7"/>
                                            </p:txEl>
                                          </p:spTgt>
                                        </p:tgtEl>
                                        <p:attrNameLst>
                                          <p:attrName>style.visibility</p:attrName>
                                        </p:attrNameLst>
                                      </p:cBhvr>
                                      <p:to>
                                        <p:strVal val="visible"/>
                                      </p:to>
                                    </p:set>
                                    <p:animEffect transition="in" filter="wipe(up)">
                                      <p:cBhvr>
                                        <p:cTn id="27" dur="500"/>
                                        <p:tgtEl>
                                          <p:spTgt spid="56729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7299" grpId="0" build="p"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8322" name="Rectangle 2">
            <a:extLst>
              <a:ext uri="{FF2B5EF4-FFF2-40B4-BE49-F238E27FC236}">
                <a16:creationId xmlns:a16="http://schemas.microsoft.com/office/drawing/2014/main" id="{8C7CDC49-65C8-4C9D-A1C1-C62826468128}"/>
              </a:ext>
            </a:extLst>
          </p:cNvPr>
          <p:cNvSpPr>
            <a:spLocks noGrp="1" noChangeArrowheads="1"/>
          </p:cNvSpPr>
          <p:nvPr>
            <p:ph type="title"/>
          </p:nvPr>
        </p:nvSpPr>
        <p:spPr>
          <a:xfrm>
            <a:off x="533400" y="1371600"/>
            <a:ext cx="8229600" cy="679450"/>
          </a:xfrm>
        </p:spPr>
        <p:txBody>
          <a:bodyPr>
            <a:normAutofit/>
          </a:bodyPr>
          <a:lstStyle/>
          <a:p>
            <a:pPr eaLnBrk="1" fontAlgn="auto" hangingPunct="1">
              <a:spcAft>
                <a:spcPts val="0"/>
              </a:spcAft>
              <a:defRPr/>
            </a:pPr>
            <a:r>
              <a:rPr lang="zh-CN" altLang="en-US" sz="3100" b="1" dirty="0">
                <a:solidFill>
                  <a:schemeClr val="tx1"/>
                </a:solidFill>
                <a:latin typeface="+mn-ea"/>
                <a:ea typeface="+mn-ea"/>
              </a:rPr>
              <a:t>一些元素排成一个圆圈的排列 </a:t>
            </a:r>
          </a:p>
        </p:txBody>
      </p:sp>
      <p:sp>
        <p:nvSpPr>
          <p:cNvPr id="568323" name="Rectangle 3">
            <a:extLst>
              <a:ext uri="{FF2B5EF4-FFF2-40B4-BE49-F238E27FC236}">
                <a16:creationId xmlns:a16="http://schemas.microsoft.com/office/drawing/2014/main" id="{507ACE76-EB28-494C-8717-C2865EC6371E}"/>
              </a:ext>
            </a:extLst>
          </p:cNvPr>
          <p:cNvSpPr>
            <a:spLocks noGrp="1" noChangeArrowheads="1"/>
          </p:cNvSpPr>
          <p:nvPr>
            <p:ph sz="half" idx="1"/>
          </p:nvPr>
        </p:nvSpPr>
        <p:spPr>
          <a:xfrm>
            <a:off x="838200" y="2286000"/>
            <a:ext cx="7239000" cy="4114800"/>
          </a:xfrm>
        </p:spPr>
        <p:txBody>
          <a:bodyPr>
            <a:normAutofit/>
          </a:bodyPr>
          <a:lstStyle/>
          <a:p>
            <a:pPr marL="274320" indent="-274320" algn="just" eaLnBrk="1" fontAlgn="auto" hangingPunct="1">
              <a:lnSpc>
                <a:spcPct val="150000"/>
              </a:lnSpc>
              <a:spcAft>
                <a:spcPts val="0"/>
              </a:spcAft>
              <a:buClr>
                <a:schemeClr val="accent3"/>
              </a:buClr>
              <a:buFont typeface="Wingdings 2"/>
              <a:buChar char=""/>
              <a:defRPr/>
            </a:pPr>
            <a:r>
              <a:rPr lang="zh-CN" altLang="en-US" sz="2800" dirty="0"/>
              <a:t> </a:t>
            </a:r>
            <a:r>
              <a:rPr lang="zh-CN" altLang="en-US" sz="2800" b="1" dirty="0">
                <a:solidFill>
                  <a:srgbClr val="FF0000"/>
                </a:solidFill>
              </a:rPr>
              <a:t>定义1.2</a:t>
            </a:r>
          </a:p>
          <a:p>
            <a:pPr marL="274320" indent="-274320" algn="just" eaLnBrk="1" fontAlgn="auto" hangingPunct="1">
              <a:lnSpc>
                <a:spcPct val="150000"/>
              </a:lnSpc>
              <a:spcAft>
                <a:spcPts val="0"/>
              </a:spcAft>
              <a:buClr>
                <a:schemeClr val="accent3"/>
              </a:buClr>
              <a:buFont typeface="Wingdings 2"/>
              <a:buChar char=""/>
              <a:defRPr/>
            </a:pPr>
            <a:r>
              <a:rPr lang="zh-CN" altLang="en-US" sz="2800" b="1" dirty="0">
                <a:latin typeface="+mn-ea"/>
              </a:rPr>
              <a:t>从集合</a:t>
            </a:r>
            <a:r>
              <a:rPr lang="en-US" altLang="zh-CN" sz="2800" b="1" dirty="0">
                <a:latin typeface="+mn-ea"/>
              </a:rPr>
              <a:t>A=｛a</a:t>
            </a:r>
            <a:r>
              <a:rPr lang="en-US" altLang="zh-CN" sz="2800" b="1" baseline="-25000" dirty="0">
                <a:latin typeface="+mn-ea"/>
              </a:rPr>
              <a:t>1</a:t>
            </a:r>
            <a:r>
              <a:rPr lang="en-US" altLang="zh-CN" sz="2800" b="1" dirty="0">
                <a:latin typeface="+mn-ea"/>
              </a:rPr>
              <a:t>,a</a:t>
            </a:r>
            <a:r>
              <a:rPr lang="en-US" altLang="zh-CN" sz="2800" b="1" baseline="-25000" dirty="0">
                <a:latin typeface="+mn-ea"/>
              </a:rPr>
              <a:t>2</a:t>
            </a:r>
            <a:r>
              <a:rPr lang="en-US" altLang="zh-CN" sz="2800" b="1" dirty="0">
                <a:latin typeface="+mn-ea"/>
              </a:rPr>
              <a:t>,…,a</a:t>
            </a:r>
            <a:r>
              <a:rPr lang="en-US" altLang="zh-CN" sz="2800" b="1" baseline="-25000" dirty="0">
                <a:latin typeface="+mn-ea"/>
              </a:rPr>
              <a:t>n</a:t>
            </a:r>
            <a:r>
              <a:rPr lang="en-US" altLang="zh-CN" sz="2800" b="1" dirty="0">
                <a:latin typeface="+mn-ea"/>
              </a:rPr>
              <a:t>｝</a:t>
            </a:r>
            <a:r>
              <a:rPr lang="zh-CN" altLang="en-US" sz="2800" b="1" dirty="0">
                <a:latin typeface="+mn-ea"/>
              </a:rPr>
              <a:t>的</a:t>
            </a:r>
            <a:r>
              <a:rPr lang="en-US" altLang="zh-CN" sz="2800" b="1" dirty="0">
                <a:solidFill>
                  <a:srgbClr val="FF0000"/>
                </a:solidFill>
                <a:latin typeface="+mn-ea"/>
              </a:rPr>
              <a:t>n</a:t>
            </a:r>
            <a:r>
              <a:rPr lang="zh-CN" altLang="en-US" sz="2800" b="1" dirty="0">
                <a:latin typeface="+mn-ea"/>
              </a:rPr>
              <a:t>个不同元素中取出</a:t>
            </a:r>
            <a:r>
              <a:rPr lang="en-US" altLang="zh-CN" sz="2800" b="1" dirty="0">
                <a:solidFill>
                  <a:srgbClr val="FF0000"/>
                </a:solidFill>
                <a:latin typeface="+mn-ea"/>
              </a:rPr>
              <a:t>r</a:t>
            </a:r>
            <a:r>
              <a:rPr lang="zh-CN" altLang="en-US" sz="2800" b="1" dirty="0">
                <a:latin typeface="+mn-ea"/>
              </a:rPr>
              <a:t>个元素按照</a:t>
            </a:r>
            <a:r>
              <a:rPr lang="zh-CN" altLang="en-US" sz="2800" b="1" dirty="0">
                <a:solidFill>
                  <a:srgbClr val="FF0000"/>
                </a:solidFill>
                <a:latin typeface="+mn-ea"/>
              </a:rPr>
              <a:t>某种顺序</a:t>
            </a:r>
            <a:r>
              <a:rPr lang="zh-CN" altLang="en-US" sz="2800" b="1" dirty="0">
                <a:latin typeface="+mn-ea"/>
              </a:rPr>
              <a:t>(如逆时针)排成一个圆圈，称这样的排列为圆排列(或称循环排列)。</a:t>
            </a:r>
          </a:p>
          <a:p>
            <a:pPr marL="274320" indent="-274320" eaLnBrk="1" fontAlgn="auto" hangingPunct="1">
              <a:spcAft>
                <a:spcPts val="0"/>
              </a:spcAft>
              <a:buClr>
                <a:schemeClr val="accent3"/>
              </a:buClr>
              <a:buFont typeface="Wingdings 2"/>
              <a:buChar char=""/>
              <a:defRPr/>
            </a:pPr>
            <a:endParaRPr lang="zh-CN" altLang="en-US" dirty="0">
              <a:solidFill>
                <a:srgbClr val="FF0066"/>
              </a:solidFill>
            </a:endParaRPr>
          </a:p>
          <a:p>
            <a:pPr marL="274320" indent="-274320" eaLnBrk="1" fontAlgn="auto" hangingPunct="1">
              <a:spcAft>
                <a:spcPts val="0"/>
              </a:spcAft>
              <a:buClr>
                <a:schemeClr val="accent3"/>
              </a:buClr>
              <a:buFont typeface="Wingdings 2"/>
              <a:buChar char=""/>
              <a:defRPr/>
            </a:pPr>
            <a:endParaRPr lang="zh-CN" altLang="en-US" dirty="0">
              <a:solidFill>
                <a:srgbClr val="FF0066"/>
              </a:solidFill>
            </a:endParaRPr>
          </a:p>
        </p:txBody>
      </p:sp>
      <p:sp>
        <p:nvSpPr>
          <p:cNvPr id="4" name="Rectangle 2">
            <a:extLst>
              <a:ext uri="{FF2B5EF4-FFF2-40B4-BE49-F238E27FC236}">
                <a16:creationId xmlns:a16="http://schemas.microsoft.com/office/drawing/2014/main" id="{0A4D26E5-3825-4D7B-B31A-71E700920021}"/>
              </a:ext>
            </a:extLst>
          </p:cNvPr>
          <p:cNvSpPr txBox="1">
            <a:spLocks noChangeArrowheads="1"/>
          </p:cNvSpPr>
          <p:nvPr/>
        </p:nvSpPr>
        <p:spPr>
          <a:xfrm>
            <a:off x="990600" y="381000"/>
            <a:ext cx="2438400" cy="1143000"/>
          </a:xfrm>
          <a:prstGeom prst="rect">
            <a:avLst/>
          </a:prstGeom>
        </p:spPr>
        <p:txBody>
          <a:bodyPr lIns="0" rIns="0" bIns="0" anchor="b">
            <a:normAutofit/>
          </a:bodyPr>
          <a:lstStyle/>
          <a:p>
            <a:pPr fontAlgn="auto">
              <a:spcAft>
                <a:spcPts val="0"/>
              </a:spcAft>
              <a:defRPr/>
            </a:pPr>
            <a:r>
              <a:rPr kumimoji="0" lang="zh-CN" altLang="en-US" sz="5400" dirty="0">
                <a:solidFill>
                  <a:schemeClr val="tx2"/>
                </a:solidFill>
                <a:latin typeface="+mj-lt"/>
                <a:ea typeface="+mj-ea"/>
                <a:cs typeface="+mj-cs"/>
              </a:rPr>
              <a:t>圆排列</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68323"/>
                                        </p:tgtEl>
                                        <p:attrNameLst>
                                          <p:attrName>style.visibility</p:attrName>
                                        </p:attrNameLst>
                                      </p:cBhvr>
                                      <p:to>
                                        <p:strVal val="visible"/>
                                      </p:to>
                                    </p:set>
                                    <p:anim calcmode="lin" valueType="num">
                                      <p:cBhvr additive="base">
                                        <p:cTn id="7" dur="500" fill="hold"/>
                                        <p:tgtEl>
                                          <p:spTgt spid="568323"/>
                                        </p:tgtEl>
                                        <p:attrNameLst>
                                          <p:attrName>ppt_x</p:attrName>
                                        </p:attrNameLst>
                                      </p:cBhvr>
                                      <p:tavLst>
                                        <p:tav tm="0">
                                          <p:val>
                                            <p:strVal val="0-#ppt_w/2"/>
                                          </p:val>
                                        </p:tav>
                                        <p:tav tm="100000">
                                          <p:val>
                                            <p:strVal val="#ppt_x"/>
                                          </p:val>
                                        </p:tav>
                                      </p:tavLst>
                                    </p:anim>
                                    <p:anim calcmode="lin" valueType="num">
                                      <p:cBhvr additive="base">
                                        <p:cTn id="8" dur="500" fill="hold"/>
                                        <p:tgtEl>
                                          <p:spTgt spid="568323"/>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568323"/>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8323"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03" name="Rectangle 3">
            <a:extLst>
              <a:ext uri="{FF2B5EF4-FFF2-40B4-BE49-F238E27FC236}">
                <a16:creationId xmlns:a16="http://schemas.microsoft.com/office/drawing/2014/main" id="{E2B03E71-CE7D-42B4-ACDE-48DC60E2F97D}"/>
              </a:ext>
            </a:extLst>
          </p:cNvPr>
          <p:cNvSpPr>
            <a:spLocks noGrp="1" noChangeArrowheads="1"/>
          </p:cNvSpPr>
          <p:nvPr>
            <p:ph idx="1"/>
          </p:nvPr>
        </p:nvSpPr>
        <p:spPr>
          <a:xfrm>
            <a:off x="609600" y="1447800"/>
            <a:ext cx="8001000" cy="5257800"/>
          </a:xfrm>
        </p:spPr>
        <p:txBody>
          <a:bodyPr>
            <a:normAutofit/>
          </a:bodyPr>
          <a:lstStyle/>
          <a:p>
            <a:pPr marL="274320" indent="-274320" eaLnBrk="1" fontAlgn="auto" hangingPunct="1">
              <a:spcAft>
                <a:spcPts val="0"/>
              </a:spcAft>
              <a:buClr>
                <a:schemeClr val="accent3"/>
              </a:buClr>
              <a:buFont typeface="Wingdings 2"/>
              <a:buChar char=""/>
              <a:defRPr/>
            </a:pPr>
            <a:r>
              <a:rPr lang="zh-CN" altLang="en-US" sz="2800" b="1" dirty="0">
                <a:latin typeface="+mn-ea"/>
              </a:rPr>
              <a:t>注意：把一个圆排列旋转所得到的另一个圆排列视为相同的圆排列。即排列</a:t>
            </a:r>
          </a:p>
          <a:p>
            <a:pPr marL="274320" indent="-274320" eaLnBrk="1" fontAlgn="auto" hangingPunct="1">
              <a:spcAft>
                <a:spcPts val="0"/>
              </a:spcAft>
              <a:buClr>
                <a:schemeClr val="accent3"/>
              </a:buClr>
              <a:buFont typeface="Wingdings 2"/>
              <a:buChar char=""/>
              <a:defRPr/>
            </a:pPr>
            <a:r>
              <a:rPr lang="en-US" altLang="zh-CN" sz="2800" b="1" dirty="0">
                <a:latin typeface="+mn-ea"/>
              </a:rPr>
              <a:t>a</a:t>
            </a:r>
            <a:r>
              <a:rPr lang="en-US" altLang="zh-CN" sz="2800" b="1" baseline="-25000" dirty="0">
                <a:latin typeface="+mn-ea"/>
              </a:rPr>
              <a:t>1</a:t>
            </a:r>
            <a:r>
              <a:rPr lang="en-US" altLang="zh-CN" sz="2800" b="1" dirty="0">
                <a:latin typeface="+mn-ea"/>
              </a:rPr>
              <a:t>a</a:t>
            </a:r>
            <a:r>
              <a:rPr lang="en-US" altLang="zh-CN" sz="2800" b="1" baseline="-25000" dirty="0">
                <a:latin typeface="+mn-ea"/>
              </a:rPr>
              <a:t>2</a:t>
            </a:r>
            <a:r>
              <a:rPr lang="en-US" altLang="zh-CN" sz="2800" b="1" dirty="0">
                <a:latin typeface="+mn-ea"/>
              </a:rPr>
              <a:t>…</a:t>
            </a:r>
            <a:r>
              <a:rPr lang="en-US" altLang="zh-CN" sz="2800" b="1" dirty="0" err="1">
                <a:latin typeface="+mn-ea"/>
              </a:rPr>
              <a:t>a</a:t>
            </a:r>
            <a:r>
              <a:rPr lang="en-US" altLang="zh-CN" sz="2800" b="1" baseline="-25000" dirty="0" err="1">
                <a:latin typeface="+mn-ea"/>
              </a:rPr>
              <a:t>r</a:t>
            </a:r>
            <a:r>
              <a:rPr lang="en-US" altLang="zh-CN" sz="2800" b="1" dirty="0">
                <a:latin typeface="+mn-ea"/>
              </a:rPr>
              <a:t>, </a:t>
            </a:r>
          </a:p>
          <a:p>
            <a:pPr marL="274320" indent="-274320" eaLnBrk="1" fontAlgn="auto" hangingPunct="1">
              <a:spcAft>
                <a:spcPts val="0"/>
              </a:spcAft>
              <a:buClr>
                <a:schemeClr val="accent3"/>
              </a:buClr>
              <a:buFont typeface="Wingdings 2"/>
              <a:buChar char=""/>
              <a:defRPr/>
            </a:pPr>
            <a:r>
              <a:rPr lang="en-US" altLang="zh-CN" sz="2800" b="1" dirty="0">
                <a:latin typeface="+mn-ea"/>
              </a:rPr>
              <a:t>a</a:t>
            </a:r>
            <a:r>
              <a:rPr lang="en-US" altLang="zh-CN" sz="2800" b="1" baseline="-25000" dirty="0">
                <a:latin typeface="+mn-ea"/>
              </a:rPr>
              <a:t>2</a:t>
            </a:r>
            <a:r>
              <a:rPr lang="en-US" altLang="zh-CN" sz="2800" b="1" dirty="0">
                <a:latin typeface="+mn-ea"/>
              </a:rPr>
              <a:t>a</a:t>
            </a:r>
            <a:r>
              <a:rPr lang="en-US" altLang="zh-CN" sz="2800" b="1" baseline="-25000" dirty="0">
                <a:latin typeface="+mn-ea"/>
              </a:rPr>
              <a:t>3</a:t>
            </a:r>
            <a:r>
              <a:rPr lang="en-US" altLang="zh-CN" sz="2800" b="1" dirty="0">
                <a:latin typeface="+mn-ea"/>
              </a:rPr>
              <a:t>…a</a:t>
            </a:r>
            <a:r>
              <a:rPr lang="en-US" altLang="zh-CN" sz="2800" b="1" baseline="-25000" dirty="0">
                <a:latin typeface="+mn-ea"/>
              </a:rPr>
              <a:t>r</a:t>
            </a:r>
            <a:r>
              <a:rPr lang="en-US" altLang="zh-CN" sz="2800" b="1" dirty="0">
                <a:latin typeface="+mn-ea"/>
              </a:rPr>
              <a:t>a</a:t>
            </a:r>
            <a:r>
              <a:rPr lang="en-US" altLang="zh-CN" sz="2800" b="1" baseline="-25000" dirty="0">
                <a:latin typeface="+mn-ea"/>
              </a:rPr>
              <a:t>1</a:t>
            </a:r>
            <a:r>
              <a:rPr lang="en-US" altLang="zh-CN" sz="2800" b="1" dirty="0">
                <a:latin typeface="+mn-ea"/>
              </a:rPr>
              <a:t>,</a:t>
            </a:r>
          </a:p>
          <a:p>
            <a:pPr marL="274320" indent="-274320" eaLnBrk="1" fontAlgn="auto" hangingPunct="1">
              <a:spcAft>
                <a:spcPts val="0"/>
              </a:spcAft>
              <a:buClr>
                <a:schemeClr val="accent3"/>
              </a:buClr>
              <a:buFont typeface="Wingdings 2"/>
              <a:buChar char=""/>
              <a:defRPr/>
            </a:pPr>
            <a:r>
              <a:rPr lang="en-US" altLang="zh-CN" sz="2800" b="1" dirty="0">
                <a:latin typeface="+mn-ea"/>
              </a:rPr>
              <a:t>a</a:t>
            </a:r>
            <a:r>
              <a:rPr lang="en-US" altLang="zh-CN" sz="2800" b="1" baseline="-25000" dirty="0">
                <a:latin typeface="+mn-ea"/>
              </a:rPr>
              <a:t>3</a:t>
            </a:r>
            <a:r>
              <a:rPr lang="en-US" altLang="zh-CN" sz="2800" b="1" dirty="0">
                <a:latin typeface="+mn-ea"/>
              </a:rPr>
              <a:t>…a</a:t>
            </a:r>
            <a:r>
              <a:rPr lang="en-US" altLang="zh-CN" sz="2800" b="1" baseline="-25000" dirty="0">
                <a:latin typeface="+mn-ea"/>
              </a:rPr>
              <a:t>r</a:t>
            </a:r>
            <a:r>
              <a:rPr lang="en-US" altLang="zh-CN" sz="2800" b="1" dirty="0">
                <a:latin typeface="+mn-ea"/>
              </a:rPr>
              <a:t>a</a:t>
            </a:r>
            <a:r>
              <a:rPr lang="en-US" altLang="zh-CN" sz="2800" b="1" baseline="-25000" dirty="0">
                <a:latin typeface="+mn-ea"/>
              </a:rPr>
              <a:t>1</a:t>
            </a:r>
            <a:r>
              <a:rPr lang="en-US" altLang="zh-CN" sz="2800" b="1" dirty="0">
                <a:latin typeface="+mn-ea"/>
              </a:rPr>
              <a:t>a</a:t>
            </a:r>
            <a:r>
              <a:rPr lang="en-US" altLang="zh-CN" sz="2800" b="1" baseline="-25000" dirty="0">
                <a:latin typeface="+mn-ea"/>
              </a:rPr>
              <a:t>2</a:t>
            </a:r>
            <a:r>
              <a:rPr lang="en-US" altLang="zh-CN" sz="2800" b="1" dirty="0">
                <a:latin typeface="+mn-ea"/>
              </a:rPr>
              <a:t>,</a:t>
            </a:r>
          </a:p>
          <a:p>
            <a:pPr marL="274320" indent="-274320" eaLnBrk="1" fontAlgn="auto" hangingPunct="1">
              <a:spcAft>
                <a:spcPts val="0"/>
              </a:spcAft>
              <a:buClr>
                <a:schemeClr val="accent3"/>
              </a:buClr>
              <a:buFont typeface="Wingdings 2"/>
              <a:buChar char=""/>
              <a:defRPr/>
            </a:pPr>
            <a:r>
              <a:rPr lang="en-US" altLang="zh-CN" sz="2800" b="1" dirty="0">
                <a:latin typeface="+mn-ea"/>
              </a:rPr>
              <a:t>…, </a:t>
            </a:r>
          </a:p>
          <a:p>
            <a:pPr marL="274320" indent="-274320" eaLnBrk="1" fontAlgn="auto" hangingPunct="1">
              <a:spcAft>
                <a:spcPts val="0"/>
              </a:spcAft>
              <a:buClr>
                <a:schemeClr val="accent3"/>
              </a:buClr>
              <a:buFont typeface="Wingdings 2"/>
              <a:buChar char=""/>
              <a:defRPr/>
            </a:pPr>
            <a:r>
              <a:rPr lang="en-US" altLang="zh-CN" sz="2800" b="1" dirty="0">
                <a:latin typeface="+mn-ea"/>
              </a:rPr>
              <a:t>a</a:t>
            </a:r>
            <a:r>
              <a:rPr lang="en-US" altLang="zh-CN" sz="2800" b="1" baseline="-25000" dirty="0">
                <a:latin typeface="+mn-ea"/>
              </a:rPr>
              <a:t>r</a:t>
            </a:r>
            <a:r>
              <a:rPr lang="en-US" altLang="zh-CN" sz="2800" b="1" dirty="0">
                <a:latin typeface="+mn-ea"/>
              </a:rPr>
              <a:t>a</a:t>
            </a:r>
            <a:r>
              <a:rPr lang="en-US" altLang="zh-CN" sz="2800" b="1" baseline="-25000" dirty="0">
                <a:latin typeface="+mn-ea"/>
              </a:rPr>
              <a:t>1</a:t>
            </a:r>
            <a:r>
              <a:rPr lang="en-US" altLang="zh-CN" sz="2800" b="1" dirty="0">
                <a:latin typeface="+mn-ea"/>
              </a:rPr>
              <a:t>a</a:t>
            </a:r>
            <a:r>
              <a:rPr lang="en-US" altLang="zh-CN" sz="2800" b="1" baseline="-25000" dirty="0">
                <a:latin typeface="+mn-ea"/>
              </a:rPr>
              <a:t>2</a:t>
            </a:r>
            <a:r>
              <a:rPr lang="en-US" altLang="zh-CN" sz="2800" b="1" dirty="0">
                <a:latin typeface="+mn-ea"/>
              </a:rPr>
              <a:t>…a</a:t>
            </a:r>
            <a:r>
              <a:rPr lang="en-US" altLang="zh-CN" sz="2800" b="1" baseline="-25000" dirty="0">
                <a:latin typeface="+mn-ea"/>
              </a:rPr>
              <a:t>r-1</a:t>
            </a:r>
            <a:r>
              <a:rPr lang="en-US" altLang="zh-CN" sz="2800" b="1" dirty="0">
                <a:latin typeface="+mn-ea"/>
                <a:cs typeface="Times New Roman" pitchFamily="18" charset="0"/>
              </a:rPr>
              <a:t> </a:t>
            </a:r>
            <a:r>
              <a:rPr lang="zh-CN" altLang="en-US" sz="2800" b="1" dirty="0">
                <a:latin typeface="+mn-ea"/>
              </a:rPr>
              <a:t>在圆排列中是同一个</a:t>
            </a:r>
            <a:r>
              <a:rPr lang="en-US" altLang="zh-CN" sz="2800" b="1" dirty="0">
                <a:latin typeface="+mn-ea"/>
              </a:rPr>
              <a:t>.</a:t>
            </a:r>
            <a:endParaRPr lang="zh-CN" altLang="en-US" sz="2800" b="1" dirty="0">
              <a:latin typeface="+mn-ea"/>
            </a:endParaRPr>
          </a:p>
          <a:p>
            <a:pPr marL="274320" indent="-274320" eaLnBrk="1" fontAlgn="auto" hangingPunct="1">
              <a:spcAft>
                <a:spcPts val="0"/>
              </a:spcAft>
              <a:buClr>
                <a:schemeClr val="accent3"/>
              </a:buClr>
              <a:buFont typeface="Wingdings 2"/>
              <a:buChar char=""/>
              <a:defRPr/>
            </a:pPr>
            <a:r>
              <a:rPr lang="zh-CN" altLang="en-US" sz="2800" b="1" dirty="0">
                <a:latin typeface="+mn-ea"/>
              </a:rPr>
              <a:t>所以圆排列的个数为</a:t>
            </a:r>
          </a:p>
          <a:p>
            <a:pPr marL="274320" indent="-274320" eaLnBrk="1" fontAlgn="auto" hangingPunct="1">
              <a:spcAft>
                <a:spcPts val="0"/>
              </a:spcAft>
              <a:buClr>
                <a:schemeClr val="accent3"/>
              </a:buClr>
              <a:buFont typeface="Wingdings 2"/>
              <a:buNone/>
              <a:defRPr/>
            </a:pPr>
            <a:r>
              <a:rPr lang="zh-CN" altLang="en-US" sz="2800" b="1" dirty="0">
                <a:latin typeface="+mn-ea"/>
              </a:rPr>
              <a:t></a:t>
            </a:r>
            <a:r>
              <a:rPr lang="en-US" altLang="zh-CN" sz="2800" b="1" dirty="0">
                <a:latin typeface="+mn-ea"/>
              </a:rPr>
              <a:t>P(</a:t>
            </a:r>
            <a:r>
              <a:rPr lang="en-US" altLang="zh-CN" sz="2800" b="1" dirty="0" err="1">
                <a:latin typeface="+mn-ea"/>
              </a:rPr>
              <a:t>n,r</a:t>
            </a:r>
            <a:r>
              <a:rPr lang="en-US" altLang="zh-CN" sz="2800" b="1" dirty="0">
                <a:latin typeface="+mn-ea"/>
              </a:rPr>
              <a:t>)/r=n!/(r(n-r)!)           (1.6) </a:t>
            </a:r>
            <a:endParaRPr lang="zh-CN" altLang="en-US" sz="2800" b="1" dirty="0">
              <a:latin typeface="+mn-ea"/>
            </a:endParaRPr>
          </a:p>
          <a:p>
            <a:pPr marL="274320" indent="-274320" eaLnBrk="1" fontAlgn="auto" hangingPunct="1">
              <a:spcAft>
                <a:spcPts val="0"/>
              </a:spcAft>
              <a:buClr>
                <a:schemeClr val="accent3"/>
              </a:buClr>
              <a:buFont typeface="Wingdings 2"/>
              <a:buChar char=""/>
              <a:defRPr/>
            </a:pPr>
            <a:endParaRPr lang="zh-CN" altLang="en-US" sz="2800" b="1" dirty="0">
              <a:latin typeface="+mn-ea"/>
            </a:endParaRPr>
          </a:p>
        </p:txBody>
      </p:sp>
      <p:sp>
        <p:nvSpPr>
          <p:cNvPr id="5" name="Rectangle 2">
            <a:extLst>
              <a:ext uri="{FF2B5EF4-FFF2-40B4-BE49-F238E27FC236}">
                <a16:creationId xmlns:a16="http://schemas.microsoft.com/office/drawing/2014/main" id="{368890E3-82B0-4251-942E-922FB381DE95}"/>
              </a:ext>
            </a:extLst>
          </p:cNvPr>
          <p:cNvSpPr txBox="1">
            <a:spLocks noChangeArrowheads="1"/>
          </p:cNvSpPr>
          <p:nvPr/>
        </p:nvSpPr>
        <p:spPr>
          <a:xfrm>
            <a:off x="381000" y="152400"/>
            <a:ext cx="2438400" cy="1143000"/>
          </a:xfrm>
          <a:prstGeom prst="rect">
            <a:avLst/>
          </a:prstGeom>
        </p:spPr>
        <p:txBody>
          <a:bodyPr lIns="0" rIns="0" bIns="0" anchor="b">
            <a:normAutofit/>
          </a:bodyPr>
          <a:lstStyle/>
          <a:p>
            <a:pPr fontAlgn="auto">
              <a:spcAft>
                <a:spcPts val="0"/>
              </a:spcAft>
              <a:defRPr/>
            </a:pPr>
            <a:r>
              <a:rPr kumimoji="0" lang="zh-CN" altLang="en-US" sz="5400" dirty="0">
                <a:solidFill>
                  <a:schemeClr val="tx2"/>
                </a:solidFill>
                <a:latin typeface="+mj-lt"/>
                <a:ea typeface="+mj-ea"/>
                <a:cs typeface="+mj-cs"/>
              </a:rPr>
              <a:t>圆排列</a:t>
            </a:r>
          </a:p>
        </p:txBody>
      </p:sp>
    </p:spTree>
  </p:cSld>
  <p:clrMapOvr>
    <a:masterClrMapping/>
  </p:clrMapOvr>
  <p:transition>
    <p:random/>
  </p:transition>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9346" name="Rectangle 2">
            <a:extLst>
              <a:ext uri="{FF2B5EF4-FFF2-40B4-BE49-F238E27FC236}">
                <a16:creationId xmlns:a16="http://schemas.microsoft.com/office/drawing/2014/main" id="{CEB5EBEC-566B-478A-BCA6-2D72B9FE8D36}"/>
              </a:ext>
            </a:extLst>
          </p:cNvPr>
          <p:cNvSpPr>
            <a:spLocks noGrp="1" noChangeArrowheads="1"/>
          </p:cNvSpPr>
          <p:nvPr>
            <p:ph type="title"/>
          </p:nvPr>
        </p:nvSpPr>
        <p:spPr>
          <a:xfrm>
            <a:off x="457200" y="533400"/>
            <a:ext cx="8686800" cy="1981200"/>
          </a:xfrm>
        </p:spPr>
        <p:txBody>
          <a:bodyPr>
            <a:normAutofit/>
          </a:bodyPr>
          <a:lstStyle/>
          <a:p>
            <a:pPr eaLnBrk="1" fontAlgn="auto" hangingPunct="1">
              <a:spcAft>
                <a:spcPts val="0"/>
              </a:spcAft>
              <a:defRPr/>
            </a:pPr>
            <a:r>
              <a:rPr lang="zh-CN" altLang="en-US" sz="2800" b="1" dirty="0">
                <a:solidFill>
                  <a:schemeClr val="tx1"/>
                </a:solidFill>
                <a:latin typeface="+mn-ea"/>
                <a:ea typeface="+mn-ea"/>
              </a:rPr>
              <a:t>有8人围圆桌就餐，问有多少种就座方式?如果有两人不愿坐在一起，又有多少种就座方式?</a:t>
            </a:r>
            <a:br>
              <a:rPr lang="zh-CN" altLang="en-US" sz="2800" dirty="0">
                <a:solidFill>
                  <a:schemeClr val="tx1"/>
                </a:solidFill>
                <a:latin typeface="+mn-ea"/>
                <a:ea typeface="+mn-ea"/>
              </a:rPr>
            </a:br>
            <a:endParaRPr lang="zh-CN" altLang="en-US" sz="2800" dirty="0">
              <a:solidFill>
                <a:schemeClr val="tx1"/>
              </a:solidFill>
              <a:latin typeface="+mn-ea"/>
              <a:ea typeface="+mn-ea"/>
            </a:endParaRPr>
          </a:p>
        </p:txBody>
      </p:sp>
      <p:sp>
        <p:nvSpPr>
          <p:cNvPr id="569347" name="Rectangle 3">
            <a:extLst>
              <a:ext uri="{FF2B5EF4-FFF2-40B4-BE49-F238E27FC236}">
                <a16:creationId xmlns:a16="http://schemas.microsoft.com/office/drawing/2014/main" id="{FD88473A-8AA6-45C9-A934-AD0829AC531E}"/>
              </a:ext>
            </a:extLst>
          </p:cNvPr>
          <p:cNvSpPr>
            <a:spLocks noGrp="1" noChangeArrowheads="1"/>
          </p:cNvSpPr>
          <p:nvPr>
            <p:ph sz="half" idx="1"/>
          </p:nvPr>
        </p:nvSpPr>
        <p:spPr>
          <a:xfrm>
            <a:off x="533400" y="2286000"/>
            <a:ext cx="8001000" cy="4114800"/>
          </a:xfrm>
        </p:spPr>
        <p:txBody>
          <a:bodyPr>
            <a:normAutofit lnSpcReduction="10000"/>
          </a:bodyPr>
          <a:lstStyle/>
          <a:p>
            <a:pPr marL="274320" indent="-274320" algn="just" eaLnBrk="1" fontAlgn="auto" hangingPunct="1">
              <a:spcAft>
                <a:spcPts val="0"/>
              </a:spcAft>
              <a:buClr>
                <a:schemeClr val="accent3"/>
              </a:buClr>
              <a:buFont typeface="Wingdings 2"/>
              <a:buNone/>
              <a:defRPr/>
            </a:pPr>
            <a:r>
              <a:rPr lang="zh-CN" altLang="en-US" b="1" dirty="0">
                <a:solidFill>
                  <a:srgbClr val="FF0000"/>
                </a:solidFill>
                <a:latin typeface="+mn-ea"/>
              </a:rPr>
              <a:t>解：</a:t>
            </a:r>
            <a:endParaRPr lang="en-US" altLang="zh-CN" b="1" dirty="0">
              <a:solidFill>
                <a:srgbClr val="FF0000"/>
              </a:solidFill>
              <a:latin typeface="+mn-ea"/>
            </a:endParaRPr>
          </a:p>
          <a:p>
            <a:pPr marL="274320" indent="-274320" algn="just" eaLnBrk="1" fontAlgn="auto" hangingPunct="1">
              <a:spcAft>
                <a:spcPts val="0"/>
              </a:spcAft>
              <a:buClr>
                <a:schemeClr val="accent3"/>
              </a:buClr>
              <a:buFont typeface="Wingdings 2"/>
              <a:buChar char=""/>
              <a:defRPr/>
            </a:pPr>
            <a:r>
              <a:rPr lang="zh-CN" altLang="en-US" b="1" dirty="0">
                <a:latin typeface="+mn-ea"/>
              </a:rPr>
              <a:t>由公式(1</a:t>
            </a:r>
            <a:r>
              <a:rPr lang="en-US" altLang="zh-CN" b="1" dirty="0">
                <a:latin typeface="+mn-ea"/>
              </a:rPr>
              <a:t>.6)</a:t>
            </a:r>
            <a:r>
              <a:rPr lang="zh-CN" altLang="en-US" b="1" dirty="0">
                <a:latin typeface="+mn-ea"/>
              </a:rPr>
              <a:t>知，8人围圆桌就座一共有8!／8=7!种就座方式。</a:t>
            </a:r>
            <a:endParaRPr lang="en-US" altLang="zh-CN" b="1" dirty="0">
              <a:latin typeface="+mn-ea"/>
            </a:endParaRPr>
          </a:p>
          <a:p>
            <a:pPr marL="274320" indent="-274320" algn="just" eaLnBrk="1" fontAlgn="auto" hangingPunct="1">
              <a:spcAft>
                <a:spcPts val="0"/>
              </a:spcAft>
              <a:buClr>
                <a:schemeClr val="accent3"/>
              </a:buClr>
              <a:buFont typeface="Wingdings 2"/>
              <a:buChar char=""/>
              <a:defRPr/>
            </a:pPr>
            <a:endParaRPr lang="zh-CN" altLang="en-US" b="1" dirty="0">
              <a:latin typeface="+mn-ea"/>
            </a:endParaRPr>
          </a:p>
          <a:p>
            <a:pPr marL="274320" indent="-274320" algn="just" eaLnBrk="1" fontAlgn="auto" hangingPunct="1">
              <a:spcAft>
                <a:spcPts val="0"/>
              </a:spcAft>
              <a:buClr>
                <a:schemeClr val="accent3"/>
              </a:buClr>
              <a:buFont typeface="Wingdings 2"/>
              <a:buChar char=""/>
              <a:defRPr/>
            </a:pPr>
            <a:r>
              <a:rPr lang="zh-CN" altLang="en-US" b="1" dirty="0">
                <a:latin typeface="+mn-ea"/>
              </a:rPr>
              <a:t>又由于两人不愿坐在一起，设这两个人为甲和乙，当甲和乙坐在一起时，相当于7个人围圆桌而坐，其就座方式为</a:t>
            </a:r>
            <a:r>
              <a:rPr lang="zh-CN" altLang="en-US" b="1" dirty="0">
                <a:latin typeface="+mn-ea"/>
                <a:cs typeface="Times New Roman" pitchFamily="18" charset="0"/>
              </a:rPr>
              <a:t>7!</a:t>
            </a:r>
            <a:r>
              <a:rPr lang="zh-CN" altLang="en-US" b="1" dirty="0">
                <a:latin typeface="+mn-ea"/>
              </a:rPr>
              <a:t>／</a:t>
            </a:r>
            <a:r>
              <a:rPr lang="zh-CN" altLang="en-US" b="1" dirty="0">
                <a:latin typeface="+mn-ea"/>
                <a:cs typeface="Times New Roman" pitchFamily="18" charset="0"/>
              </a:rPr>
              <a:t>7=6!</a:t>
            </a:r>
            <a:endParaRPr lang="en-US" altLang="zh-CN" b="1" dirty="0">
              <a:latin typeface="+mn-ea"/>
            </a:endParaRPr>
          </a:p>
          <a:p>
            <a:pPr marL="274320" indent="-274320" algn="just" eaLnBrk="1" fontAlgn="auto" hangingPunct="1">
              <a:spcAft>
                <a:spcPts val="0"/>
              </a:spcAft>
              <a:buClr>
                <a:schemeClr val="accent3"/>
              </a:buClr>
              <a:buFont typeface="Wingdings 2"/>
              <a:buChar char=""/>
              <a:defRPr/>
            </a:pPr>
            <a:r>
              <a:rPr lang="zh-CN" altLang="en-US" b="1" dirty="0">
                <a:latin typeface="+mn-ea"/>
              </a:rPr>
              <a:t>而甲和乙坐在一起时，又有两种情况，或者甲坐在乙的右面，或者甲坐在乙的左面，这样一来，甲和乙坐在一起时共有2×6!种就座方式</a:t>
            </a:r>
            <a:r>
              <a:rPr lang="zh-CN" altLang="en-US" b="1" dirty="0">
                <a:latin typeface="+mn-ea"/>
                <a:cs typeface="Times New Roman" pitchFamily="18" charset="0"/>
              </a:rPr>
              <a:t> </a:t>
            </a:r>
            <a:r>
              <a:rPr lang="en-US" altLang="zh-CN" b="1" dirty="0">
                <a:latin typeface="+mn-ea"/>
              </a:rPr>
              <a:t>.</a:t>
            </a:r>
            <a:endParaRPr lang="zh-CN" altLang="en-US" b="1" dirty="0">
              <a:latin typeface="+mn-ea"/>
            </a:endParaRPr>
          </a:p>
          <a:p>
            <a:pPr marL="274320" indent="-274320" eaLnBrk="1" fontAlgn="auto" hangingPunct="1">
              <a:spcAft>
                <a:spcPts val="0"/>
              </a:spcAft>
              <a:buClr>
                <a:schemeClr val="accent3"/>
              </a:buClr>
              <a:buFont typeface="Wingdings 2"/>
              <a:buChar char=""/>
              <a:defRPr/>
            </a:pPr>
            <a:endParaRPr lang="zh-CN" altLang="en-US" b="1" dirty="0">
              <a:latin typeface="+mn-ea"/>
            </a:endParaRPr>
          </a:p>
        </p:txBody>
      </p:sp>
      <p:sp>
        <p:nvSpPr>
          <p:cNvPr id="4" name="矩形 3">
            <a:extLst>
              <a:ext uri="{FF2B5EF4-FFF2-40B4-BE49-F238E27FC236}">
                <a16:creationId xmlns:a16="http://schemas.microsoft.com/office/drawing/2014/main" id="{92AFE4C7-CF84-4C42-AFE3-90D0931374B6}"/>
              </a:ext>
            </a:extLst>
          </p:cNvPr>
          <p:cNvSpPr/>
          <p:nvPr/>
        </p:nvSpPr>
        <p:spPr>
          <a:xfrm>
            <a:off x="457200" y="381000"/>
            <a:ext cx="1905000" cy="846138"/>
          </a:xfrm>
          <a:prstGeom prst="rect">
            <a:avLst/>
          </a:prstGeom>
        </p:spPr>
        <p:txBody>
          <a:bodyPr>
            <a:spAutoFit/>
          </a:bodyPr>
          <a:lstStyle/>
          <a:p>
            <a:pPr>
              <a:defRPr/>
            </a:pPr>
            <a:r>
              <a:rPr kumimoji="0" lang="zh-CN" altLang="en-US" sz="4900" dirty="0">
                <a:solidFill>
                  <a:schemeClr val="tx2"/>
                </a:solidFill>
                <a:latin typeface="+mj-lt"/>
                <a:ea typeface="+mj-ea"/>
                <a:cs typeface="+mj-cs"/>
              </a:rPr>
              <a:t>例三</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69347">
                                            <p:txEl>
                                              <p:pRg st="0" end="0"/>
                                            </p:txEl>
                                          </p:spTgt>
                                        </p:tgtEl>
                                        <p:attrNameLst>
                                          <p:attrName>style.visibility</p:attrName>
                                        </p:attrNameLst>
                                      </p:cBhvr>
                                      <p:to>
                                        <p:strVal val="visible"/>
                                      </p:to>
                                    </p:set>
                                    <p:anim calcmode="lin" valueType="num">
                                      <p:cBhvr additive="base">
                                        <p:cTn id="7" dur="500" fill="hold"/>
                                        <p:tgtEl>
                                          <p:spTgt spid="56934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69347">
                                            <p:txEl>
                                              <p:pRg st="0" end="0"/>
                                            </p:txEl>
                                          </p:spTgt>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569347">
                                            <p:txEl>
                                              <p:pRg st="0" end="0"/>
                                            </p:txEl>
                                          </p:spTgt>
                                        </p:tgtEl>
                                        <p:attrNameLst>
                                          <p:attrName>style.visibility</p:attrName>
                                        </p:attrNameLst>
                                      </p:cBhvr>
                                      <p:to>
                                        <p:strVal val="hidden"/>
                                      </p:to>
                                    </p:set>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69347">
                                            <p:txEl>
                                              <p:pRg st="1" end="1"/>
                                            </p:txEl>
                                          </p:spTgt>
                                        </p:tgtEl>
                                        <p:attrNameLst>
                                          <p:attrName>style.visibility</p:attrName>
                                        </p:attrNameLst>
                                      </p:cBhvr>
                                      <p:to>
                                        <p:strVal val="visible"/>
                                      </p:to>
                                    </p:set>
                                    <p:anim calcmode="lin" valueType="num">
                                      <p:cBhvr additive="base">
                                        <p:cTn id="13" dur="500" fill="hold"/>
                                        <p:tgtEl>
                                          <p:spTgt spid="56934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69347">
                                            <p:txEl>
                                              <p:pRg st="1" end="1"/>
                                            </p:txEl>
                                          </p:spTgt>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569347">
                                            <p:txEl>
                                              <p:pRg st="1" end="1"/>
                                            </p:txEl>
                                          </p:spTgt>
                                        </p:tgtEl>
                                        <p:attrNameLst>
                                          <p:attrName>style.visibility</p:attrName>
                                        </p:attrNameLst>
                                      </p:cBhvr>
                                      <p:to>
                                        <p:strVal val="hidden"/>
                                      </p:to>
                                    </p:set>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69347">
                                            <p:txEl>
                                              <p:pRg st="3" end="3"/>
                                            </p:txEl>
                                          </p:spTgt>
                                        </p:tgtEl>
                                        <p:attrNameLst>
                                          <p:attrName>style.visibility</p:attrName>
                                        </p:attrNameLst>
                                      </p:cBhvr>
                                      <p:to>
                                        <p:strVal val="visible"/>
                                      </p:to>
                                    </p:set>
                                    <p:anim calcmode="lin" valueType="num">
                                      <p:cBhvr additive="base">
                                        <p:cTn id="19" dur="500" fill="hold"/>
                                        <p:tgtEl>
                                          <p:spTgt spid="569347">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69347">
                                            <p:txEl>
                                              <p:pRg st="3" end="3"/>
                                            </p:txEl>
                                          </p:spTgt>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569347">
                                            <p:txEl>
                                              <p:pRg st="3" end="3"/>
                                            </p:txEl>
                                          </p:spTgt>
                                        </p:tgtEl>
                                        <p:attrNameLst>
                                          <p:attrName>style.visibility</p:attrName>
                                        </p:attrNameLst>
                                      </p:cBhvr>
                                      <p:to>
                                        <p:strVal val="hidden"/>
                                      </p:to>
                                    </p:set>
                                  </p:sub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569347">
                                            <p:txEl>
                                              <p:pRg st="4" end="4"/>
                                            </p:txEl>
                                          </p:spTgt>
                                        </p:tgtEl>
                                        <p:attrNameLst>
                                          <p:attrName>style.visibility</p:attrName>
                                        </p:attrNameLst>
                                      </p:cBhvr>
                                      <p:to>
                                        <p:strVal val="visible"/>
                                      </p:to>
                                    </p:set>
                                    <p:anim calcmode="lin" valueType="num">
                                      <p:cBhvr additive="base">
                                        <p:cTn id="25" dur="500" fill="hold"/>
                                        <p:tgtEl>
                                          <p:spTgt spid="569347">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569347">
                                            <p:txEl>
                                              <p:pRg st="4" end="4"/>
                                            </p:txEl>
                                          </p:spTgt>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569347">
                                            <p:txEl>
                                              <p:pRg st="4" end="4"/>
                                            </p:txEl>
                                          </p:spTgt>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9347" grpId="0" build="p"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427" name="Rectangle 3">
            <a:extLst>
              <a:ext uri="{FF2B5EF4-FFF2-40B4-BE49-F238E27FC236}">
                <a16:creationId xmlns:a16="http://schemas.microsoft.com/office/drawing/2014/main" id="{5EA601BF-2B22-41F4-9AAB-E9DA4154BC5F}"/>
              </a:ext>
            </a:extLst>
          </p:cNvPr>
          <p:cNvSpPr>
            <a:spLocks noGrp="1" noChangeArrowheads="1"/>
          </p:cNvSpPr>
          <p:nvPr>
            <p:ph idx="1"/>
          </p:nvPr>
        </p:nvSpPr>
        <p:spPr>
          <a:xfrm>
            <a:off x="1219200" y="2362200"/>
            <a:ext cx="7467600" cy="2438400"/>
          </a:xfrm>
        </p:spPr>
        <p:txBody>
          <a:bodyPr>
            <a:normAutofit/>
          </a:bodyPr>
          <a:lstStyle/>
          <a:p>
            <a:pPr marL="274320" indent="-274320" algn="just" eaLnBrk="1" fontAlgn="auto" hangingPunct="1">
              <a:spcAft>
                <a:spcPts val="0"/>
              </a:spcAft>
              <a:buClr>
                <a:schemeClr val="accent3"/>
              </a:buClr>
              <a:buFont typeface="Wingdings 2"/>
              <a:buNone/>
              <a:defRPr/>
            </a:pPr>
            <a:r>
              <a:rPr lang="zh-CN" altLang="en-US" sz="2800" b="1" dirty="0">
                <a:latin typeface="+mn-ea"/>
              </a:rPr>
              <a:t>甲和乙不坐在一起时共有就座方式的种数为</a:t>
            </a:r>
          </a:p>
          <a:p>
            <a:pPr marL="274320" indent="-274320" algn="ctr" eaLnBrk="1" fontAlgn="auto" hangingPunct="1">
              <a:spcAft>
                <a:spcPts val="0"/>
              </a:spcAft>
              <a:buClr>
                <a:schemeClr val="accent3"/>
              </a:buClr>
              <a:buFont typeface="Wingdings 2"/>
              <a:buNone/>
              <a:defRPr/>
            </a:pPr>
            <a:r>
              <a:rPr lang="zh-CN" altLang="en-US" sz="4100" b="1" dirty="0">
                <a:solidFill>
                  <a:srgbClr val="FF0000"/>
                </a:solidFill>
              </a:rPr>
              <a:t>7!－2×6!=5×6!=3600</a:t>
            </a:r>
            <a:r>
              <a:rPr lang="zh-CN" altLang="en-US" dirty="0"/>
              <a:t> </a:t>
            </a:r>
          </a:p>
          <a:p>
            <a:pPr marL="274320" indent="-274320" eaLnBrk="1" fontAlgn="auto" hangingPunct="1">
              <a:spcAft>
                <a:spcPts val="0"/>
              </a:spcAft>
              <a:buClr>
                <a:schemeClr val="accent3"/>
              </a:buClr>
              <a:buFont typeface="Wingdings 2"/>
              <a:buChar char=""/>
              <a:defRPr/>
            </a:pPr>
            <a:endParaRPr lang="zh-CN" altLang="en-US" dirty="0"/>
          </a:p>
          <a:p>
            <a:pPr marL="274320" indent="-274320" eaLnBrk="1" fontAlgn="auto" hangingPunct="1">
              <a:spcAft>
                <a:spcPts val="0"/>
              </a:spcAft>
              <a:buClr>
                <a:schemeClr val="accent3"/>
              </a:buClr>
              <a:buFont typeface="Wingdings 2"/>
              <a:buChar char=""/>
              <a:defRPr/>
            </a:pPr>
            <a:endParaRPr lang="zh-CN" altLang="en-US" dirty="0"/>
          </a:p>
        </p:txBody>
      </p:sp>
      <p:sp>
        <p:nvSpPr>
          <p:cNvPr id="5" name="矩形 4">
            <a:extLst>
              <a:ext uri="{FF2B5EF4-FFF2-40B4-BE49-F238E27FC236}">
                <a16:creationId xmlns:a16="http://schemas.microsoft.com/office/drawing/2014/main" id="{8D360775-C1CC-4282-9860-85F08284AAAD}"/>
              </a:ext>
            </a:extLst>
          </p:cNvPr>
          <p:cNvSpPr/>
          <p:nvPr/>
        </p:nvSpPr>
        <p:spPr>
          <a:xfrm>
            <a:off x="838200" y="838200"/>
            <a:ext cx="1905000" cy="846138"/>
          </a:xfrm>
          <a:prstGeom prst="rect">
            <a:avLst/>
          </a:prstGeom>
        </p:spPr>
        <p:txBody>
          <a:bodyPr>
            <a:spAutoFit/>
          </a:bodyPr>
          <a:lstStyle/>
          <a:p>
            <a:pPr>
              <a:defRPr/>
            </a:pPr>
            <a:r>
              <a:rPr kumimoji="0" lang="zh-CN" altLang="en-US" sz="4900" dirty="0">
                <a:solidFill>
                  <a:schemeClr val="tx2"/>
                </a:solidFill>
                <a:latin typeface="+mj-lt"/>
                <a:ea typeface="+mj-ea"/>
                <a:cs typeface="+mj-cs"/>
              </a:rPr>
              <a:t>例三</a:t>
            </a:r>
          </a:p>
        </p:txBody>
      </p:sp>
    </p:spTree>
  </p:cSld>
  <p:clrMapOvr>
    <a:masterClrMapping/>
  </p:clrMapOvr>
  <p:transition>
    <p:random/>
  </p:transition>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0370" name="Rectangle 2">
            <a:extLst>
              <a:ext uri="{FF2B5EF4-FFF2-40B4-BE49-F238E27FC236}">
                <a16:creationId xmlns:a16="http://schemas.microsoft.com/office/drawing/2014/main" id="{3C16A9C5-B78E-4604-B96A-438E69D13484}"/>
              </a:ext>
            </a:extLst>
          </p:cNvPr>
          <p:cNvSpPr>
            <a:spLocks noGrp="1" noChangeArrowheads="1"/>
          </p:cNvSpPr>
          <p:nvPr>
            <p:ph type="title"/>
          </p:nvPr>
        </p:nvSpPr>
        <p:spPr>
          <a:xfrm>
            <a:off x="762000" y="990600"/>
            <a:ext cx="6172200" cy="692150"/>
          </a:xfrm>
        </p:spPr>
        <p:txBody>
          <a:bodyPr>
            <a:normAutofit/>
          </a:bodyPr>
          <a:lstStyle/>
          <a:p>
            <a:pPr eaLnBrk="1" fontAlgn="auto" hangingPunct="1">
              <a:spcAft>
                <a:spcPts val="0"/>
              </a:spcAft>
              <a:defRPr/>
            </a:pPr>
            <a:r>
              <a:rPr lang="zh-CN" altLang="en-US" sz="2800" b="1" dirty="0">
                <a:solidFill>
                  <a:schemeClr val="tx1"/>
                </a:solidFill>
                <a:latin typeface="+mn-ea"/>
                <a:ea typeface="+mn-ea"/>
              </a:rPr>
              <a:t>4男4女围圆桌交替就座有多少种方式? </a:t>
            </a:r>
          </a:p>
        </p:txBody>
      </p:sp>
      <p:sp>
        <p:nvSpPr>
          <p:cNvPr id="570371" name="Rectangle 3">
            <a:extLst>
              <a:ext uri="{FF2B5EF4-FFF2-40B4-BE49-F238E27FC236}">
                <a16:creationId xmlns:a16="http://schemas.microsoft.com/office/drawing/2014/main" id="{39A14E46-8499-46A5-8FAD-DEF57132C0CF}"/>
              </a:ext>
            </a:extLst>
          </p:cNvPr>
          <p:cNvSpPr>
            <a:spLocks noGrp="1" noChangeArrowheads="1"/>
          </p:cNvSpPr>
          <p:nvPr>
            <p:ph sz="half" idx="1"/>
          </p:nvPr>
        </p:nvSpPr>
        <p:spPr>
          <a:xfrm>
            <a:off x="685800" y="1905000"/>
            <a:ext cx="8153400" cy="4114800"/>
          </a:xfrm>
        </p:spPr>
        <p:txBody>
          <a:bodyPr>
            <a:normAutofit/>
          </a:bodyPr>
          <a:lstStyle/>
          <a:p>
            <a:pPr marL="274320" indent="-274320" eaLnBrk="1" fontAlgn="auto" hangingPunct="1">
              <a:spcAft>
                <a:spcPts val="0"/>
              </a:spcAft>
              <a:buClr>
                <a:schemeClr val="accent3"/>
              </a:buClr>
              <a:buFont typeface="Wingdings 2"/>
              <a:buNone/>
              <a:defRPr/>
            </a:pPr>
            <a:r>
              <a:rPr lang="zh-CN" altLang="en-US" b="1" dirty="0">
                <a:solidFill>
                  <a:srgbClr val="FF0000"/>
                </a:solidFill>
              </a:rPr>
              <a:t>解：</a:t>
            </a:r>
            <a:endParaRPr lang="en-US" altLang="zh-CN" b="1" dirty="0">
              <a:solidFill>
                <a:srgbClr val="FF0000"/>
              </a:solidFill>
            </a:endParaRPr>
          </a:p>
          <a:p>
            <a:pPr marL="274320" indent="-274320" eaLnBrk="1" fontAlgn="auto" hangingPunct="1">
              <a:spcAft>
                <a:spcPts val="0"/>
              </a:spcAft>
              <a:buClr>
                <a:schemeClr val="accent3"/>
              </a:buClr>
              <a:buFont typeface="Wingdings 2"/>
              <a:buChar char=""/>
              <a:defRPr/>
            </a:pPr>
            <a:r>
              <a:rPr lang="zh-CN" altLang="en-US" b="1" dirty="0"/>
              <a:t>首先这是一个圆排列</a:t>
            </a:r>
          </a:p>
          <a:p>
            <a:pPr marL="274320" indent="-274320" eaLnBrk="1" fontAlgn="auto" hangingPunct="1">
              <a:spcAft>
                <a:spcPts val="0"/>
              </a:spcAft>
              <a:buClr>
                <a:schemeClr val="accent3"/>
              </a:buClr>
              <a:buFont typeface="Wingdings 2"/>
              <a:buChar char=""/>
              <a:defRPr/>
            </a:pPr>
            <a:r>
              <a:rPr lang="zh-CN" altLang="en-US" b="1" dirty="0">
                <a:latin typeface="宋体" pitchFamily="2" charset="-122"/>
              </a:rPr>
              <a:t>先让四个男（女）的围圆桌而坐，有4!/4种就座方式。</a:t>
            </a:r>
          </a:p>
          <a:p>
            <a:pPr marL="274320" indent="-274320" eaLnBrk="1" fontAlgn="auto" hangingPunct="1">
              <a:spcAft>
                <a:spcPts val="0"/>
              </a:spcAft>
              <a:buClr>
                <a:schemeClr val="accent3"/>
              </a:buClr>
              <a:buFont typeface="Wingdings 2"/>
              <a:buChar char=""/>
              <a:defRPr/>
            </a:pPr>
            <a:r>
              <a:rPr lang="zh-CN" altLang="en-US" b="1" dirty="0">
                <a:latin typeface="宋体" pitchFamily="2" charset="-122"/>
              </a:rPr>
              <a:t>加入一个女（男）的进去就座就有4种方式 </a:t>
            </a:r>
            <a:r>
              <a:rPr lang="zh-CN" altLang="en-US" b="1" dirty="0"/>
              <a:t> </a:t>
            </a:r>
          </a:p>
          <a:p>
            <a:pPr marL="274320" indent="-274320" eaLnBrk="1" fontAlgn="auto" hangingPunct="1">
              <a:spcAft>
                <a:spcPts val="0"/>
              </a:spcAft>
              <a:buClr>
                <a:schemeClr val="accent3"/>
              </a:buClr>
              <a:buFont typeface="Wingdings 2"/>
              <a:buChar char=""/>
              <a:defRPr/>
            </a:pPr>
            <a:r>
              <a:rPr lang="zh-CN" altLang="en-US" b="1" dirty="0">
                <a:latin typeface="宋体" pitchFamily="2" charset="-122"/>
              </a:rPr>
              <a:t>加入第二个女（男）的又有</a:t>
            </a:r>
            <a:r>
              <a:rPr lang="zh-CN" altLang="en-US" b="1" dirty="0"/>
              <a:t>3</a:t>
            </a:r>
            <a:r>
              <a:rPr lang="zh-CN" altLang="en-US" b="1" dirty="0">
                <a:latin typeface="宋体" pitchFamily="2" charset="-122"/>
              </a:rPr>
              <a:t>种方式</a:t>
            </a:r>
            <a:r>
              <a:rPr lang="zh-CN" altLang="en-US" b="1" dirty="0"/>
              <a:t> </a:t>
            </a:r>
          </a:p>
          <a:p>
            <a:pPr marL="274320" indent="-274320" eaLnBrk="1" fontAlgn="auto" hangingPunct="1">
              <a:spcAft>
                <a:spcPts val="0"/>
              </a:spcAft>
              <a:buClr>
                <a:schemeClr val="accent3"/>
              </a:buClr>
              <a:buFont typeface="Wingdings 2"/>
              <a:buChar char=""/>
              <a:defRPr/>
            </a:pPr>
            <a:r>
              <a:rPr lang="en-US" altLang="zh-CN" b="1" dirty="0"/>
              <a:t>……</a:t>
            </a:r>
            <a:endParaRPr lang="zh-CN" altLang="en-US" b="1" dirty="0"/>
          </a:p>
          <a:p>
            <a:pPr marL="274320" indent="-274320" algn="just" eaLnBrk="1" fontAlgn="auto" hangingPunct="1">
              <a:spcAft>
                <a:spcPts val="0"/>
              </a:spcAft>
              <a:buClr>
                <a:schemeClr val="accent3"/>
              </a:buClr>
              <a:buFont typeface="Wingdings 2"/>
              <a:buChar char=""/>
              <a:defRPr/>
            </a:pPr>
            <a:r>
              <a:rPr lang="zh-CN" altLang="en-US" b="1" dirty="0">
                <a:latin typeface="宋体" pitchFamily="2" charset="-122"/>
              </a:rPr>
              <a:t>由</a:t>
            </a:r>
            <a:r>
              <a:rPr lang="zh-CN" altLang="en-US" b="1" dirty="0">
                <a:solidFill>
                  <a:srgbClr val="FF0000"/>
                </a:solidFill>
                <a:latin typeface="宋体" pitchFamily="2" charset="-122"/>
              </a:rPr>
              <a:t>乘法规则</a:t>
            </a:r>
            <a:r>
              <a:rPr lang="zh-CN" altLang="en-US" b="1" dirty="0">
                <a:latin typeface="宋体" pitchFamily="2" charset="-122"/>
              </a:rPr>
              <a:t>知，4男4女围圆桌交替就座的方式数为</a:t>
            </a:r>
            <a:r>
              <a:rPr lang="zh-CN" altLang="en-US" sz="4100" b="1" dirty="0">
                <a:solidFill>
                  <a:srgbClr val="FF0000"/>
                </a:solidFill>
              </a:rPr>
              <a:t>(4!/4)·4·3·2·1=144</a:t>
            </a:r>
            <a:r>
              <a:rPr lang="zh-CN" altLang="en-US" b="1" dirty="0">
                <a:latin typeface="宋体" pitchFamily="2" charset="-122"/>
              </a:rPr>
              <a:t> </a:t>
            </a:r>
          </a:p>
          <a:p>
            <a:pPr marL="274320" indent="-274320" eaLnBrk="1" fontAlgn="auto" hangingPunct="1">
              <a:spcAft>
                <a:spcPts val="0"/>
              </a:spcAft>
              <a:buClr>
                <a:schemeClr val="accent3"/>
              </a:buClr>
              <a:buFont typeface="Wingdings 2"/>
              <a:buChar char=""/>
              <a:defRPr/>
            </a:pPr>
            <a:endParaRPr lang="zh-CN" altLang="en-US" b="1" dirty="0"/>
          </a:p>
        </p:txBody>
      </p:sp>
      <p:sp>
        <p:nvSpPr>
          <p:cNvPr id="4" name="矩形 3">
            <a:extLst>
              <a:ext uri="{FF2B5EF4-FFF2-40B4-BE49-F238E27FC236}">
                <a16:creationId xmlns:a16="http://schemas.microsoft.com/office/drawing/2014/main" id="{4B7F98AA-1246-4763-85B0-7DCDB430C16C}"/>
              </a:ext>
            </a:extLst>
          </p:cNvPr>
          <p:cNvSpPr/>
          <p:nvPr/>
        </p:nvSpPr>
        <p:spPr>
          <a:xfrm>
            <a:off x="1066800" y="381000"/>
            <a:ext cx="1905000" cy="846138"/>
          </a:xfrm>
          <a:prstGeom prst="rect">
            <a:avLst/>
          </a:prstGeom>
        </p:spPr>
        <p:txBody>
          <a:bodyPr>
            <a:spAutoFit/>
          </a:bodyPr>
          <a:lstStyle/>
          <a:p>
            <a:pPr>
              <a:defRPr/>
            </a:pPr>
            <a:r>
              <a:rPr kumimoji="0" lang="zh-CN" altLang="en-US" sz="4900" dirty="0">
                <a:solidFill>
                  <a:schemeClr val="tx2"/>
                </a:solidFill>
                <a:latin typeface="+mj-lt"/>
                <a:ea typeface="+mj-ea"/>
                <a:cs typeface="+mj-cs"/>
              </a:rPr>
              <a:t>例四</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70371">
                                            <p:txEl>
                                              <p:pRg st="0" end="0"/>
                                            </p:txEl>
                                          </p:spTgt>
                                        </p:tgtEl>
                                        <p:attrNameLst>
                                          <p:attrName>style.visibility</p:attrName>
                                        </p:attrNameLst>
                                      </p:cBhvr>
                                      <p:to>
                                        <p:strVal val="visible"/>
                                      </p:to>
                                    </p:set>
                                    <p:anim calcmode="lin" valueType="num">
                                      <p:cBhvr additive="base">
                                        <p:cTn id="7" dur="500" fill="hold"/>
                                        <p:tgtEl>
                                          <p:spTgt spid="57037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7037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70371">
                                            <p:txEl>
                                              <p:pRg st="1" end="1"/>
                                            </p:txEl>
                                          </p:spTgt>
                                        </p:tgtEl>
                                        <p:attrNameLst>
                                          <p:attrName>style.visibility</p:attrName>
                                        </p:attrNameLst>
                                      </p:cBhvr>
                                      <p:to>
                                        <p:strVal val="visible"/>
                                      </p:to>
                                    </p:set>
                                    <p:anim calcmode="lin" valueType="num">
                                      <p:cBhvr additive="base">
                                        <p:cTn id="13" dur="500" fill="hold"/>
                                        <p:tgtEl>
                                          <p:spTgt spid="57037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7037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70371">
                                            <p:txEl>
                                              <p:pRg st="2" end="2"/>
                                            </p:txEl>
                                          </p:spTgt>
                                        </p:tgtEl>
                                        <p:attrNameLst>
                                          <p:attrName>style.visibility</p:attrName>
                                        </p:attrNameLst>
                                      </p:cBhvr>
                                      <p:to>
                                        <p:strVal val="visible"/>
                                      </p:to>
                                    </p:set>
                                    <p:anim calcmode="lin" valueType="num">
                                      <p:cBhvr additive="base">
                                        <p:cTn id="19" dur="500" fill="hold"/>
                                        <p:tgtEl>
                                          <p:spTgt spid="57037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7037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570371">
                                            <p:txEl>
                                              <p:pRg st="3" end="3"/>
                                            </p:txEl>
                                          </p:spTgt>
                                        </p:tgtEl>
                                        <p:attrNameLst>
                                          <p:attrName>style.visibility</p:attrName>
                                        </p:attrNameLst>
                                      </p:cBhvr>
                                      <p:to>
                                        <p:strVal val="visible"/>
                                      </p:to>
                                    </p:set>
                                    <p:anim calcmode="lin" valueType="num">
                                      <p:cBhvr additive="base">
                                        <p:cTn id="25" dur="500" fill="hold"/>
                                        <p:tgtEl>
                                          <p:spTgt spid="57037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57037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570371">
                                            <p:txEl>
                                              <p:pRg st="4" end="4"/>
                                            </p:txEl>
                                          </p:spTgt>
                                        </p:tgtEl>
                                        <p:attrNameLst>
                                          <p:attrName>style.visibility</p:attrName>
                                        </p:attrNameLst>
                                      </p:cBhvr>
                                      <p:to>
                                        <p:strVal val="visible"/>
                                      </p:to>
                                    </p:set>
                                    <p:anim calcmode="lin" valueType="num">
                                      <p:cBhvr additive="base">
                                        <p:cTn id="31" dur="500" fill="hold"/>
                                        <p:tgtEl>
                                          <p:spTgt spid="570371">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57037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570371">
                                            <p:txEl>
                                              <p:pRg st="5" end="5"/>
                                            </p:txEl>
                                          </p:spTgt>
                                        </p:tgtEl>
                                        <p:attrNameLst>
                                          <p:attrName>style.visibility</p:attrName>
                                        </p:attrNameLst>
                                      </p:cBhvr>
                                      <p:to>
                                        <p:strVal val="visible"/>
                                      </p:to>
                                    </p:set>
                                    <p:anim calcmode="lin" valueType="num">
                                      <p:cBhvr additive="base">
                                        <p:cTn id="37" dur="500" fill="hold"/>
                                        <p:tgtEl>
                                          <p:spTgt spid="570371">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570371">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570371">
                                            <p:txEl>
                                              <p:pRg st="6" end="6"/>
                                            </p:txEl>
                                          </p:spTgt>
                                        </p:tgtEl>
                                        <p:attrNameLst>
                                          <p:attrName>style.visibility</p:attrName>
                                        </p:attrNameLst>
                                      </p:cBhvr>
                                      <p:to>
                                        <p:strVal val="visible"/>
                                      </p:to>
                                    </p:set>
                                    <p:anim calcmode="lin" valueType="num">
                                      <p:cBhvr additive="base">
                                        <p:cTn id="43" dur="500" fill="hold"/>
                                        <p:tgtEl>
                                          <p:spTgt spid="570371">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570371">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0371" grpId="0" build="p"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4B80AB77-0BA2-482F-BBA3-911C55DBBB69}"/>
              </a:ext>
            </a:extLst>
          </p:cNvPr>
          <p:cNvSpPr>
            <a:spLocks noGrp="1"/>
          </p:cNvSpPr>
          <p:nvPr>
            <p:ph type="title"/>
          </p:nvPr>
        </p:nvSpPr>
        <p:spPr>
          <a:xfrm>
            <a:off x="838200" y="533400"/>
            <a:ext cx="2667000" cy="914400"/>
          </a:xfrm>
        </p:spPr>
        <p:txBody>
          <a:bodyPr/>
          <a:lstStyle/>
          <a:p>
            <a:pPr eaLnBrk="1" hangingPunct="1"/>
            <a:r>
              <a:rPr lang="zh-CN" altLang="en-US">
                <a:latin typeface="宋体" panose="02010600030101010101" pitchFamily="2" charset="-122"/>
              </a:rPr>
              <a:t>重排列</a:t>
            </a:r>
            <a:r>
              <a:rPr lang="zh-CN" altLang="en-US" sz="3000"/>
              <a:t> </a:t>
            </a:r>
          </a:p>
        </p:txBody>
      </p:sp>
      <p:sp>
        <p:nvSpPr>
          <p:cNvPr id="571395" name="Rectangle 3">
            <a:extLst>
              <a:ext uri="{FF2B5EF4-FFF2-40B4-BE49-F238E27FC236}">
                <a16:creationId xmlns:a16="http://schemas.microsoft.com/office/drawing/2014/main" id="{BC0B5C56-4588-4F6F-8A3A-F21A352EE35B}"/>
              </a:ext>
            </a:extLst>
          </p:cNvPr>
          <p:cNvSpPr>
            <a:spLocks noGrp="1" noChangeArrowheads="1"/>
          </p:cNvSpPr>
          <p:nvPr>
            <p:ph sz="half" idx="1"/>
          </p:nvPr>
        </p:nvSpPr>
        <p:spPr>
          <a:xfrm>
            <a:off x="914400" y="1524000"/>
            <a:ext cx="7696200" cy="4724400"/>
          </a:xfrm>
        </p:spPr>
        <p:txBody>
          <a:bodyPr>
            <a:normAutofit/>
          </a:bodyPr>
          <a:lstStyle/>
          <a:p>
            <a:pPr marL="274320" indent="-274320" algn="just" eaLnBrk="1" fontAlgn="auto" hangingPunct="1">
              <a:lnSpc>
                <a:spcPct val="150000"/>
              </a:lnSpc>
              <a:spcAft>
                <a:spcPts val="0"/>
              </a:spcAft>
              <a:buClr>
                <a:schemeClr val="accent3"/>
              </a:buClr>
              <a:buFont typeface="Wingdings 2"/>
              <a:buChar char=""/>
              <a:defRPr/>
            </a:pPr>
            <a:r>
              <a:rPr lang="zh-CN" altLang="en-US" sz="2800" b="1" dirty="0">
                <a:latin typeface="+mn-ea"/>
              </a:rPr>
              <a:t>上面我们讨论了从集合</a:t>
            </a:r>
            <a:r>
              <a:rPr lang="en-US" altLang="zh-CN" sz="2800" b="1" dirty="0">
                <a:latin typeface="+mn-ea"/>
              </a:rPr>
              <a:t>A(A</a:t>
            </a:r>
            <a:r>
              <a:rPr lang="zh-CN" altLang="en-US" sz="2800" b="1" dirty="0">
                <a:latin typeface="+mn-ea"/>
              </a:rPr>
              <a:t>中的元素是互不相同的)中选</a:t>
            </a:r>
            <a:r>
              <a:rPr lang="en-US" altLang="zh-CN" sz="2800" b="1" dirty="0">
                <a:latin typeface="+mn-ea"/>
              </a:rPr>
              <a:t>r</a:t>
            </a:r>
            <a:r>
              <a:rPr lang="zh-CN" altLang="en-US" sz="2800" b="1" dirty="0">
                <a:latin typeface="+mn-ea"/>
              </a:rPr>
              <a:t>个元素进行排列，在每种排列中每个元素至多只出现一次的情况 </a:t>
            </a:r>
            <a:endParaRPr lang="en-US" altLang="zh-CN" sz="2800" b="1" dirty="0">
              <a:latin typeface="+mn-ea"/>
            </a:endParaRPr>
          </a:p>
          <a:p>
            <a:pPr marL="274320" indent="-274320" algn="just" eaLnBrk="1" fontAlgn="auto" hangingPunct="1">
              <a:spcAft>
                <a:spcPts val="0"/>
              </a:spcAft>
              <a:buClr>
                <a:schemeClr val="accent3"/>
              </a:buClr>
              <a:buFont typeface="Wingdings 2" panose="05020102010507070707" pitchFamily="18" charset="2"/>
              <a:buNone/>
              <a:defRPr/>
            </a:pPr>
            <a:endParaRPr lang="zh-CN" altLang="en-US" sz="2800" b="1" dirty="0">
              <a:latin typeface="+mn-ea"/>
            </a:endParaRPr>
          </a:p>
          <a:p>
            <a:pPr marL="274320" indent="-274320" algn="just" eaLnBrk="1" fontAlgn="auto" hangingPunct="1">
              <a:lnSpc>
                <a:spcPct val="150000"/>
              </a:lnSpc>
              <a:spcAft>
                <a:spcPts val="0"/>
              </a:spcAft>
              <a:buClr>
                <a:schemeClr val="accent3"/>
              </a:buClr>
              <a:buFont typeface="Wingdings 2"/>
              <a:buChar char=""/>
              <a:defRPr/>
            </a:pPr>
            <a:r>
              <a:rPr lang="zh-CN" altLang="en-US" sz="2800" b="1" dirty="0">
                <a:latin typeface="+mn-ea"/>
              </a:rPr>
              <a:t>现在考虑元素</a:t>
            </a:r>
            <a:r>
              <a:rPr lang="zh-CN" altLang="en-US" sz="2800" b="1" dirty="0">
                <a:solidFill>
                  <a:srgbClr val="FF0000"/>
                </a:solidFill>
                <a:latin typeface="+mn-ea"/>
              </a:rPr>
              <a:t>允许重复</a:t>
            </a:r>
            <a:r>
              <a:rPr lang="zh-CN" altLang="en-US" sz="2800" b="1" dirty="0">
                <a:latin typeface="+mn-ea"/>
              </a:rPr>
              <a:t>出现的情况，即考虑在重集</a:t>
            </a:r>
            <a:r>
              <a:rPr lang="en-US" altLang="zh-CN" sz="2800" b="1" dirty="0">
                <a:solidFill>
                  <a:srgbClr val="FF0000"/>
                </a:solidFill>
                <a:latin typeface="+mn-ea"/>
              </a:rPr>
              <a:t>B=｛k</a:t>
            </a:r>
            <a:r>
              <a:rPr lang="en-US" altLang="zh-CN" sz="2800" b="1" baseline="-25000" dirty="0">
                <a:solidFill>
                  <a:srgbClr val="FF0000"/>
                </a:solidFill>
                <a:latin typeface="+mn-ea"/>
              </a:rPr>
              <a:t>1</a:t>
            </a:r>
            <a:r>
              <a:rPr lang="en-US" altLang="zh-CN" sz="2800" b="1" dirty="0">
                <a:solidFill>
                  <a:srgbClr val="FF0000"/>
                </a:solidFill>
                <a:latin typeface="+mn-ea"/>
              </a:rPr>
              <a:t>·a</a:t>
            </a:r>
            <a:r>
              <a:rPr lang="en-US" altLang="zh-CN" sz="2800" b="1" baseline="-25000" dirty="0">
                <a:solidFill>
                  <a:srgbClr val="FF0000"/>
                </a:solidFill>
                <a:latin typeface="+mn-ea"/>
              </a:rPr>
              <a:t>1</a:t>
            </a:r>
            <a:r>
              <a:rPr lang="en-US" altLang="zh-CN" sz="2800" b="1" dirty="0">
                <a:solidFill>
                  <a:srgbClr val="FF0000"/>
                </a:solidFill>
                <a:latin typeface="+mn-ea"/>
              </a:rPr>
              <a:t>,k</a:t>
            </a:r>
            <a:r>
              <a:rPr lang="en-US" altLang="zh-CN" sz="2800" b="1" baseline="-25000" dirty="0">
                <a:solidFill>
                  <a:srgbClr val="FF0000"/>
                </a:solidFill>
                <a:latin typeface="+mn-ea"/>
              </a:rPr>
              <a:t>2</a:t>
            </a:r>
            <a:r>
              <a:rPr lang="en-US" altLang="zh-CN" sz="2800" b="1" dirty="0">
                <a:solidFill>
                  <a:srgbClr val="FF0000"/>
                </a:solidFill>
                <a:latin typeface="+mn-ea"/>
              </a:rPr>
              <a:t>·a</a:t>
            </a:r>
            <a:r>
              <a:rPr lang="en-US" altLang="zh-CN" sz="2800" b="1" baseline="-25000" dirty="0">
                <a:solidFill>
                  <a:srgbClr val="FF0000"/>
                </a:solidFill>
                <a:latin typeface="+mn-ea"/>
              </a:rPr>
              <a:t>2</a:t>
            </a:r>
            <a:r>
              <a:rPr lang="en-US" altLang="zh-CN" sz="2800" b="1" dirty="0">
                <a:solidFill>
                  <a:srgbClr val="FF0000"/>
                </a:solidFill>
                <a:latin typeface="+mn-ea"/>
              </a:rPr>
              <a:t>,…,</a:t>
            </a:r>
            <a:r>
              <a:rPr lang="en-US" altLang="zh-CN" sz="2800" b="1" dirty="0" err="1">
                <a:solidFill>
                  <a:srgbClr val="FF0000"/>
                </a:solidFill>
                <a:latin typeface="+mn-ea"/>
              </a:rPr>
              <a:t>k</a:t>
            </a:r>
            <a:r>
              <a:rPr lang="en-US" altLang="zh-CN" sz="2800" b="1" baseline="-25000" dirty="0" err="1">
                <a:solidFill>
                  <a:srgbClr val="FF0000"/>
                </a:solidFill>
                <a:latin typeface="+mn-ea"/>
              </a:rPr>
              <a:t>n</a:t>
            </a:r>
            <a:r>
              <a:rPr lang="en-US" altLang="zh-CN" sz="2800" b="1" dirty="0" err="1">
                <a:solidFill>
                  <a:srgbClr val="FF0000"/>
                </a:solidFill>
                <a:latin typeface="+mn-ea"/>
              </a:rPr>
              <a:t>·a</a:t>
            </a:r>
            <a:r>
              <a:rPr lang="en-US" altLang="zh-CN" sz="2800" b="1" baseline="-25000" dirty="0" err="1">
                <a:solidFill>
                  <a:srgbClr val="FF0000"/>
                </a:solidFill>
                <a:latin typeface="+mn-ea"/>
              </a:rPr>
              <a:t>n</a:t>
            </a:r>
            <a:r>
              <a:rPr lang="en-US" altLang="zh-CN" sz="2800" b="1" dirty="0">
                <a:solidFill>
                  <a:srgbClr val="FF0000"/>
                </a:solidFill>
                <a:latin typeface="+mn-ea"/>
              </a:rPr>
              <a:t>｝</a:t>
            </a:r>
            <a:r>
              <a:rPr lang="zh-CN" altLang="en-US" sz="2800" b="1" dirty="0">
                <a:latin typeface="+mn-ea"/>
              </a:rPr>
              <a:t>中选</a:t>
            </a:r>
            <a:r>
              <a:rPr lang="en-US" altLang="zh-CN" sz="2800" b="1" dirty="0">
                <a:latin typeface="+mn-ea"/>
              </a:rPr>
              <a:t>r</a:t>
            </a:r>
            <a:r>
              <a:rPr lang="zh-CN" altLang="en-US" sz="2800" b="1" dirty="0">
                <a:latin typeface="+mn-ea"/>
              </a:rPr>
              <a:t>个元素进行的排列。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13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7139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1395"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6451" name="Rectangle 3">
            <a:extLst>
              <a:ext uri="{FF2B5EF4-FFF2-40B4-BE49-F238E27FC236}">
                <a16:creationId xmlns:a16="http://schemas.microsoft.com/office/drawing/2014/main" id="{3587CA8E-92B2-42C4-B37A-28D7A357A22B}"/>
              </a:ext>
            </a:extLst>
          </p:cNvPr>
          <p:cNvSpPr>
            <a:spLocks noGrp="1" noChangeArrowheads="1"/>
          </p:cNvSpPr>
          <p:nvPr>
            <p:ph idx="1"/>
          </p:nvPr>
        </p:nvSpPr>
        <p:spPr>
          <a:xfrm>
            <a:off x="838200" y="1905000"/>
            <a:ext cx="7543800" cy="4389438"/>
          </a:xfrm>
        </p:spPr>
        <p:txBody>
          <a:bodyPr>
            <a:normAutofit/>
          </a:bodyPr>
          <a:lstStyle/>
          <a:p>
            <a:pPr marL="274320" indent="-274320" eaLnBrk="1" fontAlgn="auto" hangingPunct="1">
              <a:spcAft>
                <a:spcPts val="0"/>
              </a:spcAft>
              <a:buClr>
                <a:schemeClr val="accent3"/>
              </a:buClr>
              <a:buFont typeface="Wingdings 2"/>
              <a:buNone/>
              <a:defRPr/>
            </a:pPr>
            <a:r>
              <a:rPr lang="zh-CN" altLang="en-US" b="1" dirty="0"/>
              <a:t> </a:t>
            </a:r>
            <a:endParaRPr lang="en-US" altLang="zh-CN" b="1" dirty="0"/>
          </a:p>
          <a:p>
            <a:pPr marL="274320" indent="-274320" eaLnBrk="1" fontAlgn="auto" hangingPunct="1">
              <a:lnSpc>
                <a:spcPct val="150000"/>
              </a:lnSpc>
              <a:spcAft>
                <a:spcPts val="0"/>
              </a:spcAft>
              <a:buClr>
                <a:schemeClr val="accent3"/>
              </a:buClr>
              <a:buFont typeface="Wingdings 2"/>
              <a:buChar char=""/>
              <a:defRPr/>
            </a:pPr>
            <a:r>
              <a:rPr lang="zh-CN" altLang="en-US" sz="3200" b="1" dirty="0">
                <a:latin typeface="+mn-ea"/>
              </a:rPr>
              <a:t>从</a:t>
            </a:r>
            <a:r>
              <a:rPr lang="zh-CN" altLang="en-US" sz="3200" b="1" dirty="0">
                <a:solidFill>
                  <a:srgbClr val="FF0000"/>
                </a:solidFill>
                <a:latin typeface="+mn-ea"/>
              </a:rPr>
              <a:t>重集</a:t>
            </a:r>
            <a:r>
              <a:rPr lang="en-US" altLang="zh-CN" sz="3200" b="1" dirty="0">
                <a:solidFill>
                  <a:srgbClr val="FF0000"/>
                </a:solidFill>
                <a:latin typeface="+mn-ea"/>
              </a:rPr>
              <a:t>B=｛k</a:t>
            </a:r>
            <a:r>
              <a:rPr lang="en-US" altLang="zh-CN" sz="3200" b="1" baseline="-25000" dirty="0">
                <a:solidFill>
                  <a:srgbClr val="FF0000"/>
                </a:solidFill>
                <a:latin typeface="+mn-ea"/>
              </a:rPr>
              <a:t>1</a:t>
            </a:r>
            <a:r>
              <a:rPr lang="en-US" altLang="zh-CN" sz="3200" b="1" dirty="0">
                <a:solidFill>
                  <a:srgbClr val="FF0000"/>
                </a:solidFill>
                <a:latin typeface="+mn-ea"/>
              </a:rPr>
              <a:t>·b</a:t>
            </a:r>
            <a:r>
              <a:rPr lang="en-US" altLang="zh-CN" sz="3200" b="1" baseline="-25000" dirty="0">
                <a:solidFill>
                  <a:srgbClr val="FF0000"/>
                </a:solidFill>
                <a:latin typeface="+mn-ea"/>
              </a:rPr>
              <a:t>1</a:t>
            </a:r>
            <a:r>
              <a:rPr lang="en-US" altLang="zh-CN" sz="3200" b="1" dirty="0">
                <a:solidFill>
                  <a:srgbClr val="FF0000"/>
                </a:solidFill>
                <a:latin typeface="+mn-ea"/>
              </a:rPr>
              <a:t>,k</a:t>
            </a:r>
            <a:r>
              <a:rPr lang="en-US" altLang="zh-CN" sz="3200" b="1" baseline="-25000" dirty="0">
                <a:solidFill>
                  <a:srgbClr val="FF0000"/>
                </a:solidFill>
                <a:latin typeface="+mn-ea"/>
              </a:rPr>
              <a:t>2</a:t>
            </a:r>
            <a:r>
              <a:rPr lang="en-US" altLang="zh-CN" sz="3200" b="1" dirty="0">
                <a:solidFill>
                  <a:srgbClr val="FF0000"/>
                </a:solidFill>
                <a:latin typeface="+mn-ea"/>
              </a:rPr>
              <a:t>·b</a:t>
            </a:r>
            <a:r>
              <a:rPr lang="en-US" altLang="zh-CN" sz="3200" b="1" baseline="-25000" dirty="0">
                <a:solidFill>
                  <a:srgbClr val="FF0000"/>
                </a:solidFill>
                <a:latin typeface="+mn-ea"/>
              </a:rPr>
              <a:t>2</a:t>
            </a:r>
            <a:r>
              <a:rPr lang="en-US" altLang="zh-CN" sz="3200" b="1" dirty="0">
                <a:solidFill>
                  <a:srgbClr val="FF0000"/>
                </a:solidFill>
                <a:latin typeface="+mn-ea"/>
              </a:rPr>
              <a:t>,…,</a:t>
            </a:r>
            <a:r>
              <a:rPr lang="en-US" altLang="zh-CN" sz="3200" b="1" dirty="0" err="1">
                <a:solidFill>
                  <a:srgbClr val="FF0000"/>
                </a:solidFill>
                <a:latin typeface="+mn-ea"/>
              </a:rPr>
              <a:t>k</a:t>
            </a:r>
            <a:r>
              <a:rPr lang="en-US" altLang="zh-CN" sz="3200" b="1" baseline="-25000" dirty="0" err="1">
                <a:solidFill>
                  <a:srgbClr val="FF0000"/>
                </a:solidFill>
                <a:latin typeface="+mn-ea"/>
              </a:rPr>
              <a:t>n</a:t>
            </a:r>
            <a:r>
              <a:rPr lang="en-US" altLang="zh-CN" sz="3200" b="1" dirty="0" err="1">
                <a:solidFill>
                  <a:srgbClr val="FF0000"/>
                </a:solidFill>
                <a:latin typeface="+mn-ea"/>
              </a:rPr>
              <a:t>·b</a:t>
            </a:r>
            <a:r>
              <a:rPr lang="en-US" altLang="zh-CN" sz="3200" b="1" baseline="-25000" dirty="0" err="1">
                <a:solidFill>
                  <a:srgbClr val="FF0000"/>
                </a:solidFill>
                <a:latin typeface="+mn-ea"/>
              </a:rPr>
              <a:t>n</a:t>
            </a:r>
            <a:r>
              <a:rPr lang="en-US" altLang="zh-CN" sz="3200" b="1" dirty="0">
                <a:solidFill>
                  <a:srgbClr val="FF0000"/>
                </a:solidFill>
                <a:latin typeface="+mn-ea"/>
              </a:rPr>
              <a:t>｝</a:t>
            </a:r>
            <a:r>
              <a:rPr lang="zh-CN" altLang="en-US" sz="3200" b="1" dirty="0">
                <a:latin typeface="+mn-ea"/>
              </a:rPr>
              <a:t>中选取</a:t>
            </a:r>
            <a:r>
              <a:rPr lang="en-US" altLang="zh-CN" sz="3200" b="1" dirty="0">
                <a:latin typeface="+mn-ea"/>
              </a:rPr>
              <a:t>r</a:t>
            </a:r>
            <a:r>
              <a:rPr lang="zh-CN" altLang="en-US" sz="3200" b="1" dirty="0">
                <a:latin typeface="+mn-ea"/>
              </a:rPr>
              <a:t>个元素按照一定的顺序排列起来，称这种</a:t>
            </a:r>
            <a:r>
              <a:rPr lang="en-US" altLang="zh-CN" sz="3200" b="1" dirty="0">
                <a:latin typeface="+mn-ea"/>
              </a:rPr>
              <a:t>r-</a:t>
            </a:r>
            <a:r>
              <a:rPr lang="zh-CN" altLang="en-US" sz="3200" b="1" dirty="0">
                <a:latin typeface="+mn-ea"/>
              </a:rPr>
              <a:t>排列为重排列。 </a:t>
            </a:r>
          </a:p>
        </p:txBody>
      </p:sp>
      <p:sp>
        <p:nvSpPr>
          <p:cNvPr id="5" name="矩形 4">
            <a:extLst>
              <a:ext uri="{FF2B5EF4-FFF2-40B4-BE49-F238E27FC236}">
                <a16:creationId xmlns:a16="http://schemas.microsoft.com/office/drawing/2014/main" id="{B9FFEFD0-BB14-43DC-8089-49F9143D4115}"/>
              </a:ext>
            </a:extLst>
          </p:cNvPr>
          <p:cNvSpPr/>
          <p:nvPr/>
        </p:nvSpPr>
        <p:spPr>
          <a:xfrm>
            <a:off x="838200" y="914400"/>
            <a:ext cx="2667000" cy="846138"/>
          </a:xfrm>
          <a:prstGeom prst="rect">
            <a:avLst/>
          </a:prstGeom>
        </p:spPr>
        <p:txBody>
          <a:bodyPr>
            <a:spAutoFit/>
          </a:bodyPr>
          <a:lstStyle/>
          <a:p>
            <a:pPr>
              <a:defRPr/>
            </a:pPr>
            <a:r>
              <a:rPr kumimoji="0" lang="zh-CN" altLang="en-US" sz="4900" dirty="0">
                <a:solidFill>
                  <a:schemeClr val="tx2"/>
                </a:solidFill>
                <a:latin typeface="+mj-lt"/>
                <a:ea typeface="+mj-ea"/>
                <a:cs typeface="+mj-cs"/>
              </a:rPr>
              <a:t>定义1-3</a:t>
            </a:r>
          </a:p>
        </p:txBody>
      </p:sp>
    </p:spTree>
  </p:cSld>
  <p:clrMapOvr>
    <a:masterClrMapping/>
  </p:clrMapOvr>
  <p:transition>
    <p:random/>
  </p:transition>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2418" name="Rectangle 2">
            <a:extLst>
              <a:ext uri="{FF2B5EF4-FFF2-40B4-BE49-F238E27FC236}">
                <a16:creationId xmlns:a16="http://schemas.microsoft.com/office/drawing/2014/main" id="{8ED1B772-7FE7-4BB4-AFF1-A76E5F3D672A}"/>
              </a:ext>
            </a:extLst>
          </p:cNvPr>
          <p:cNvSpPr>
            <a:spLocks noGrp="1" noChangeArrowheads="1"/>
          </p:cNvSpPr>
          <p:nvPr>
            <p:ph type="title"/>
          </p:nvPr>
        </p:nvSpPr>
        <p:spPr>
          <a:xfrm>
            <a:off x="228600" y="1219200"/>
            <a:ext cx="8610600" cy="609600"/>
          </a:xfrm>
        </p:spPr>
        <p:txBody>
          <a:bodyPr>
            <a:noAutofit/>
          </a:bodyPr>
          <a:lstStyle/>
          <a:p>
            <a:pPr eaLnBrk="1" fontAlgn="auto" hangingPunct="1">
              <a:spcAft>
                <a:spcPts val="0"/>
              </a:spcAft>
              <a:defRPr/>
            </a:pPr>
            <a:r>
              <a:rPr lang="zh-CN" altLang="en-US" sz="2800" b="1" dirty="0">
                <a:solidFill>
                  <a:schemeClr val="tx1"/>
                </a:solidFill>
                <a:latin typeface="+mn-ea"/>
                <a:ea typeface="+mn-ea"/>
              </a:rPr>
              <a:t>重集</a:t>
            </a:r>
            <a:r>
              <a:rPr lang="en-US" altLang="zh-CN" sz="2800" b="1" dirty="0">
                <a:solidFill>
                  <a:schemeClr val="tx1"/>
                </a:solidFill>
                <a:latin typeface="+mn-ea"/>
                <a:ea typeface="+mn-ea"/>
              </a:rPr>
              <a:t>B={∞·b</a:t>
            </a:r>
            <a:r>
              <a:rPr lang="en-US" altLang="zh-CN" sz="2800" b="1" baseline="-25000" dirty="0">
                <a:solidFill>
                  <a:schemeClr val="tx1"/>
                </a:solidFill>
                <a:latin typeface="+mn-ea"/>
                <a:ea typeface="+mn-ea"/>
              </a:rPr>
              <a:t>1</a:t>
            </a:r>
            <a:r>
              <a:rPr lang="en-US" altLang="zh-CN" sz="2800" b="1" dirty="0">
                <a:solidFill>
                  <a:schemeClr val="tx1"/>
                </a:solidFill>
                <a:latin typeface="+mn-ea"/>
                <a:ea typeface="+mn-ea"/>
              </a:rPr>
              <a:t>,∞·b</a:t>
            </a:r>
            <a:r>
              <a:rPr lang="en-US" altLang="zh-CN" sz="2800" b="1" baseline="-25000" dirty="0">
                <a:solidFill>
                  <a:schemeClr val="tx1"/>
                </a:solidFill>
                <a:latin typeface="+mn-ea"/>
                <a:ea typeface="+mn-ea"/>
              </a:rPr>
              <a:t>2</a:t>
            </a:r>
            <a:r>
              <a:rPr lang="en-US" altLang="zh-CN" sz="2800" b="1" dirty="0">
                <a:solidFill>
                  <a:schemeClr val="tx1"/>
                </a:solidFill>
                <a:latin typeface="+mn-ea"/>
                <a:ea typeface="+mn-ea"/>
              </a:rPr>
              <a:t>,…,∞·</a:t>
            </a:r>
            <a:r>
              <a:rPr lang="en-US" altLang="zh-CN" sz="2800" b="1" dirty="0" err="1">
                <a:solidFill>
                  <a:schemeClr val="tx1"/>
                </a:solidFill>
                <a:latin typeface="+mn-ea"/>
                <a:ea typeface="+mn-ea"/>
              </a:rPr>
              <a:t>b</a:t>
            </a:r>
            <a:r>
              <a:rPr lang="en-US" altLang="zh-CN" sz="2800" b="1" baseline="-25000" dirty="0" err="1">
                <a:solidFill>
                  <a:schemeClr val="tx1"/>
                </a:solidFill>
                <a:latin typeface="+mn-ea"/>
                <a:ea typeface="+mn-ea"/>
              </a:rPr>
              <a:t>n</a:t>
            </a:r>
            <a:r>
              <a:rPr lang="en-US" altLang="zh-CN" sz="2800" b="1" dirty="0">
                <a:solidFill>
                  <a:schemeClr val="tx1"/>
                </a:solidFill>
                <a:latin typeface="+mn-ea"/>
                <a:ea typeface="+mn-ea"/>
              </a:rPr>
              <a:t>}</a:t>
            </a:r>
            <a:r>
              <a:rPr lang="zh-CN" altLang="en-US" sz="2800" b="1" dirty="0">
                <a:solidFill>
                  <a:schemeClr val="tx1"/>
                </a:solidFill>
                <a:latin typeface="+mn-ea"/>
                <a:ea typeface="+mn-ea"/>
              </a:rPr>
              <a:t>的</a:t>
            </a:r>
            <a:r>
              <a:rPr lang="en-US" altLang="zh-CN" sz="2800" b="1" dirty="0">
                <a:solidFill>
                  <a:schemeClr val="tx1"/>
                </a:solidFill>
                <a:latin typeface="+mn-ea"/>
                <a:ea typeface="+mn-ea"/>
              </a:rPr>
              <a:t>r</a:t>
            </a:r>
            <a:r>
              <a:rPr lang="zh-CN" altLang="en-US" sz="2800" b="1" dirty="0">
                <a:solidFill>
                  <a:schemeClr val="tx1"/>
                </a:solidFill>
                <a:latin typeface="+mn-ea"/>
                <a:ea typeface="+mn-ea"/>
              </a:rPr>
              <a:t>排列的个数为         </a:t>
            </a:r>
            <a:endParaRPr lang="en-US" altLang="zh-CN" sz="2800" b="1" dirty="0">
              <a:solidFill>
                <a:schemeClr val="tx1"/>
              </a:solidFill>
              <a:latin typeface="+mn-ea"/>
              <a:ea typeface="+mn-ea"/>
            </a:endParaRPr>
          </a:p>
        </p:txBody>
      </p:sp>
      <p:sp>
        <p:nvSpPr>
          <p:cNvPr id="572419" name="Rectangle 3">
            <a:extLst>
              <a:ext uri="{FF2B5EF4-FFF2-40B4-BE49-F238E27FC236}">
                <a16:creationId xmlns:a16="http://schemas.microsoft.com/office/drawing/2014/main" id="{A17451A2-B516-4742-B6C2-A3C1E55BDA11}"/>
              </a:ext>
            </a:extLst>
          </p:cNvPr>
          <p:cNvSpPr>
            <a:spLocks noGrp="1" noChangeArrowheads="1"/>
          </p:cNvSpPr>
          <p:nvPr>
            <p:ph sz="half" idx="1"/>
          </p:nvPr>
        </p:nvSpPr>
        <p:spPr>
          <a:xfrm>
            <a:off x="304800" y="2438400"/>
            <a:ext cx="8839200" cy="4114800"/>
          </a:xfrm>
        </p:spPr>
        <p:txBody>
          <a:bodyPr>
            <a:normAutofit/>
          </a:bodyPr>
          <a:lstStyle/>
          <a:p>
            <a:pPr marL="533400" indent="-533400" algn="just" eaLnBrk="1" fontAlgn="auto" hangingPunct="1">
              <a:spcAft>
                <a:spcPts val="0"/>
              </a:spcAft>
              <a:buClr>
                <a:schemeClr val="accent3"/>
              </a:buClr>
              <a:buFont typeface="Wingdings 2"/>
              <a:buNone/>
              <a:defRPr/>
            </a:pPr>
            <a:r>
              <a:rPr lang="zh-CN" altLang="en-US" b="1" dirty="0">
                <a:solidFill>
                  <a:schemeClr val="tx2">
                    <a:lumMod val="60000"/>
                    <a:lumOff val="40000"/>
                  </a:schemeClr>
                </a:solidFill>
              </a:rPr>
              <a:t>证明</a:t>
            </a:r>
            <a:r>
              <a:rPr lang="zh-CN" altLang="en-US" b="1" dirty="0">
                <a:solidFill>
                  <a:schemeClr val="bg2">
                    <a:lumMod val="50000"/>
                  </a:schemeClr>
                </a:solidFill>
              </a:rPr>
              <a:t>：</a:t>
            </a:r>
            <a:r>
              <a:rPr lang="zh-CN" altLang="en-US" b="1" dirty="0"/>
              <a:t>选择</a:t>
            </a:r>
            <a:r>
              <a:rPr lang="en-US" altLang="zh-CN" b="1" dirty="0"/>
              <a:t>r-</a:t>
            </a:r>
            <a:r>
              <a:rPr lang="zh-CN" altLang="en-US" b="1" dirty="0"/>
              <a:t>排列的第一项，可以从</a:t>
            </a:r>
            <a:r>
              <a:rPr lang="en-US" altLang="zh-CN" b="1" dirty="0"/>
              <a:t>n</a:t>
            </a:r>
            <a:r>
              <a:rPr lang="zh-CN" altLang="en-US" b="1" dirty="0"/>
              <a:t>个元素中任选一个</a:t>
            </a:r>
            <a:endParaRPr lang="en-US" altLang="zh-CN" b="1" dirty="0"/>
          </a:p>
          <a:p>
            <a:pPr marL="533400" indent="-533400" algn="just" eaLnBrk="1" fontAlgn="auto" hangingPunct="1">
              <a:spcAft>
                <a:spcPts val="0"/>
              </a:spcAft>
              <a:buClr>
                <a:schemeClr val="accent3"/>
              </a:buClr>
              <a:buFont typeface="Wingdings 2"/>
              <a:buNone/>
              <a:defRPr/>
            </a:pPr>
            <a:r>
              <a:rPr lang="en-US" altLang="zh-CN" b="1" dirty="0">
                <a:solidFill>
                  <a:srgbClr val="FF0066"/>
                </a:solidFill>
              </a:rPr>
              <a:t>                        </a:t>
            </a:r>
            <a:r>
              <a:rPr lang="zh-CN" altLang="en-US" b="1" dirty="0">
                <a:solidFill>
                  <a:srgbClr val="FF0000"/>
                </a:solidFill>
              </a:rPr>
              <a:t>有</a:t>
            </a:r>
            <a:r>
              <a:rPr lang="en-US" altLang="zh-CN" b="1" dirty="0">
                <a:solidFill>
                  <a:srgbClr val="FF0000"/>
                </a:solidFill>
              </a:rPr>
              <a:t>n</a:t>
            </a:r>
            <a:r>
              <a:rPr lang="zh-CN" altLang="en-US" b="1" dirty="0">
                <a:solidFill>
                  <a:srgbClr val="FF0000"/>
                </a:solidFill>
              </a:rPr>
              <a:t>种选法 </a:t>
            </a:r>
          </a:p>
          <a:p>
            <a:pPr marL="533400" indent="-533400" algn="just" eaLnBrk="1" fontAlgn="auto" hangingPunct="1">
              <a:spcAft>
                <a:spcPts val="0"/>
              </a:spcAft>
              <a:buClr>
                <a:schemeClr val="accent3"/>
              </a:buClr>
              <a:buFont typeface="Wingdings 2"/>
              <a:buNone/>
              <a:defRPr/>
            </a:pPr>
            <a:r>
              <a:rPr lang="zh-CN" altLang="en-US" b="1" dirty="0"/>
              <a:t>              第二项，由于可以重复选取，仍有</a:t>
            </a:r>
            <a:r>
              <a:rPr lang="en-US" altLang="zh-CN" b="1" dirty="0">
                <a:solidFill>
                  <a:srgbClr val="FF0000"/>
                </a:solidFill>
              </a:rPr>
              <a:t>n</a:t>
            </a:r>
            <a:r>
              <a:rPr lang="zh-CN" altLang="en-US" b="1" dirty="0">
                <a:solidFill>
                  <a:srgbClr val="FF0000"/>
                </a:solidFill>
              </a:rPr>
              <a:t>种选法</a:t>
            </a:r>
            <a:r>
              <a:rPr lang="zh-CN" altLang="en-US" b="1" dirty="0"/>
              <a:t>。 </a:t>
            </a:r>
          </a:p>
          <a:p>
            <a:pPr marL="533400" indent="-533400" algn="just" eaLnBrk="1" fontAlgn="auto" hangingPunct="1">
              <a:spcAft>
                <a:spcPts val="0"/>
              </a:spcAft>
              <a:buClr>
                <a:schemeClr val="accent3"/>
              </a:buClr>
              <a:buFont typeface="Wingdings 2"/>
              <a:buNone/>
              <a:defRPr/>
            </a:pPr>
            <a:r>
              <a:rPr lang="en-US" altLang="zh-CN" b="1" dirty="0"/>
              <a:t>              ……</a:t>
            </a:r>
          </a:p>
          <a:p>
            <a:pPr marL="533400" indent="-533400" algn="just" eaLnBrk="1" fontAlgn="auto" hangingPunct="1">
              <a:spcAft>
                <a:spcPts val="0"/>
              </a:spcAft>
              <a:buClr>
                <a:schemeClr val="accent3"/>
              </a:buClr>
              <a:buFont typeface="Wingdings 2"/>
              <a:buNone/>
              <a:defRPr/>
            </a:pPr>
            <a:endParaRPr lang="en-US" altLang="zh-CN" b="1" dirty="0"/>
          </a:p>
          <a:p>
            <a:pPr marL="533400" indent="-533400" algn="just" eaLnBrk="1" fontAlgn="auto" hangingPunct="1">
              <a:spcAft>
                <a:spcPts val="0"/>
              </a:spcAft>
              <a:buClr>
                <a:schemeClr val="accent3"/>
              </a:buClr>
              <a:buFont typeface="Wingdings 2"/>
              <a:buNone/>
              <a:defRPr/>
            </a:pPr>
            <a:r>
              <a:rPr lang="zh-CN" altLang="en-US" b="1" dirty="0"/>
              <a:t>              由乘法规则可求得</a:t>
            </a:r>
            <a:r>
              <a:rPr lang="en-US" altLang="zh-CN" b="1" dirty="0"/>
              <a:t>r</a:t>
            </a:r>
            <a:r>
              <a:rPr lang="zh-CN" altLang="en-US" b="1" dirty="0"/>
              <a:t>排列的数目为</a:t>
            </a:r>
          </a:p>
        </p:txBody>
      </p:sp>
      <p:graphicFrame>
        <p:nvGraphicFramePr>
          <p:cNvPr id="617472" name="Object 0">
            <a:extLst>
              <a:ext uri="{FF2B5EF4-FFF2-40B4-BE49-F238E27FC236}">
                <a16:creationId xmlns:a16="http://schemas.microsoft.com/office/drawing/2014/main" id="{3388C356-7B2D-4485-BB44-569BF2BFC2F2}"/>
              </a:ext>
            </a:extLst>
          </p:cNvPr>
          <p:cNvGraphicFramePr>
            <a:graphicFrameLocks noChangeAspect="1"/>
          </p:cNvGraphicFramePr>
          <p:nvPr/>
        </p:nvGraphicFramePr>
        <p:xfrm>
          <a:off x="8382000" y="1219200"/>
          <a:ext cx="560388" cy="685800"/>
        </p:xfrm>
        <a:graphic>
          <a:graphicData uri="http://schemas.openxmlformats.org/presentationml/2006/ole">
            <mc:AlternateContent xmlns:mc="http://schemas.openxmlformats.org/markup-compatibility/2006">
              <mc:Choice xmlns:v="urn:schemas-microsoft-com:vml" Requires="v">
                <p:oleObj name="Equation" r:id="rId2" imgW="177569" imgH="202936" progId="Equation.3">
                  <p:embed/>
                </p:oleObj>
              </mc:Choice>
              <mc:Fallback>
                <p:oleObj name="Equation" r:id="rId2" imgW="177569" imgH="202936" progId="Equation.3">
                  <p:embed/>
                  <p:pic>
                    <p:nvPicPr>
                      <p:cNvPr id="617472" name="Object 0">
                        <a:extLst>
                          <a:ext uri="{FF2B5EF4-FFF2-40B4-BE49-F238E27FC236}">
                            <a16:creationId xmlns:a16="http://schemas.microsoft.com/office/drawing/2014/main" id="{3388C356-7B2D-4485-BB44-569BF2BFC2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0" y="1219200"/>
                        <a:ext cx="560388"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7473" name="Object 1">
            <a:extLst>
              <a:ext uri="{FF2B5EF4-FFF2-40B4-BE49-F238E27FC236}">
                <a16:creationId xmlns:a16="http://schemas.microsoft.com/office/drawing/2014/main" id="{A3565FA0-F176-4040-9C21-2ACAB65CB69B}"/>
              </a:ext>
            </a:extLst>
          </p:cNvPr>
          <p:cNvGraphicFramePr>
            <a:graphicFrameLocks noChangeAspect="1"/>
          </p:cNvGraphicFramePr>
          <p:nvPr/>
        </p:nvGraphicFramePr>
        <p:xfrm>
          <a:off x="6486525" y="4572000"/>
          <a:ext cx="600075" cy="762000"/>
        </p:xfrm>
        <a:graphic>
          <a:graphicData uri="http://schemas.openxmlformats.org/presentationml/2006/ole">
            <mc:AlternateContent xmlns:mc="http://schemas.openxmlformats.org/markup-compatibility/2006">
              <mc:Choice xmlns:v="urn:schemas-microsoft-com:vml" Requires="v">
                <p:oleObj name="Equation" r:id="rId4" imgW="177569" imgH="202936" progId="Equation.3">
                  <p:embed/>
                </p:oleObj>
              </mc:Choice>
              <mc:Fallback>
                <p:oleObj name="Equation" r:id="rId4" imgW="177569" imgH="202936" progId="Equation.3">
                  <p:embed/>
                  <p:pic>
                    <p:nvPicPr>
                      <p:cNvPr id="617473" name="Object 1">
                        <a:extLst>
                          <a:ext uri="{FF2B5EF4-FFF2-40B4-BE49-F238E27FC236}">
                            <a16:creationId xmlns:a16="http://schemas.microsoft.com/office/drawing/2014/main" id="{A3565FA0-F176-4040-9C21-2ACAB65CB6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86525" y="4572000"/>
                        <a:ext cx="600075" cy="76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Rectangle 2">
            <a:extLst>
              <a:ext uri="{FF2B5EF4-FFF2-40B4-BE49-F238E27FC236}">
                <a16:creationId xmlns:a16="http://schemas.microsoft.com/office/drawing/2014/main" id="{E783A277-9589-4D64-B344-DFCD482006DD}"/>
              </a:ext>
            </a:extLst>
          </p:cNvPr>
          <p:cNvSpPr txBox="1">
            <a:spLocks noChangeArrowheads="1"/>
          </p:cNvSpPr>
          <p:nvPr/>
        </p:nvSpPr>
        <p:spPr>
          <a:xfrm>
            <a:off x="304800" y="304800"/>
            <a:ext cx="2667000" cy="914400"/>
          </a:xfrm>
          <a:prstGeom prst="rect">
            <a:avLst/>
          </a:prstGeom>
        </p:spPr>
        <p:txBody>
          <a:bodyPr lIns="0" rIns="0" bIns="0" anchor="b">
            <a:normAutofit/>
          </a:bodyPr>
          <a:lstStyle/>
          <a:p>
            <a:pPr fontAlgn="auto">
              <a:spcAft>
                <a:spcPts val="0"/>
              </a:spcAft>
              <a:defRPr/>
            </a:pPr>
            <a:r>
              <a:rPr kumimoji="0" lang="zh-CN" altLang="en-US" sz="5100" dirty="0">
                <a:solidFill>
                  <a:schemeClr val="tx2"/>
                </a:solidFill>
                <a:latin typeface="宋体" pitchFamily="2" charset="-122"/>
                <a:ea typeface="+mj-ea"/>
                <a:cs typeface="+mj-cs"/>
              </a:rPr>
              <a:t>定理</a:t>
            </a:r>
            <a:r>
              <a:rPr kumimoji="0" lang="zh-CN" altLang="en-US" sz="4900" dirty="0">
                <a:solidFill>
                  <a:schemeClr val="tx2"/>
                </a:solidFill>
                <a:latin typeface="+mj-lt"/>
                <a:ea typeface="+mj-ea"/>
                <a:cs typeface="+mj-cs"/>
              </a:rPr>
              <a:t>1-3</a:t>
            </a:r>
            <a:r>
              <a:rPr kumimoji="0" lang="zh-CN" altLang="en-US" sz="5100" dirty="0">
                <a:solidFill>
                  <a:schemeClr val="tx2"/>
                </a:solidFill>
                <a:latin typeface="宋体" pitchFamily="2" charset="-122"/>
                <a:ea typeface="+mj-ea"/>
                <a:cs typeface="+mj-cs"/>
              </a:rPr>
              <a:t>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72418"/>
                                        </p:tgtEl>
                                        <p:attrNameLst>
                                          <p:attrName>style.visibility</p:attrName>
                                        </p:attrNameLst>
                                      </p:cBhvr>
                                      <p:to>
                                        <p:strVal val="visible"/>
                                      </p:to>
                                    </p:set>
                                  </p:childTnLst>
                                </p:cTn>
                              </p:par>
                            </p:childTnLst>
                          </p:cTn>
                        </p:par>
                        <p:par>
                          <p:cTn id="7" fill="hold" nodeType="afterGroup">
                            <p:stCondLst>
                              <p:cond delay="500"/>
                            </p:stCondLst>
                            <p:childTnLst>
                              <p:par>
                                <p:cTn id="8" presetID="14" presetClass="entr" presetSubtype="10" fill="hold" nodeType="afterEffect">
                                  <p:stCondLst>
                                    <p:cond delay="0"/>
                                  </p:stCondLst>
                                  <p:childTnLst>
                                    <p:set>
                                      <p:cBhvr>
                                        <p:cTn id="9" dur="1" fill="hold">
                                          <p:stCondLst>
                                            <p:cond delay="0"/>
                                          </p:stCondLst>
                                        </p:cTn>
                                        <p:tgtEl>
                                          <p:spTgt spid="617472"/>
                                        </p:tgtEl>
                                        <p:attrNameLst>
                                          <p:attrName>style.visibility</p:attrName>
                                        </p:attrNameLst>
                                      </p:cBhvr>
                                      <p:to>
                                        <p:strVal val="visible"/>
                                      </p:to>
                                    </p:set>
                                    <p:animEffect transition="in" filter="randombar(horizontal)">
                                      <p:cBhvr>
                                        <p:cTn id="10" dur="500"/>
                                        <p:tgtEl>
                                          <p:spTgt spid="617472"/>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72419">
                                            <p:txEl>
                                              <p:pRg st="0" end="0"/>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572419">
                                            <p:txEl>
                                              <p:pRg st="1" end="1"/>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572419">
                                            <p:txEl>
                                              <p:pRg st="2" end="2"/>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572419">
                                            <p:txEl>
                                              <p:pRg st="3" end="3"/>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572419">
                                            <p:txEl>
                                              <p:pRg st="5" end="5"/>
                                            </p:txEl>
                                          </p:spTgt>
                                        </p:tgtEl>
                                        <p:attrNameLst>
                                          <p:attrName>style.visibility</p:attrName>
                                        </p:attrNameLst>
                                      </p:cBhvr>
                                      <p:to>
                                        <p:strVal val="visible"/>
                                      </p:to>
                                    </p:set>
                                  </p:childTnLst>
                                </p:cTn>
                              </p:par>
                            </p:childTnLst>
                          </p:cTn>
                        </p:par>
                        <p:par>
                          <p:cTn id="31" fill="hold" nodeType="afterGroup">
                            <p:stCondLst>
                              <p:cond delay="500"/>
                            </p:stCondLst>
                            <p:childTnLst>
                              <p:par>
                                <p:cTn id="32" presetID="9" presetClass="entr" presetSubtype="0" fill="hold" nodeType="afterEffect">
                                  <p:stCondLst>
                                    <p:cond delay="0"/>
                                  </p:stCondLst>
                                  <p:childTnLst>
                                    <p:set>
                                      <p:cBhvr>
                                        <p:cTn id="33" dur="1" fill="hold">
                                          <p:stCondLst>
                                            <p:cond delay="0"/>
                                          </p:stCondLst>
                                        </p:cTn>
                                        <p:tgtEl>
                                          <p:spTgt spid="617473"/>
                                        </p:tgtEl>
                                        <p:attrNameLst>
                                          <p:attrName>style.visibility</p:attrName>
                                        </p:attrNameLst>
                                      </p:cBhvr>
                                      <p:to>
                                        <p:strVal val="visible"/>
                                      </p:to>
                                    </p:set>
                                    <p:animEffect transition="in" filter="dissolve">
                                      <p:cBhvr>
                                        <p:cTn id="34" dur="500"/>
                                        <p:tgtEl>
                                          <p:spTgt spid="6174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2418" grpId="0" autoUpdateAnimBg="0"/>
      <p:bldP spid="572419" grpId="0" build="p"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43" name="Rectangle 3">
            <a:extLst>
              <a:ext uri="{FF2B5EF4-FFF2-40B4-BE49-F238E27FC236}">
                <a16:creationId xmlns:a16="http://schemas.microsoft.com/office/drawing/2014/main" id="{8F4379F4-9653-4186-B8D5-BDA309BE9514}"/>
              </a:ext>
            </a:extLst>
          </p:cNvPr>
          <p:cNvSpPr>
            <a:spLocks noGrp="1" noChangeArrowheads="1"/>
          </p:cNvSpPr>
          <p:nvPr>
            <p:ph sz="half" idx="1"/>
          </p:nvPr>
        </p:nvSpPr>
        <p:spPr>
          <a:xfrm>
            <a:off x="381000" y="1295400"/>
            <a:ext cx="8382000" cy="990600"/>
          </a:xfrm>
        </p:spPr>
        <p:txBody>
          <a:bodyPr>
            <a:normAutofit fontScale="70000" lnSpcReduction="20000"/>
          </a:bodyPr>
          <a:lstStyle/>
          <a:p>
            <a:pPr marL="274320" indent="-274320" eaLnBrk="1" fontAlgn="auto" hangingPunct="1">
              <a:lnSpc>
                <a:spcPct val="90000"/>
              </a:lnSpc>
              <a:spcAft>
                <a:spcPts val="0"/>
              </a:spcAft>
              <a:buClr>
                <a:schemeClr val="accent3"/>
              </a:buClr>
              <a:buFont typeface="Wingdings" pitchFamily="2" charset="2"/>
              <a:buNone/>
              <a:defRPr/>
            </a:pPr>
            <a:r>
              <a:rPr lang="zh-CN" altLang="en-US" sz="4000" b="1" dirty="0"/>
              <a:t>由1，2，3，4，5，6这六个数字能组成多少个五位数?</a:t>
            </a:r>
            <a:endParaRPr lang="en-US" altLang="zh-CN" sz="4000" b="1" dirty="0"/>
          </a:p>
          <a:p>
            <a:pPr marL="274320" indent="-274320" eaLnBrk="1" fontAlgn="auto" hangingPunct="1">
              <a:lnSpc>
                <a:spcPct val="90000"/>
              </a:lnSpc>
              <a:spcAft>
                <a:spcPts val="0"/>
              </a:spcAft>
              <a:buClr>
                <a:schemeClr val="accent3"/>
              </a:buClr>
              <a:buFont typeface="Wingdings" pitchFamily="2" charset="2"/>
              <a:buNone/>
              <a:defRPr/>
            </a:pPr>
            <a:r>
              <a:rPr lang="zh-CN" altLang="en-US" sz="4000" b="1" dirty="0"/>
              <a:t>又可组成多少大于34500的五位数?</a:t>
            </a:r>
          </a:p>
          <a:p>
            <a:pPr marL="274320" indent="-274320" eaLnBrk="1" fontAlgn="auto" hangingPunct="1">
              <a:lnSpc>
                <a:spcPct val="90000"/>
              </a:lnSpc>
              <a:spcAft>
                <a:spcPts val="0"/>
              </a:spcAft>
              <a:buClr>
                <a:schemeClr val="accent3"/>
              </a:buClr>
              <a:buFont typeface="Wingdings 2"/>
              <a:buChar char=""/>
              <a:defRPr/>
            </a:pPr>
            <a:endParaRPr lang="zh-CN" altLang="en-US" sz="2500" b="1" dirty="0"/>
          </a:p>
        </p:txBody>
      </p:sp>
      <p:sp>
        <p:nvSpPr>
          <p:cNvPr id="573445" name="Text Box 5">
            <a:extLst>
              <a:ext uri="{FF2B5EF4-FFF2-40B4-BE49-F238E27FC236}">
                <a16:creationId xmlns:a16="http://schemas.microsoft.com/office/drawing/2014/main" id="{D1757C40-6C11-45FF-95F3-8557F794F789}"/>
              </a:ext>
            </a:extLst>
          </p:cNvPr>
          <p:cNvSpPr txBox="1">
            <a:spLocks noChangeArrowheads="1"/>
          </p:cNvSpPr>
          <p:nvPr/>
        </p:nvSpPr>
        <p:spPr bwMode="auto">
          <a:xfrm>
            <a:off x="609600" y="2133600"/>
            <a:ext cx="8382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spcBef>
                <a:spcPct val="0"/>
              </a:spcBef>
              <a:buClrTx/>
              <a:buSzTx/>
              <a:buFontTx/>
              <a:buNone/>
            </a:pPr>
            <a:r>
              <a:rPr lang="zh-CN" altLang="en-US" sz="3000" b="1" dirty="0">
                <a:solidFill>
                  <a:srgbClr val="FF0000"/>
                </a:solidFill>
                <a:latin typeface="Tahoma" panose="020B0604030504040204" pitchFamily="34" charset="0"/>
              </a:rPr>
              <a:t>解：</a:t>
            </a:r>
          </a:p>
        </p:txBody>
      </p:sp>
      <p:sp>
        <p:nvSpPr>
          <p:cNvPr id="7" name="矩形 6">
            <a:extLst>
              <a:ext uri="{FF2B5EF4-FFF2-40B4-BE49-F238E27FC236}">
                <a16:creationId xmlns:a16="http://schemas.microsoft.com/office/drawing/2014/main" id="{E1AF4933-99D3-4445-BD21-835FDB3A2302}"/>
              </a:ext>
            </a:extLst>
          </p:cNvPr>
          <p:cNvSpPr/>
          <p:nvPr/>
        </p:nvSpPr>
        <p:spPr>
          <a:xfrm>
            <a:off x="457200" y="381000"/>
            <a:ext cx="1905000" cy="846138"/>
          </a:xfrm>
          <a:prstGeom prst="rect">
            <a:avLst/>
          </a:prstGeom>
        </p:spPr>
        <p:txBody>
          <a:bodyPr>
            <a:spAutoFit/>
          </a:bodyPr>
          <a:lstStyle/>
          <a:p>
            <a:pPr>
              <a:defRPr/>
            </a:pPr>
            <a:r>
              <a:rPr kumimoji="0" lang="zh-CN" altLang="en-US" sz="4900" dirty="0">
                <a:solidFill>
                  <a:schemeClr val="tx2"/>
                </a:solidFill>
                <a:latin typeface="+mj-lt"/>
                <a:ea typeface="+mj-ea"/>
                <a:cs typeface="+mj-cs"/>
              </a:rPr>
              <a:t>例五</a:t>
            </a:r>
          </a:p>
        </p:txBody>
      </p:sp>
    </p:spTree>
    <p:extLst>
      <p:ext uri="{BB962C8B-B14F-4D97-AF65-F5344CB8AC3E}">
        <p14:creationId xmlns:p14="http://schemas.microsoft.com/office/powerpoint/2010/main" val="2002063897"/>
      </p:ext>
    </p:extLst>
  </p:cSld>
  <p:clrMapOvr>
    <a:masterClrMapping/>
  </p:clrMapOvr>
  <p:transition>
    <p:random/>
  </p:transition>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43" name="Rectangle 3">
            <a:extLst>
              <a:ext uri="{FF2B5EF4-FFF2-40B4-BE49-F238E27FC236}">
                <a16:creationId xmlns:a16="http://schemas.microsoft.com/office/drawing/2014/main" id="{8F4379F4-9653-4186-B8D5-BDA309BE9514}"/>
              </a:ext>
            </a:extLst>
          </p:cNvPr>
          <p:cNvSpPr>
            <a:spLocks noGrp="1" noChangeArrowheads="1"/>
          </p:cNvSpPr>
          <p:nvPr>
            <p:ph sz="half" idx="1"/>
          </p:nvPr>
        </p:nvSpPr>
        <p:spPr>
          <a:xfrm>
            <a:off x="381000" y="1295400"/>
            <a:ext cx="8382000" cy="990600"/>
          </a:xfrm>
        </p:spPr>
        <p:txBody>
          <a:bodyPr>
            <a:normAutofit fontScale="70000" lnSpcReduction="20000"/>
          </a:bodyPr>
          <a:lstStyle/>
          <a:p>
            <a:pPr marL="274320" indent="-274320" eaLnBrk="1" fontAlgn="auto" hangingPunct="1">
              <a:lnSpc>
                <a:spcPct val="90000"/>
              </a:lnSpc>
              <a:spcAft>
                <a:spcPts val="0"/>
              </a:spcAft>
              <a:buClr>
                <a:schemeClr val="accent3"/>
              </a:buClr>
              <a:buFont typeface="Wingdings" pitchFamily="2" charset="2"/>
              <a:buNone/>
              <a:defRPr/>
            </a:pPr>
            <a:r>
              <a:rPr lang="zh-CN" altLang="en-US" sz="4000" b="1" dirty="0"/>
              <a:t>由1，2，3，4，5，6这六个数字能组成多少个五位数?</a:t>
            </a:r>
            <a:endParaRPr lang="en-US" altLang="zh-CN" sz="4000" b="1" dirty="0"/>
          </a:p>
          <a:p>
            <a:pPr marL="274320" indent="-274320" eaLnBrk="1" fontAlgn="auto" hangingPunct="1">
              <a:lnSpc>
                <a:spcPct val="90000"/>
              </a:lnSpc>
              <a:spcAft>
                <a:spcPts val="0"/>
              </a:spcAft>
              <a:buClr>
                <a:schemeClr val="accent3"/>
              </a:buClr>
              <a:buFont typeface="Wingdings" pitchFamily="2" charset="2"/>
              <a:buNone/>
              <a:defRPr/>
            </a:pPr>
            <a:r>
              <a:rPr lang="zh-CN" altLang="en-US" sz="4000" b="1" dirty="0"/>
              <a:t>又可组成多少大于34500的五位数?</a:t>
            </a:r>
          </a:p>
          <a:p>
            <a:pPr marL="274320" indent="-274320" eaLnBrk="1" fontAlgn="auto" hangingPunct="1">
              <a:lnSpc>
                <a:spcPct val="90000"/>
              </a:lnSpc>
              <a:spcAft>
                <a:spcPts val="0"/>
              </a:spcAft>
              <a:buClr>
                <a:schemeClr val="accent3"/>
              </a:buClr>
              <a:buFont typeface="Wingdings 2"/>
              <a:buChar char=""/>
              <a:defRPr/>
            </a:pPr>
            <a:endParaRPr lang="zh-CN" altLang="en-US" sz="2500" b="1" dirty="0"/>
          </a:p>
        </p:txBody>
      </p:sp>
      <p:sp>
        <p:nvSpPr>
          <p:cNvPr id="573444" name="Rectangle 4">
            <a:extLst>
              <a:ext uri="{FF2B5EF4-FFF2-40B4-BE49-F238E27FC236}">
                <a16:creationId xmlns:a16="http://schemas.microsoft.com/office/drawing/2014/main" id="{9403CC5F-298A-4A27-AB75-21740A360F21}"/>
              </a:ext>
            </a:extLst>
          </p:cNvPr>
          <p:cNvSpPr>
            <a:spLocks noGrp="1" noChangeArrowheads="1"/>
          </p:cNvSpPr>
          <p:nvPr>
            <p:ph sz="half" idx="2"/>
          </p:nvPr>
        </p:nvSpPr>
        <p:spPr>
          <a:xfrm>
            <a:off x="990600" y="2819400"/>
            <a:ext cx="7620000" cy="2209800"/>
          </a:xfrm>
        </p:spPr>
        <p:txBody>
          <a:bodyPr>
            <a:noAutofit/>
          </a:bodyPr>
          <a:lstStyle/>
          <a:p>
            <a:pPr marL="274320" indent="-274320" eaLnBrk="1" fontAlgn="auto" hangingPunct="1">
              <a:lnSpc>
                <a:spcPct val="90000"/>
              </a:lnSpc>
              <a:spcAft>
                <a:spcPts val="0"/>
              </a:spcAft>
              <a:buClr>
                <a:schemeClr val="accent3"/>
              </a:buClr>
              <a:buFont typeface="Wingdings" pitchFamily="2" charset="2"/>
              <a:buNone/>
              <a:defRPr/>
            </a:pPr>
            <a:r>
              <a:rPr lang="zh-CN" altLang="en-US" sz="2800" b="1" dirty="0">
                <a:latin typeface="+mn-ea"/>
              </a:rPr>
              <a:t>一个五位数，数字可以重复出现，这是一个重</a:t>
            </a:r>
            <a:endParaRPr lang="en-US" altLang="zh-CN" sz="2800" b="1" dirty="0">
              <a:latin typeface="+mn-ea"/>
            </a:endParaRPr>
          </a:p>
          <a:p>
            <a:pPr marL="274320" indent="-274320" eaLnBrk="1" fontAlgn="auto" hangingPunct="1">
              <a:lnSpc>
                <a:spcPct val="90000"/>
              </a:lnSpc>
              <a:spcAft>
                <a:spcPts val="0"/>
              </a:spcAft>
              <a:buClr>
                <a:schemeClr val="accent3"/>
              </a:buClr>
              <a:buFont typeface="Wingdings" pitchFamily="2" charset="2"/>
              <a:buNone/>
              <a:defRPr/>
            </a:pPr>
            <a:r>
              <a:rPr lang="zh-CN" altLang="en-US" sz="2800" b="1" dirty="0">
                <a:latin typeface="+mn-ea"/>
              </a:rPr>
              <a:t>排列问题。</a:t>
            </a:r>
            <a:endParaRPr lang="en-US" altLang="zh-CN" sz="2800" b="1" dirty="0">
              <a:latin typeface="+mn-ea"/>
            </a:endParaRPr>
          </a:p>
          <a:p>
            <a:pPr marL="274320" indent="-274320" eaLnBrk="1" fontAlgn="auto" hangingPunct="1">
              <a:lnSpc>
                <a:spcPct val="90000"/>
              </a:lnSpc>
              <a:spcAft>
                <a:spcPts val="0"/>
              </a:spcAft>
              <a:buClr>
                <a:schemeClr val="accent3"/>
              </a:buClr>
              <a:buFont typeface="Wingdings" pitchFamily="2" charset="2"/>
              <a:buNone/>
              <a:defRPr/>
            </a:pPr>
            <a:endParaRPr lang="zh-CN" altLang="en-US" sz="2800" b="1" dirty="0">
              <a:latin typeface="+mn-ea"/>
            </a:endParaRPr>
          </a:p>
          <a:p>
            <a:pPr marL="274320" indent="-274320" eaLnBrk="1" fontAlgn="auto" hangingPunct="1">
              <a:lnSpc>
                <a:spcPct val="90000"/>
              </a:lnSpc>
              <a:spcAft>
                <a:spcPts val="0"/>
              </a:spcAft>
              <a:buClr>
                <a:schemeClr val="accent3"/>
              </a:buClr>
              <a:buFont typeface="Wingdings" pitchFamily="2" charset="2"/>
              <a:buNone/>
              <a:defRPr/>
            </a:pPr>
            <a:r>
              <a:rPr lang="zh-CN" altLang="en-US" sz="2800" b="1" dirty="0">
                <a:latin typeface="+mn-ea"/>
              </a:rPr>
              <a:t>由定理</a:t>
            </a:r>
            <a:r>
              <a:rPr lang="en-US" altLang="zh-CN" sz="2800" b="1" dirty="0">
                <a:latin typeface="+mn-ea"/>
              </a:rPr>
              <a:t>1.3</a:t>
            </a:r>
            <a:r>
              <a:rPr lang="zh-CN" altLang="en-US" sz="2800" b="1" dirty="0">
                <a:latin typeface="+mn-ea"/>
              </a:rPr>
              <a:t>知，这六个数字可以组成   个五位</a:t>
            </a:r>
            <a:endParaRPr lang="en-US" altLang="zh-CN" sz="2800" b="1" dirty="0">
              <a:latin typeface="+mn-ea"/>
            </a:endParaRPr>
          </a:p>
          <a:p>
            <a:pPr marL="274320" indent="-274320" eaLnBrk="1" fontAlgn="auto" hangingPunct="1">
              <a:lnSpc>
                <a:spcPct val="90000"/>
              </a:lnSpc>
              <a:spcAft>
                <a:spcPts val="0"/>
              </a:spcAft>
              <a:buClr>
                <a:schemeClr val="accent3"/>
              </a:buClr>
              <a:buFont typeface="Wingdings" pitchFamily="2" charset="2"/>
              <a:buNone/>
              <a:defRPr/>
            </a:pPr>
            <a:r>
              <a:rPr lang="zh-CN" altLang="en-US" sz="2800" b="1" dirty="0">
                <a:latin typeface="+mn-ea"/>
              </a:rPr>
              <a:t>数 。</a:t>
            </a:r>
          </a:p>
        </p:txBody>
      </p:sp>
      <p:sp>
        <p:nvSpPr>
          <p:cNvPr id="573445" name="Text Box 5">
            <a:extLst>
              <a:ext uri="{FF2B5EF4-FFF2-40B4-BE49-F238E27FC236}">
                <a16:creationId xmlns:a16="http://schemas.microsoft.com/office/drawing/2014/main" id="{D1757C40-6C11-45FF-95F3-8557F794F789}"/>
              </a:ext>
            </a:extLst>
          </p:cNvPr>
          <p:cNvSpPr txBox="1">
            <a:spLocks noChangeArrowheads="1"/>
          </p:cNvSpPr>
          <p:nvPr/>
        </p:nvSpPr>
        <p:spPr bwMode="auto">
          <a:xfrm>
            <a:off x="609600" y="2133600"/>
            <a:ext cx="8382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spcBef>
                <a:spcPct val="0"/>
              </a:spcBef>
              <a:buClrTx/>
              <a:buSzTx/>
              <a:buFontTx/>
              <a:buNone/>
            </a:pPr>
            <a:r>
              <a:rPr lang="zh-CN" altLang="en-US" sz="3000" b="1" dirty="0">
                <a:solidFill>
                  <a:srgbClr val="FF0000"/>
                </a:solidFill>
                <a:latin typeface="Tahoma" panose="020B0604030504040204" pitchFamily="34" charset="0"/>
              </a:rPr>
              <a:t>解：</a:t>
            </a:r>
          </a:p>
        </p:txBody>
      </p:sp>
      <p:sp>
        <p:nvSpPr>
          <p:cNvPr id="38917" name="AutoShape 6">
            <a:extLst>
              <a:ext uri="{FF2B5EF4-FFF2-40B4-BE49-F238E27FC236}">
                <a16:creationId xmlns:a16="http://schemas.microsoft.com/office/drawing/2014/main" id="{35AA3E6F-C880-4494-940B-90D3E390CD39}"/>
              </a:ext>
            </a:extLst>
          </p:cNvPr>
          <p:cNvSpPr>
            <a:spLocks noChangeArrowheads="1"/>
          </p:cNvSpPr>
          <p:nvPr/>
        </p:nvSpPr>
        <p:spPr bwMode="auto">
          <a:xfrm>
            <a:off x="1676400" y="2895600"/>
            <a:ext cx="1143000" cy="1866900"/>
          </a:xfrm>
          <a:prstGeom prst="verticalScroll">
            <a:avLst>
              <a:gd name="adj" fmla="val 1250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Tx/>
              <a:buNone/>
            </a:pPr>
            <a:endParaRPr lang="zh-CN" altLang="en-US" sz="3200" b="1">
              <a:latin typeface="Times New Roman" panose="02020603050405020304" pitchFamily="18" charset="0"/>
            </a:endParaRPr>
          </a:p>
        </p:txBody>
      </p:sp>
      <p:graphicFrame>
        <p:nvGraphicFramePr>
          <p:cNvPr id="573452" name="Object 12">
            <a:extLst>
              <a:ext uri="{FF2B5EF4-FFF2-40B4-BE49-F238E27FC236}">
                <a16:creationId xmlns:a16="http://schemas.microsoft.com/office/drawing/2014/main" id="{827E06E7-72CD-4CC2-936A-D30A915AB84F}"/>
              </a:ext>
            </a:extLst>
          </p:cNvPr>
          <p:cNvGraphicFramePr>
            <a:graphicFrameLocks noChangeAspect="1"/>
          </p:cNvGraphicFramePr>
          <p:nvPr/>
        </p:nvGraphicFramePr>
        <p:xfrm>
          <a:off x="6619875" y="3962400"/>
          <a:ext cx="619125" cy="838200"/>
        </p:xfrm>
        <a:graphic>
          <a:graphicData uri="http://schemas.openxmlformats.org/presentationml/2006/ole">
            <mc:AlternateContent xmlns:mc="http://schemas.openxmlformats.org/markup-compatibility/2006">
              <mc:Choice xmlns:v="urn:schemas-microsoft-com:vml" Requires="v">
                <p:oleObj name="Equation" r:id="rId2" imgW="164957" imgH="203024" progId="Equation.3">
                  <p:embed/>
                </p:oleObj>
              </mc:Choice>
              <mc:Fallback>
                <p:oleObj name="Equation" r:id="rId2" imgW="164957" imgH="203024" progId="Equation.3">
                  <p:embed/>
                  <p:pic>
                    <p:nvPicPr>
                      <p:cNvPr id="573452" name="Object 12">
                        <a:extLst>
                          <a:ext uri="{FF2B5EF4-FFF2-40B4-BE49-F238E27FC236}">
                            <a16:creationId xmlns:a16="http://schemas.microsoft.com/office/drawing/2014/main" id="{827E06E7-72CD-4CC2-936A-D30A915AB8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19875" y="3962400"/>
                        <a:ext cx="619125"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矩形 6">
            <a:extLst>
              <a:ext uri="{FF2B5EF4-FFF2-40B4-BE49-F238E27FC236}">
                <a16:creationId xmlns:a16="http://schemas.microsoft.com/office/drawing/2014/main" id="{E1AF4933-99D3-4445-BD21-835FDB3A2302}"/>
              </a:ext>
            </a:extLst>
          </p:cNvPr>
          <p:cNvSpPr/>
          <p:nvPr/>
        </p:nvSpPr>
        <p:spPr>
          <a:xfrm>
            <a:off x="457200" y="381000"/>
            <a:ext cx="1905000" cy="846138"/>
          </a:xfrm>
          <a:prstGeom prst="rect">
            <a:avLst/>
          </a:prstGeom>
        </p:spPr>
        <p:txBody>
          <a:bodyPr>
            <a:spAutoFit/>
          </a:bodyPr>
          <a:lstStyle/>
          <a:p>
            <a:pPr>
              <a:defRPr/>
            </a:pPr>
            <a:r>
              <a:rPr kumimoji="0" lang="zh-CN" altLang="en-US" sz="4900" dirty="0">
                <a:solidFill>
                  <a:schemeClr val="tx2"/>
                </a:solidFill>
                <a:latin typeface="+mj-lt"/>
                <a:ea typeface="+mj-ea"/>
                <a:cs typeface="+mj-cs"/>
              </a:rPr>
              <a:t>例五</a:t>
            </a:r>
          </a:p>
        </p:txBody>
      </p:sp>
    </p:spTree>
  </p:cSld>
  <p:clrMapOvr>
    <a:masterClrMapping/>
  </p:clrMapOvr>
  <p:transition>
    <p:random/>
  </p:transition>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1333" name="AutoShape 1029" descr="深色上对角线">
            <a:extLst>
              <a:ext uri="{FF2B5EF4-FFF2-40B4-BE49-F238E27FC236}">
                <a16:creationId xmlns:a16="http://schemas.microsoft.com/office/drawing/2014/main" id="{E1C1E7EB-EB46-4D99-932E-3DD8EA5C0C09}"/>
              </a:ext>
            </a:extLst>
          </p:cNvPr>
          <p:cNvSpPr>
            <a:spLocks noGrp="1" noChangeArrowheads="1"/>
          </p:cNvSpPr>
          <p:nvPr>
            <p:ph sz="half" idx="1"/>
          </p:nvPr>
        </p:nvSpPr>
        <p:spPr>
          <a:xfrm>
            <a:off x="152400" y="914400"/>
            <a:ext cx="5638800" cy="1828800"/>
          </a:xfrm>
          <a:prstGeom prst="horizontalScroll">
            <a:avLst>
              <a:gd name="adj" fmla="val 12500"/>
            </a:avLst>
          </a:prstGeom>
          <a:pattFill prst="dkUpDiag">
            <a:fgClr>
              <a:srgbClr val="CCFFFF"/>
            </a:fgClr>
            <a:bgClr>
              <a:schemeClr val="bg1"/>
            </a:bgClr>
          </a:pattFill>
          <a:ln cap="flat">
            <a:solidFill>
              <a:srgbClr val="FFCC00"/>
            </a:solidFill>
            <a:round/>
            <a:headEnd w="med" len="med"/>
            <a:tailEnd w="med" len="med"/>
          </a:ln>
        </p:spPr>
        <p:txBody>
          <a:bodyPr>
            <a:normAutofit/>
          </a:bodyPr>
          <a:lstStyle/>
          <a:p>
            <a:pPr marL="274320" indent="-274320" algn="ctr" eaLnBrk="1" fontAlgn="auto" hangingPunct="1">
              <a:spcBef>
                <a:spcPct val="0"/>
              </a:spcBef>
              <a:spcAft>
                <a:spcPts val="0"/>
              </a:spcAft>
              <a:buClrTx/>
              <a:buFontTx/>
              <a:buNone/>
              <a:defRPr/>
            </a:pPr>
            <a:r>
              <a:rPr lang="zh-CN" altLang="en-US" sz="2800" b="1" dirty="0">
                <a:latin typeface="+mn-ea"/>
              </a:rPr>
              <a:t>万位：可选4，5，6。其余四位任选</a:t>
            </a:r>
          </a:p>
          <a:p>
            <a:pPr marL="274320" indent="-274320" algn="ctr" eaLnBrk="1" fontAlgn="auto" hangingPunct="1">
              <a:spcBef>
                <a:spcPct val="0"/>
              </a:spcBef>
              <a:spcAft>
                <a:spcPts val="0"/>
              </a:spcAft>
              <a:buClrTx/>
              <a:buFontTx/>
              <a:buNone/>
              <a:defRPr/>
            </a:pPr>
            <a:r>
              <a:rPr lang="zh-CN" altLang="en-US" sz="2800" b="1" dirty="0">
                <a:latin typeface="+mn-ea"/>
              </a:rPr>
              <a:t>所以个数为</a:t>
            </a:r>
            <a:r>
              <a:rPr lang="zh-CN" altLang="en-US" sz="2800" b="1" dirty="0">
                <a:latin typeface="+mn-ea"/>
                <a:cs typeface="Times New Roman" pitchFamily="18" charset="0"/>
              </a:rPr>
              <a:t>3</a:t>
            </a:r>
            <a:r>
              <a:rPr lang="zh-CN" altLang="en-US" sz="2800" b="1" dirty="0">
                <a:latin typeface="+mn-ea"/>
              </a:rPr>
              <a:t>·</a:t>
            </a:r>
            <a:r>
              <a:rPr lang="zh-CN" altLang="en-US" sz="2800" b="1" dirty="0">
                <a:latin typeface="+mn-ea"/>
                <a:cs typeface="Times New Roman" pitchFamily="18" charset="0"/>
              </a:rPr>
              <a:t>6</a:t>
            </a:r>
            <a:r>
              <a:rPr lang="en-US" altLang="zh-CN" sz="2800" b="1" baseline="30000" dirty="0">
                <a:latin typeface="+mn-ea"/>
              </a:rPr>
              <a:t>4</a:t>
            </a:r>
            <a:endParaRPr lang="zh-CN" altLang="en-US" sz="2800" baseline="30000" dirty="0">
              <a:latin typeface="+mn-ea"/>
            </a:endParaRPr>
          </a:p>
        </p:txBody>
      </p:sp>
      <p:sp>
        <p:nvSpPr>
          <p:cNvPr id="611334" name="AutoShape 1030" descr="深色上对角线">
            <a:extLst>
              <a:ext uri="{FF2B5EF4-FFF2-40B4-BE49-F238E27FC236}">
                <a16:creationId xmlns:a16="http://schemas.microsoft.com/office/drawing/2014/main" id="{4168678F-29BE-453C-9967-AF96EC5E9129}"/>
              </a:ext>
            </a:extLst>
          </p:cNvPr>
          <p:cNvSpPr>
            <a:spLocks noGrp="1" noChangeArrowheads="1"/>
          </p:cNvSpPr>
          <p:nvPr>
            <p:ph sz="half" idx="2"/>
          </p:nvPr>
        </p:nvSpPr>
        <p:spPr>
          <a:xfrm>
            <a:off x="5410200" y="1752600"/>
            <a:ext cx="3733800" cy="2514600"/>
          </a:xfrm>
          <a:prstGeom prst="verticalScroll">
            <a:avLst>
              <a:gd name="adj" fmla="val 12500"/>
            </a:avLst>
          </a:prstGeom>
          <a:pattFill prst="dkUpDiag">
            <a:fgClr>
              <a:srgbClr val="CCFFFF"/>
            </a:fgClr>
            <a:bgClr>
              <a:schemeClr val="bg1"/>
            </a:bgClr>
          </a:pattFill>
          <a:ln cap="flat">
            <a:solidFill>
              <a:srgbClr val="FFCC00"/>
            </a:solidFill>
            <a:round/>
            <a:headEnd w="med" len="med"/>
            <a:tailEnd w="med" len="med"/>
          </a:ln>
        </p:spPr>
        <p:txBody>
          <a:bodyPr>
            <a:normAutofit/>
          </a:bodyPr>
          <a:lstStyle/>
          <a:p>
            <a:pPr marL="274320" indent="-274320" algn="ctr" eaLnBrk="1" fontAlgn="auto" hangingPunct="1">
              <a:spcBef>
                <a:spcPct val="0"/>
              </a:spcBef>
              <a:spcAft>
                <a:spcPts val="0"/>
              </a:spcAft>
              <a:buClrTx/>
              <a:buFontTx/>
              <a:buNone/>
              <a:defRPr/>
            </a:pPr>
            <a:r>
              <a:rPr lang="zh-CN" altLang="en-US" sz="2800" b="1" dirty="0">
                <a:latin typeface="+mn-ea"/>
              </a:rPr>
              <a:t>万位选3，</a:t>
            </a:r>
          </a:p>
          <a:p>
            <a:pPr marL="274320" indent="-274320" algn="ctr" eaLnBrk="1" fontAlgn="auto" hangingPunct="1">
              <a:spcBef>
                <a:spcPct val="0"/>
              </a:spcBef>
              <a:spcAft>
                <a:spcPts val="0"/>
              </a:spcAft>
              <a:buClrTx/>
              <a:buFontTx/>
              <a:buNone/>
              <a:defRPr/>
            </a:pPr>
            <a:r>
              <a:rPr lang="zh-CN" altLang="en-US" sz="2800" b="1" dirty="0">
                <a:latin typeface="+mn-ea"/>
              </a:rPr>
              <a:t>千位选5，6</a:t>
            </a:r>
          </a:p>
          <a:p>
            <a:pPr marL="274320" indent="-274320" algn="ctr" eaLnBrk="1" fontAlgn="auto" hangingPunct="1">
              <a:spcBef>
                <a:spcPct val="0"/>
              </a:spcBef>
              <a:spcAft>
                <a:spcPts val="0"/>
              </a:spcAft>
              <a:buClrTx/>
              <a:buFontTx/>
              <a:buNone/>
              <a:defRPr/>
            </a:pPr>
            <a:r>
              <a:rPr lang="zh-CN" altLang="en-US" sz="2800" b="1" dirty="0">
                <a:latin typeface="+mn-ea"/>
              </a:rPr>
              <a:t>后三位任选，</a:t>
            </a:r>
          </a:p>
          <a:p>
            <a:pPr marL="274320" indent="-274320" algn="ctr" eaLnBrk="1" fontAlgn="auto" hangingPunct="1">
              <a:spcBef>
                <a:spcPct val="0"/>
              </a:spcBef>
              <a:spcAft>
                <a:spcPts val="0"/>
              </a:spcAft>
              <a:buClrTx/>
              <a:buFontTx/>
              <a:buNone/>
              <a:defRPr/>
            </a:pPr>
            <a:r>
              <a:rPr lang="zh-CN" altLang="en-US" sz="2800" b="1" dirty="0">
                <a:latin typeface="+mn-ea"/>
              </a:rPr>
              <a:t>个数为</a:t>
            </a:r>
            <a:r>
              <a:rPr lang="zh-CN" altLang="en-US" sz="2800" b="1" dirty="0">
                <a:latin typeface="+mn-ea"/>
                <a:cs typeface="Times New Roman" pitchFamily="18" charset="0"/>
              </a:rPr>
              <a:t>2</a:t>
            </a:r>
            <a:r>
              <a:rPr lang="zh-CN" altLang="en-US" sz="2800" b="1" dirty="0">
                <a:latin typeface="+mn-ea"/>
              </a:rPr>
              <a:t>·</a:t>
            </a:r>
            <a:r>
              <a:rPr lang="zh-CN" altLang="en-US" sz="2800" b="1" dirty="0">
                <a:latin typeface="+mn-ea"/>
                <a:cs typeface="Times New Roman" pitchFamily="18" charset="0"/>
              </a:rPr>
              <a:t>6</a:t>
            </a:r>
            <a:r>
              <a:rPr lang="en-US" altLang="zh-CN" sz="2800" b="1" baseline="30000" dirty="0">
                <a:latin typeface="+mn-ea"/>
              </a:rPr>
              <a:t>3</a:t>
            </a:r>
            <a:endParaRPr lang="zh-CN" altLang="en-US" sz="2800" b="1" baseline="30000" dirty="0">
              <a:latin typeface="+mn-ea"/>
            </a:endParaRPr>
          </a:p>
        </p:txBody>
      </p:sp>
      <p:sp>
        <p:nvSpPr>
          <p:cNvPr id="611335" name="Text Box 1031" descr="深色上对角线">
            <a:extLst>
              <a:ext uri="{FF2B5EF4-FFF2-40B4-BE49-F238E27FC236}">
                <a16:creationId xmlns:a16="http://schemas.microsoft.com/office/drawing/2014/main" id="{FBB2DD4A-CE24-4B0C-BFA6-8F8D7F8AB1DA}"/>
              </a:ext>
            </a:extLst>
          </p:cNvPr>
          <p:cNvSpPr txBox="1">
            <a:spLocks noChangeArrowheads="1"/>
          </p:cNvSpPr>
          <p:nvPr/>
        </p:nvSpPr>
        <p:spPr bwMode="auto">
          <a:xfrm>
            <a:off x="228600" y="2741613"/>
            <a:ext cx="5638800" cy="138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spcBef>
                <a:spcPct val="50000"/>
              </a:spcBef>
              <a:buClrTx/>
              <a:buSzTx/>
              <a:buFontTx/>
              <a:buNone/>
            </a:pPr>
            <a:r>
              <a:rPr lang="zh-CN" altLang="en-US" sz="2800" b="1">
                <a:latin typeface="Times New Roman" panose="02020603050405020304" pitchFamily="18" charset="0"/>
              </a:rPr>
              <a:t>万位和千位上的数字分别是</a:t>
            </a:r>
            <a:r>
              <a:rPr lang="zh-CN" altLang="en-US" sz="2800" b="1">
                <a:latin typeface="Tahoma" panose="020B0604030504040204" pitchFamily="34" charset="0"/>
              </a:rPr>
              <a:t>3</a:t>
            </a:r>
            <a:r>
              <a:rPr lang="zh-CN" altLang="en-US" sz="2800" b="1">
                <a:latin typeface="Times New Roman" panose="02020603050405020304" pitchFamily="18" charset="0"/>
              </a:rPr>
              <a:t>和</a:t>
            </a:r>
            <a:r>
              <a:rPr lang="zh-CN" altLang="en-US" sz="2800" b="1">
                <a:latin typeface="Tahoma" panose="020B0604030504040204" pitchFamily="34" charset="0"/>
              </a:rPr>
              <a:t>4</a:t>
            </a:r>
            <a:r>
              <a:rPr lang="zh-CN" altLang="en-US" sz="2800" b="1">
                <a:latin typeface="Times New Roman" panose="02020603050405020304" pitchFamily="18" charset="0"/>
              </a:rPr>
              <a:t>，百位上的数字是</a:t>
            </a:r>
            <a:r>
              <a:rPr lang="zh-CN" altLang="en-US" sz="2800" b="1">
                <a:latin typeface="Tahoma" panose="020B0604030504040204" pitchFamily="34" charset="0"/>
              </a:rPr>
              <a:t>5</a:t>
            </a:r>
            <a:r>
              <a:rPr lang="zh-CN" altLang="en-US" sz="2800" b="1">
                <a:latin typeface="Times New Roman" panose="02020603050405020304" pitchFamily="18" charset="0"/>
              </a:rPr>
              <a:t>，</a:t>
            </a:r>
            <a:r>
              <a:rPr lang="zh-CN" altLang="en-US" sz="2800" b="1">
                <a:latin typeface="Tahoma" panose="020B0604030504040204" pitchFamily="34" charset="0"/>
              </a:rPr>
              <a:t>6 。个数为2</a:t>
            </a:r>
            <a:r>
              <a:rPr lang="zh-CN" altLang="en-US" sz="2800" b="1">
                <a:latin typeface="Times New Roman" panose="02020603050405020304" pitchFamily="18" charset="0"/>
              </a:rPr>
              <a:t>·</a:t>
            </a:r>
            <a:r>
              <a:rPr lang="zh-CN" altLang="en-US" sz="2800" b="1">
                <a:latin typeface="Tahoma" panose="020B0604030504040204" pitchFamily="34" charset="0"/>
              </a:rPr>
              <a:t>6</a:t>
            </a:r>
            <a:r>
              <a:rPr lang="zh-CN" altLang="en-US" sz="2800" b="1" baseline="30000">
                <a:latin typeface="Tahoma" panose="020B0604030504040204" pitchFamily="34" charset="0"/>
              </a:rPr>
              <a:t>2</a:t>
            </a:r>
            <a:r>
              <a:rPr lang="zh-CN" altLang="en-US" sz="2800" b="1">
                <a:latin typeface="Tahoma" panose="020B0604030504040204" pitchFamily="34" charset="0"/>
              </a:rPr>
              <a:t> </a:t>
            </a:r>
          </a:p>
        </p:txBody>
      </p:sp>
      <p:sp>
        <p:nvSpPr>
          <p:cNvPr id="611336" name="Text Box 1032">
            <a:extLst>
              <a:ext uri="{FF2B5EF4-FFF2-40B4-BE49-F238E27FC236}">
                <a16:creationId xmlns:a16="http://schemas.microsoft.com/office/drawing/2014/main" id="{371AFCCB-8793-4C49-AD76-04E6EE66F438}"/>
              </a:ext>
            </a:extLst>
          </p:cNvPr>
          <p:cNvSpPr txBox="1">
            <a:spLocks noChangeArrowheads="1"/>
          </p:cNvSpPr>
          <p:nvPr/>
        </p:nvSpPr>
        <p:spPr bwMode="auto">
          <a:xfrm>
            <a:off x="457200" y="4419600"/>
            <a:ext cx="8229600" cy="1603375"/>
          </a:xfrm>
          <a:prstGeom prst="rect">
            <a:avLst/>
          </a:prstGeom>
          <a:gradFill rotWithShape="0">
            <a:gsLst>
              <a:gs pos="0">
                <a:srgbClr val="CDBDC0"/>
              </a:gs>
              <a:gs pos="100000">
                <a:srgbClr val="6FCEFD"/>
              </a:gs>
            </a:gsLst>
            <a:path path="shape">
              <a:fillToRect l="50000" t="50000" r="50000" b="50000"/>
            </a:path>
          </a:gradFill>
          <a:ln w="12700">
            <a:solidFill>
              <a:srgbClr val="00FF00"/>
            </a:solidFill>
            <a:prstDash val="dashDot"/>
            <a:miter lim="800000"/>
            <a:headEnd/>
            <a:tailEnd/>
          </a:ln>
          <a:effectLst/>
        </p:spPr>
        <p:txBody>
          <a:bodyPr lIns="90000" tIns="46800" rIns="90000" bIns="46800">
            <a:spAutoFit/>
          </a:bodyPr>
          <a:lstStyle/>
          <a:p>
            <a:pPr algn="ctr">
              <a:spcBef>
                <a:spcPct val="50000"/>
              </a:spcBef>
              <a:defRPr/>
            </a:pPr>
            <a:r>
              <a:rPr lang="zh-CN" altLang="en-US" sz="2800" dirty="0">
                <a:latin typeface="+mn-ea"/>
                <a:ea typeface="+mn-ea"/>
              </a:rPr>
              <a:t>由加法规则知，大于34500的五位数的个数为3·6</a:t>
            </a:r>
            <a:r>
              <a:rPr lang="en-US" altLang="zh-CN" sz="2800" baseline="30000" dirty="0">
                <a:latin typeface="+mn-ea"/>
                <a:ea typeface="+mn-ea"/>
              </a:rPr>
              <a:t>4</a:t>
            </a:r>
            <a:r>
              <a:rPr lang="zh-CN" altLang="en-US" sz="2800" dirty="0">
                <a:latin typeface="+mn-ea"/>
                <a:ea typeface="+mn-ea"/>
              </a:rPr>
              <a:t>+2·6</a:t>
            </a:r>
            <a:r>
              <a:rPr lang="zh-CN" altLang="en-US" sz="2800" baseline="30000" dirty="0">
                <a:latin typeface="+mn-ea"/>
                <a:ea typeface="+mn-ea"/>
              </a:rPr>
              <a:t>3</a:t>
            </a:r>
            <a:r>
              <a:rPr lang="zh-CN" altLang="en-US" sz="2800" dirty="0">
                <a:latin typeface="+mn-ea"/>
                <a:ea typeface="+mn-ea"/>
              </a:rPr>
              <a:t>+2·6</a:t>
            </a:r>
            <a:r>
              <a:rPr lang="zh-CN" altLang="en-US" sz="2800" baseline="30000" dirty="0">
                <a:latin typeface="+mn-ea"/>
                <a:ea typeface="+mn-ea"/>
              </a:rPr>
              <a:t>2</a:t>
            </a:r>
            <a:r>
              <a:rPr lang="zh-CN" altLang="en-US" sz="2800" dirty="0">
                <a:latin typeface="+mn-ea"/>
                <a:ea typeface="+mn-ea"/>
              </a:rPr>
              <a:t>=4392</a:t>
            </a:r>
            <a:endParaRPr lang="zh-CN" altLang="en-US" sz="2800" dirty="0">
              <a:latin typeface="Tahoma" pitchFamily="34" charset="0"/>
            </a:endParaRPr>
          </a:p>
          <a:p>
            <a:pPr>
              <a:spcBef>
                <a:spcPct val="50000"/>
              </a:spcBef>
              <a:defRPr/>
            </a:pPr>
            <a:endParaRPr lang="zh-CN" altLang="en-US" sz="2800" dirty="0">
              <a:latin typeface="Tahoma" pitchFamily="34" charset="0"/>
            </a:endParaRPr>
          </a:p>
        </p:txBody>
      </p:sp>
      <p:sp>
        <p:nvSpPr>
          <p:cNvPr id="6" name="矩形 5">
            <a:extLst>
              <a:ext uri="{FF2B5EF4-FFF2-40B4-BE49-F238E27FC236}">
                <a16:creationId xmlns:a16="http://schemas.microsoft.com/office/drawing/2014/main" id="{DC2C2B53-AC50-408A-B0DC-D8A8685DAFEF}"/>
              </a:ext>
            </a:extLst>
          </p:cNvPr>
          <p:cNvSpPr/>
          <p:nvPr/>
        </p:nvSpPr>
        <p:spPr>
          <a:xfrm>
            <a:off x="457200" y="381000"/>
            <a:ext cx="1905000" cy="846138"/>
          </a:xfrm>
          <a:prstGeom prst="rect">
            <a:avLst/>
          </a:prstGeom>
        </p:spPr>
        <p:txBody>
          <a:bodyPr>
            <a:spAutoFit/>
          </a:bodyPr>
          <a:lstStyle/>
          <a:p>
            <a:pPr>
              <a:defRPr/>
            </a:pPr>
            <a:r>
              <a:rPr kumimoji="0" lang="zh-CN" altLang="en-US" sz="4900" dirty="0">
                <a:solidFill>
                  <a:schemeClr val="tx2"/>
                </a:solidFill>
                <a:latin typeface="+mj-lt"/>
                <a:ea typeface="+mj-ea"/>
                <a:cs typeface="+mj-cs"/>
              </a:rPr>
              <a:t>例五</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11333"/>
                                        </p:tgtEl>
                                        <p:attrNameLst>
                                          <p:attrName>style.visibility</p:attrName>
                                        </p:attrNameLst>
                                      </p:cBhvr>
                                      <p:to>
                                        <p:strVal val="visible"/>
                                      </p:to>
                                    </p:set>
                                    <p:animEffect transition="in" filter="dissolve">
                                      <p:cBhvr>
                                        <p:cTn id="7" dur="500"/>
                                        <p:tgtEl>
                                          <p:spTgt spid="61133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5" presetClass="entr" presetSubtype="0" fill="hold" grpId="0" nodeType="clickEffect">
                                  <p:stCondLst>
                                    <p:cond delay="0"/>
                                  </p:stCondLst>
                                  <p:childTnLst>
                                    <p:set>
                                      <p:cBhvr>
                                        <p:cTn id="11" dur="1" fill="hold">
                                          <p:stCondLst>
                                            <p:cond delay="0"/>
                                          </p:stCondLst>
                                        </p:cTn>
                                        <p:tgtEl>
                                          <p:spTgt spid="611334"/>
                                        </p:tgtEl>
                                        <p:attrNameLst>
                                          <p:attrName>style.visibility</p:attrName>
                                        </p:attrNameLst>
                                      </p:cBhvr>
                                      <p:to>
                                        <p:strVal val="visible"/>
                                      </p:to>
                                    </p:set>
                                    <p:anim calcmode="lin" valueType="num">
                                      <p:cBhvr>
                                        <p:cTn id="12" dur="1000" fill="hold"/>
                                        <p:tgtEl>
                                          <p:spTgt spid="611334"/>
                                        </p:tgtEl>
                                        <p:attrNameLst>
                                          <p:attrName>ppt_w</p:attrName>
                                        </p:attrNameLst>
                                      </p:cBhvr>
                                      <p:tavLst>
                                        <p:tav tm="0">
                                          <p:val>
                                            <p:fltVal val="0"/>
                                          </p:val>
                                        </p:tav>
                                        <p:tav tm="100000">
                                          <p:val>
                                            <p:strVal val="#ppt_w"/>
                                          </p:val>
                                        </p:tav>
                                      </p:tavLst>
                                    </p:anim>
                                    <p:anim calcmode="lin" valueType="num">
                                      <p:cBhvr>
                                        <p:cTn id="13" dur="1000" fill="hold"/>
                                        <p:tgtEl>
                                          <p:spTgt spid="611334"/>
                                        </p:tgtEl>
                                        <p:attrNameLst>
                                          <p:attrName>ppt_h</p:attrName>
                                        </p:attrNameLst>
                                      </p:cBhvr>
                                      <p:tavLst>
                                        <p:tav tm="0">
                                          <p:val>
                                            <p:fltVal val="0"/>
                                          </p:val>
                                        </p:tav>
                                        <p:tav tm="100000">
                                          <p:val>
                                            <p:strVal val="#ppt_h"/>
                                          </p:val>
                                        </p:tav>
                                      </p:tavLst>
                                    </p:anim>
                                    <p:anim calcmode="lin" valueType="num">
                                      <p:cBhvr>
                                        <p:cTn id="14" dur="1000" fill="hold"/>
                                        <p:tgtEl>
                                          <p:spTgt spid="611334"/>
                                        </p:tgtEl>
                                        <p:attrNameLst>
                                          <p:attrName>ppt_x</p:attrName>
                                        </p:attrNameLst>
                                      </p:cBhvr>
                                      <p:tavLst>
                                        <p:tav tm="0" fmla="#ppt_x+(cos(-2*pi*(1-$))*-#ppt_x-sin(-2*pi*(1-$))*(1-#ppt_y))*(1-$)">
                                          <p:val>
                                            <p:fltVal val="0"/>
                                          </p:val>
                                        </p:tav>
                                        <p:tav tm="100000">
                                          <p:val>
                                            <p:fltVal val="1"/>
                                          </p:val>
                                        </p:tav>
                                      </p:tavLst>
                                    </p:anim>
                                    <p:anim calcmode="lin" valueType="num">
                                      <p:cBhvr>
                                        <p:cTn id="15" dur="1000" fill="hold"/>
                                        <p:tgtEl>
                                          <p:spTgt spid="61133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14" presetClass="entr" presetSubtype="10" fill="hold" grpId="0" nodeType="clickEffect">
                                  <p:stCondLst>
                                    <p:cond delay="0"/>
                                  </p:stCondLst>
                                  <p:childTnLst>
                                    <p:set>
                                      <p:cBhvr>
                                        <p:cTn id="19" dur="1" fill="hold">
                                          <p:stCondLst>
                                            <p:cond delay="0"/>
                                          </p:stCondLst>
                                        </p:cTn>
                                        <p:tgtEl>
                                          <p:spTgt spid="611335"/>
                                        </p:tgtEl>
                                        <p:attrNameLst>
                                          <p:attrName>style.visibility</p:attrName>
                                        </p:attrNameLst>
                                      </p:cBhvr>
                                      <p:to>
                                        <p:strVal val="visible"/>
                                      </p:to>
                                    </p:set>
                                    <p:animEffect transition="in" filter="randombar(horizontal)">
                                      <p:cBhvr>
                                        <p:cTn id="20" dur="500"/>
                                        <p:tgtEl>
                                          <p:spTgt spid="611335"/>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7" presetClass="entr" presetSubtype="10" fill="hold" grpId="0" nodeType="clickEffect">
                                  <p:stCondLst>
                                    <p:cond delay="0"/>
                                  </p:stCondLst>
                                  <p:childTnLst>
                                    <p:set>
                                      <p:cBhvr>
                                        <p:cTn id="24" dur="1" fill="hold">
                                          <p:stCondLst>
                                            <p:cond delay="0"/>
                                          </p:stCondLst>
                                        </p:cTn>
                                        <p:tgtEl>
                                          <p:spTgt spid="611336"/>
                                        </p:tgtEl>
                                        <p:attrNameLst>
                                          <p:attrName>style.visibility</p:attrName>
                                        </p:attrNameLst>
                                      </p:cBhvr>
                                      <p:to>
                                        <p:strVal val="visible"/>
                                      </p:to>
                                    </p:set>
                                    <p:anim calcmode="lin" valueType="num">
                                      <p:cBhvr>
                                        <p:cTn id="25" dur="500" fill="hold"/>
                                        <p:tgtEl>
                                          <p:spTgt spid="611336"/>
                                        </p:tgtEl>
                                        <p:attrNameLst>
                                          <p:attrName>ppt_w</p:attrName>
                                        </p:attrNameLst>
                                      </p:cBhvr>
                                      <p:tavLst>
                                        <p:tav tm="0">
                                          <p:val>
                                            <p:fltVal val="0"/>
                                          </p:val>
                                        </p:tav>
                                        <p:tav tm="100000">
                                          <p:val>
                                            <p:strVal val="#ppt_w"/>
                                          </p:val>
                                        </p:tav>
                                      </p:tavLst>
                                    </p:anim>
                                    <p:anim calcmode="lin" valueType="num">
                                      <p:cBhvr>
                                        <p:cTn id="26" dur="500" fill="hold"/>
                                        <p:tgtEl>
                                          <p:spTgt spid="6113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1333" grpId="0" animBg="1" autoUpdateAnimBg="0"/>
      <p:bldP spid="611334" grpId="0" animBg="1" autoUpdateAnimBg="0"/>
      <p:bldP spid="611335" grpId="0" autoUpdateAnimBg="0"/>
      <p:bldP spid="611336" grpId="0" animBg="1"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7538" name="Rectangle 2">
            <a:extLst>
              <a:ext uri="{FF2B5EF4-FFF2-40B4-BE49-F238E27FC236}">
                <a16:creationId xmlns:a16="http://schemas.microsoft.com/office/drawing/2014/main" id="{E0F7494A-DE81-48F0-9B2A-21C141300D30}"/>
              </a:ext>
            </a:extLst>
          </p:cNvPr>
          <p:cNvSpPr>
            <a:spLocks noGrp="1" noChangeArrowheads="1"/>
          </p:cNvSpPr>
          <p:nvPr>
            <p:ph type="title"/>
          </p:nvPr>
        </p:nvSpPr>
        <p:spPr>
          <a:xfrm>
            <a:off x="381000" y="1219200"/>
            <a:ext cx="8382000" cy="990600"/>
          </a:xfrm>
        </p:spPr>
        <p:txBody>
          <a:bodyPr>
            <a:normAutofit/>
          </a:bodyPr>
          <a:lstStyle/>
          <a:p>
            <a:pPr algn="ctr" eaLnBrk="1" fontAlgn="auto" hangingPunct="1">
              <a:spcAft>
                <a:spcPts val="0"/>
              </a:spcAft>
              <a:defRPr/>
            </a:pPr>
            <a:r>
              <a:rPr lang="zh-CN" altLang="en-US" sz="2800" b="1" dirty="0">
                <a:solidFill>
                  <a:schemeClr val="tx1"/>
                </a:solidFill>
                <a:latin typeface="+mn-ea"/>
                <a:ea typeface="+mn-ea"/>
              </a:rPr>
              <a:t>重集</a:t>
            </a:r>
            <a:r>
              <a:rPr lang="en-US" altLang="zh-CN" sz="2800" b="1" dirty="0">
                <a:solidFill>
                  <a:schemeClr val="tx1"/>
                </a:solidFill>
                <a:latin typeface="+mn-ea"/>
                <a:ea typeface="+mn-ea"/>
              </a:rPr>
              <a:t>B={n</a:t>
            </a:r>
            <a:r>
              <a:rPr lang="en-US" altLang="zh-CN" sz="2800" b="1" baseline="-25000" dirty="0">
                <a:solidFill>
                  <a:schemeClr val="tx1"/>
                </a:solidFill>
                <a:latin typeface="+mn-ea"/>
                <a:ea typeface="+mn-ea"/>
              </a:rPr>
              <a:t>1</a:t>
            </a:r>
            <a:r>
              <a:rPr lang="en-US" altLang="zh-CN" sz="2800" b="1" dirty="0">
                <a:solidFill>
                  <a:schemeClr val="tx1"/>
                </a:solidFill>
                <a:latin typeface="+mn-ea"/>
                <a:ea typeface="+mn-ea"/>
              </a:rPr>
              <a:t>·b</a:t>
            </a:r>
            <a:r>
              <a:rPr lang="en-US" altLang="zh-CN" sz="2800" b="1" baseline="-25000" dirty="0">
                <a:solidFill>
                  <a:schemeClr val="tx1"/>
                </a:solidFill>
                <a:latin typeface="+mn-ea"/>
                <a:ea typeface="+mn-ea"/>
              </a:rPr>
              <a:t>1</a:t>
            </a:r>
            <a:r>
              <a:rPr lang="en-US" altLang="zh-CN" sz="2800" b="1" dirty="0">
                <a:solidFill>
                  <a:schemeClr val="tx1"/>
                </a:solidFill>
                <a:latin typeface="+mn-ea"/>
                <a:ea typeface="+mn-ea"/>
              </a:rPr>
              <a:t>,n</a:t>
            </a:r>
            <a:r>
              <a:rPr lang="en-US" altLang="zh-CN" sz="2800" b="1" baseline="-25000" dirty="0">
                <a:solidFill>
                  <a:schemeClr val="tx1"/>
                </a:solidFill>
                <a:latin typeface="+mn-ea"/>
                <a:ea typeface="+mn-ea"/>
              </a:rPr>
              <a:t>2</a:t>
            </a:r>
            <a:r>
              <a:rPr lang="en-US" altLang="zh-CN" sz="2800" b="1" dirty="0">
                <a:solidFill>
                  <a:schemeClr val="tx1"/>
                </a:solidFill>
                <a:latin typeface="+mn-ea"/>
                <a:ea typeface="+mn-ea"/>
              </a:rPr>
              <a:t>·b</a:t>
            </a:r>
            <a:r>
              <a:rPr lang="en-US" altLang="zh-CN" sz="2800" b="1" baseline="-25000" dirty="0">
                <a:solidFill>
                  <a:schemeClr val="tx1"/>
                </a:solidFill>
                <a:latin typeface="+mn-ea"/>
                <a:ea typeface="+mn-ea"/>
              </a:rPr>
              <a:t>2</a:t>
            </a:r>
            <a:r>
              <a:rPr lang="en-US" altLang="zh-CN" sz="2800" b="1" dirty="0">
                <a:solidFill>
                  <a:schemeClr val="tx1"/>
                </a:solidFill>
                <a:latin typeface="+mn-ea"/>
                <a:ea typeface="+mn-ea"/>
              </a:rPr>
              <a:t>,…,</a:t>
            </a:r>
            <a:r>
              <a:rPr lang="en-US" altLang="zh-CN" sz="2800" b="1" dirty="0" err="1">
                <a:solidFill>
                  <a:schemeClr val="tx1"/>
                </a:solidFill>
                <a:latin typeface="+mn-ea"/>
                <a:ea typeface="+mn-ea"/>
              </a:rPr>
              <a:t>n</a:t>
            </a:r>
            <a:r>
              <a:rPr lang="en-US" altLang="zh-CN" sz="2800" b="1" baseline="-25000" dirty="0" err="1">
                <a:solidFill>
                  <a:schemeClr val="tx1"/>
                </a:solidFill>
                <a:latin typeface="+mn-ea"/>
                <a:ea typeface="+mn-ea"/>
              </a:rPr>
              <a:t>k</a:t>
            </a:r>
            <a:r>
              <a:rPr lang="en-US" altLang="zh-CN" sz="2800" b="1" dirty="0" err="1">
                <a:solidFill>
                  <a:schemeClr val="tx1"/>
                </a:solidFill>
                <a:latin typeface="+mn-ea"/>
                <a:ea typeface="+mn-ea"/>
              </a:rPr>
              <a:t>·b</a:t>
            </a:r>
            <a:r>
              <a:rPr lang="en-US" altLang="zh-CN" sz="2800" b="1" baseline="-25000" dirty="0" err="1">
                <a:solidFill>
                  <a:schemeClr val="tx1"/>
                </a:solidFill>
                <a:latin typeface="+mn-ea"/>
                <a:ea typeface="+mn-ea"/>
              </a:rPr>
              <a:t>k</a:t>
            </a:r>
            <a:r>
              <a:rPr lang="en-US" altLang="zh-CN" sz="2800" b="1" dirty="0">
                <a:solidFill>
                  <a:schemeClr val="tx1"/>
                </a:solidFill>
                <a:latin typeface="+mn-ea"/>
                <a:ea typeface="+mn-ea"/>
              </a:rPr>
              <a:t>}</a:t>
            </a:r>
            <a:r>
              <a:rPr lang="zh-CN" altLang="en-US" sz="2800" b="1" dirty="0">
                <a:solidFill>
                  <a:schemeClr val="tx1"/>
                </a:solidFill>
                <a:latin typeface="+mn-ea"/>
                <a:ea typeface="+mn-ea"/>
              </a:rPr>
              <a:t>的全排列个数为</a:t>
            </a:r>
            <a:r>
              <a:rPr lang="en-US" altLang="zh-CN" sz="2800" b="1" dirty="0">
                <a:solidFill>
                  <a:srgbClr val="FF0000"/>
                </a:solidFill>
                <a:latin typeface="+mn-ea"/>
                <a:ea typeface="+mn-ea"/>
              </a:rPr>
              <a:t>n!/n</a:t>
            </a:r>
            <a:r>
              <a:rPr lang="en-US" altLang="zh-CN" sz="2800" b="1" baseline="-25000" dirty="0">
                <a:solidFill>
                  <a:srgbClr val="FF0000"/>
                </a:solidFill>
                <a:latin typeface="+mn-ea"/>
                <a:ea typeface="+mn-ea"/>
              </a:rPr>
              <a:t>1</a:t>
            </a:r>
            <a:r>
              <a:rPr lang="en-US" altLang="zh-CN" sz="2800" b="1" dirty="0">
                <a:solidFill>
                  <a:srgbClr val="FF0000"/>
                </a:solidFill>
                <a:latin typeface="+mn-ea"/>
                <a:ea typeface="+mn-ea"/>
              </a:rPr>
              <a:t>!·n</a:t>
            </a:r>
            <a:r>
              <a:rPr lang="en-US" altLang="zh-CN" sz="2800" b="1" baseline="-25000" dirty="0">
                <a:solidFill>
                  <a:srgbClr val="FF0000"/>
                </a:solidFill>
                <a:latin typeface="+mn-ea"/>
                <a:ea typeface="+mn-ea"/>
              </a:rPr>
              <a:t>2</a:t>
            </a:r>
            <a:r>
              <a:rPr lang="en-US" altLang="zh-CN" sz="2800" b="1" dirty="0">
                <a:solidFill>
                  <a:srgbClr val="FF0000"/>
                </a:solidFill>
                <a:latin typeface="+mn-ea"/>
                <a:ea typeface="+mn-ea"/>
              </a:rPr>
              <a:t>!…</a:t>
            </a:r>
            <a:r>
              <a:rPr lang="en-US" altLang="zh-CN" sz="2800" b="1" dirty="0" err="1">
                <a:solidFill>
                  <a:srgbClr val="FF0000"/>
                </a:solidFill>
                <a:latin typeface="+mn-ea"/>
                <a:ea typeface="+mn-ea"/>
              </a:rPr>
              <a:t>n</a:t>
            </a:r>
            <a:r>
              <a:rPr lang="en-US" altLang="zh-CN" sz="2800" b="1" baseline="-25000" dirty="0" err="1">
                <a:solidFill>
                  <a:srgbClr val="FF0000"/>
                </a:solidFill>
                <a:latin typeface="+mn-ea"/>
                <a:ea typeface="+mn-ea"/>
              </a:rPr>
              <a:t>k</a:t>
            </a:r>
            <a:r>
              <a:rPr lang="en-US" altLang="zh-CN" sz="2800" b="1" dirty="0">
                <a:solidFill>
                  <a:srgbClr val="FF0000"/>
                </a:solidFill>
                <a:latin typeface="+mn-ea"/>
                <a:ea typeface="+mn-ea"/>
              </a:rPr>
              <a:t>! </a:t>
            </a:r>
          </a:p>
        </p:txBody>
      </p:sp>
      <p:sp>
        <p:nvSpPr>
          <p:cNvPr id="577541" name="Text Box 5" descr="深色上对角线">
            <a:extLst>
              <a:ext uri="{FF2B5EF4-FFF2-40B4-BE49-F238E27FC236}">
                <a16:creationId xmlns:a16="http://schemas.microsoft.com/office/drawing/2014/main" id="{829AAC83-469C-4CAC-B798-E11C3C0AAFC2}"/>
              </a:ext>
            </a:extLst>
          </p:cNvPr>
          <p:cNvSpPr txBox="1">
            <a:spLocks noChangeArrowheads="1"/>
          </p:cNvSpPr>
          <p:nvPr/>
        </p:nvSpPr>
        <p:spPr bwMode="auto">
          <a:xfrm>
            <a:off x="381000" y="339725"/>
            <a:ext cx="2452688" cy="879475"/>
          </a:xfrm>
          <a:prstGeom prst="rect">
            <a:avLst/>
          </a:prstGeom>
          <a:noFill/>
          <a:ln w="9525">
            <a:noFill/>
            <a:miter lim="800000"/>
            <a:headEnd/>
            <a:tailEnd/>
          </a:ln>
          <a:effectLst/>
        </p:spPr>
        <p:txBody>
          <a:bodyPr lIns="90000" tIns="46800" rIns="90000" bIns="46800">
            <a:spAutoFit/>
          </a:bodyPr>
          <a:lstStyle/>
          <a:p>
            <a:pPr algn="ctr">
              <a:defRPr/>
            </a:pPr>
            <a:r>
              <a:rPr kumimoji="0" lang="zh-CN" altLang="en-US" sz="5100" dirty="0">
                <a:solidFill>
                  <a:schemeClr val="tx2"/>
                </a:solidFill>
                <a:latin typeface="宋体" pitchFamily="2" charset="-122"/>
                <a:ea typeface="+mj-ea"/>
                <a:cs typeface="+mj-cs"/>
              </a:rPr>
              <a:t>定理1-</a:t>
            </a:r>
            <a:r>
              <a:rPr kumimoji="0" lang="en-US" altLang="zh-CN" sz="5100" dirty="0">
                <a:solidFill>
                  <a:schemeClr val="tx2"/>
                </a:solidFill>
                <a:latin typeface="宋体" pitchFamily="2" charset="-122"/>
                <a:ea typeface="+mj-ea"/>
                <a:cs typeface="+mj-cs"/>
              </a:rPr>
              <a:t>4</a:t>
            </a:r>
            <a:endParaRPr kumimoji="0" lang="zh-CN" altLang="en-US" sz="5100" dirty="0">
              <a:solidFill>
                <a:schemeClr val="tx2"/>
              </a:solidFill>
              <a:latin typeface="宋体" pitchFamily="2" charset="-122"/>
              <a:ea typeface="+mj-ea"/>
              <a:cs typeface="+mj-cs"/>
            </a:endParaRPr>
          </a:p>
        </p:txBody>
      </p:sp>
    </p:spTree>
  </p:cSld>
  <p:clrMapOvr>
    <a:masterClrMapping/>
  </p:clrMapOvr>
  <p:transition>
    <p:random/>
  </p:transition>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7538" name="Rectangle 2">
            <a:extLst>
              <a:ext uri="{FF2B5EF4-FFF2-40B4-BE49-F238E27FC236}">
                <a16:creationId xmlns:a16="http://schemas.microsoft.com/office/drawing/2014/main" id="{E0F7494A-DE81-48F0-9B2A-21C141300D30}"/>
              </a:ext>
            </a:extLst>
          </p:cNvPr>
          <p:cNvSpPr>
            <a:spLocks noGrp="1" noChangeArrowheads="1"/>
          </p:cNvSpPr>
          <p:nvPr>
            <p:ph type="title"/>
          </p:nvPr>
        </p:nvSpPr>
        <p:spPr>
          <a:xfrm>
            <a:off x="381000" y="1219200"/>
            <a:ext cx="8382000" cy="990600"/>
          </a:xfrm>
        </p:spPr>
        <p:txBody>
          <a:bodyPr>
            <a:normAutofit/>
          </a:bodyPr>
          <a:lstStyle/>
          <a:p>
            <a:pPr algn="ctr" eaLnBrk="1" fontAlgn="auto" hangingPunct="1">
              <a:spcAft>
                <a:spcPts val="0"/>
              </a:spcAft>
              <a:defRPr/>
            </a:pPr>
            <a:r>
              <a:rPr lang="zh-CN" altLang="en-US" sz="2800" b="1" dirty="0">
                <a:solidFill>
                  <a:schemeClr val="tx1"/>
                </a:solidFill>
                <a:latin typeface="+mn-ea"/>
                <a:ea typeface="+mn-ea"/>
              </a:rPr>
              <a:t>重集</a:t>
            </a:r>
            <a:r>
              <a:rPr lang="en-US" altLang="zh-CN" sz="2800" b="1" dirty="0">
                <a:solidFill>
                  <a:schemeClr val="tx1"/>
                </a:solidFill>
                <a:latin typeface="+mn-ea"/>
                <a:ea typeface="+mn-ea"/>
              </a:rPr>
              <a:t>B={n</a:t>
            </a:r>
            <a:r>
              <a:rPr lang="en-US" altLang="zh-CN" sz="2800" b="1" baseline="-25000" dirty="0">
                <a:solidFill>
                  <a:schemeClr val="tx1"/>
                </a:solidFill>
                <a:latin typeface="+mn-ea"/>
                <a:ea typeface="+mn-ea"/>
              </a:rPr>
              <a:t>1</a:t>
            </a:r>
            <a:r>
              <a:rPr lang="en-US" altLang="zh-CN" sz="2800" b="1" dirty="0">
                <a:solidFill>
                  <a:schemeClr val="tx1"/>
                </a:solidFill>
                <a:latin typeface="+mn-ea"/>
                <a:ea typeface="+mn-ea"/>
              </a:rPr>
              <a:t>·b</a:t>
            </a:r>
            <a:r>
              <a:rPr lang="en-US" altLang="zh-CN" sz="2800" b="1" baseline="-25000" dirty="0">
                <a:solidFill>
                  <a:schemeClr val="tx1"/>
                </a:solidFill>
                <a:latin typeface="+mn-ea"/>
                <a:ea typeface="+mn-ea"/>
              </a:rPr>
              <a:t>1</a:t>
            </a:r>
            <a:r>
              <a:rPr lang="en-US" altLang="zh-CN" sz="2800" b="1" dirty="0">
                <a:solidFill>
                  <a:schemeClr val="tx1"/>
                </a:solidFill>
                <a:latin typeface="+mn-ea"/>
                <a:ea typeface="+mn-ea"/>
              </a:rPr>
              <a:t>,n</a:t>
            </a:r>
            <a:r>
              <a:rPr lang="en-US" altLang="zh-CN" sz="2800" b="1" baseline="-25000" dirty="0">
                <a:solidFill>
                  <a:schemeClr val="tx1"/>
                </a:solidFill>
                <a:latin typeface="+mn-ea"/>
                <a:ea typeface="+mn-ea"/>
              </a:rPr>
              <a:t>2</a:t>
            </a:r>
            <a:r>
              <a:rPr lang="en-US" altLang="zh-CN" sz="2800" b="1" dirty="0">
                <a:solidFill>
                  <a:schemeClr val="tx1"/>
                </a:solidFill>
                <a:latin typeface="+mn-ea"/>
                <a:ea typeface="+mn-ea"/>
              </a:rPr>
              <a:t>·b</a:t>
            </a:r>
            <a:r>
              <a:rPr lang="en-US" altLang="zh-CN" sz="2800" b="1" baseline="-25000" dirty="0">
                <a:solidFill>
                  <a:schemeClr val="tx1"/>
                </a:solidFill>
                <a:latin typeface="+mn-ea"/>
                <a:ea typeface="+mn-ea"/>
              </a:rPr>
              <a:t>2</a:t>
            </a:r>
            <a:r>
              <a:rPr lang="en-US" altLang="zh-CN" sz="2800" b="1" dirty="0">
                <a:solidFill>
                  <a:schemeClr val="tx1"/>
                </a:solidFill>
                <a:latin typeface="+mn-ea"/>
                <a:ea typeface="+mn-ea"/>
              </a:rPr>
              <a:t>,…,</a:t>
            </a:r>
            <a:r>
              <a:rPr lang="en-US" altLang="zh-CN" sz="2800" b="1" dirty="0" err="1">
                <a:solidFill>
                  <a:schemeClr val="tx1"/>
                </a:solidFill>
                <a:latin typeface="+mn-ea"/>
                <a:ea typeface="+mn-ea"/>
              </a:rPr>
              <a:t>n</a:t>
            </a:r>
            <a:r>
              <a:rPr lang="en-US" altLang="zh-CN" sz="2800" b="1" baseline="-25000" dirty="0" err="1">
                <a:solidFill>
                  <a:schemeClr val="tx1"/>
                </a:solidFill>
                <a:latin typeface="+mn-ea"/>
                <a:ea typeface="+mn-ea"/>
              </a:rPr>
              <a:t>k</a:t>
            </a:r>
            <a:r>
              <a:rPr lang="en-US" altLang="zh-CN" sz="2800" b="1" dirty="0" err="1">
                <a:solidFill>
                  <a:schemeClr val="tx1"/>
                </a:solidFill>
                <a:latin typeface="+mn-ea"/>
                <a:ea typeface="+mn-ea"/>
              </a:rPr>
              <a:t>·b</a:t>
            </a:r>
            <a:r>
              <a:rPr lang="en-US" altLang="zh-CN" sz="2800" b="1" baseline="-25000" dirty="0" err="1">
                <a:solidFill>
                  <a:schemeClr val="tx1"/>
                </a:solidFill>
                <a:latin typeface="+mn-ea"/>
                <a:ea typeface="+mn-ea"/>
              </a:rPr>
              <a:t>k</a:t>
            </a:r>
            <a:r>
              <a:rPr lang="en-US" altLang="zh-CN" sz="2800" b="1" dirty="0">
                <a:solidFill>
                  <a:schemeClr val="tx1"/>
                </a:solidFill>
                <a:latin typeface="+mn-ea"/>
                <a:ea typeface="+mn-ea"/>
              </a:rPr>
              <a:t>}</a:t>
            </a:r>
            <a:r>
              <a:rPr lang="zh-CN" altLang="en-US" sz="2800" b="1" dirty="0">
                <a:solidFill>
                  <a:schemeClr val="tx1"/>
                </a:solidFill>
                <a:latin typeface="+mn-ea"/>
                <a:ea typeface="+mn-ea"/>
              </a:rPr>
              <a:t>的全排列个数为</a:t>
            </a:r>
            <a:r>
              <a:rPr lang="en-US" altLang="zh-CN" sz="2800" b="1" dirty="0">
                <a:solidFill>
                  <a:srgbClr val="FF0000"/>
                </a:solidFill>
                <a:latin typeface="+mn-ea"/>
                <a:ea typeface="+mn-ea"/>
              </a:rPr>
              <a:t>n!/n</a:t>
            </a:r>
            <a:r>
              <a:rPr lang="en-US" altLang="zh-CN" sz="2800" b="1" baseline="-25000" dirty="0">
                <a:solidFill>
                  <a:srgbClr val="FF0000"/>
                </a:solidFill>
                <a:latin typeface="+mn-ea"/>
                <a:ea typeface="+mn-ea"/>
              </a:rPr>
              <a:t>1</a:t>
            </a:r>
            <a:r>
              <a:rPr lang="en-US" altLang="zh-CN" sz="2800" b="1" dirty="0">
                <a:solidFill>
                  <a:srgbClr val="FF0000"/>
                </a:solidFill>
                <a:latin typeface="+mn-ea"/>
                <a:ea typeface="+mn-ea"/>
              </a:rPr>
              <a:t>!·n</a:t>
            </a:r>
            <a:r>
              <a:rPr lang="en-US" altLang="zh-CN" sz="2800" b="1" baseline="-25000" dirty="0">
                <a:solidFill>
                  <a:srgbClr val="FF0000"/>
                </a:solidFill>
                <a:latin typeface="+mn-ea"/>
                <a:ea typeface="+mn-ea"/>
              </a:rPr>
              <a:t>2</a:t>
            </a:r>
            <a:r>
              <a:rPr lang="en-US" altLang="zh-CN" sz="2800" b="1" dirty="0">
                <a:solidFill>
                  <a:srgbClr val="FF0000"/>
                </a:solidFill>
                <a:latin typeface="+mn-ea"/>
                <a:ea typeface="+mn-ea"/>
              </a:rPr>
              <a:t>!…</a:t>
            </a:r>
            <a:r>
              <a:rPr lang="en-US" altLang="zh-CN" sz="2800" b="1" dirty="0" err="1">
                <a:solidFill>
                  <a:srgbClr val="FF0000"/>
                </a:solidFill>
                <a:latin typeface="+mn-ea"/>
                <a:ea typeface="+mn-ea"/>
              </a:rPr>
              <a:t>n</a:t>
            </a:r>
            <a:r>
              <a:rPr lang="en-US" altLang="zh-CN" sz="2800" b="1" baseline="-25000" dirty="0" err="1">
                <a:solidFill>
                  <a:srgbClr val="FF0000"/>
                </a:solidFill>
                <a:latin typeface="+mn-ea"/>
                <a:ea typeface="+mn-ea"/>
              </a:rPr>
              <a:t>k</a:t>
            </a:r>
            <a:r>
              <a:rPr lang="en-US" altLang="zh-CN" sz="2800" b="1" dirty="0">
                <a:solidFill>
                  <a:srgbClr val="FF0000"/>
                </a:solidFill>
                <a:latin typeface="+mn-ea"/>
                <a:ea typeface="+mn-ea"/>
              </a:rPr>
              <a:t>! </a:t>
            </a:r>
          </a:p>
        </p:txBody>
      </p:sp>
      <p:sp>
        <p:nvSpPr>
          <p:cNvPr id="577539" name="Rectangle 3">
            <a:extLst>
              <a:ext uri="{FF2B5EF4-FFF2-40B4-BE49-F238E27FC236}">
                <a16:creationId xmlns:a16="http://schemas.microsoft.com/office/drawing/2014/main" id="{CD2AFEDC-A126-4CC7-9096-53C0DB3EA1A7}"/>
              </a:ext>
            </a:extLst>
          </p:cNvPr>
          <p:cNvSpPr>
            <a:spLocks noGrp="1"/>
          </p:cNvSpPr>
          <p:nvPr>
            <p:ph sz="half" idx="1"/>
          </p:nvPr>
        </p:nvSpPr>
        <p:spPr>
          <a:xfrm>
            <a:off x="1143000" y="2743200"/>
            <a:ext cx="7772400" cy="4114800"/>
          </a:xfrm>
        </p:spPr>
        <p:txBody>
          <a:bodyPr/>
          <a:lstStyle/>
          <a:p>
            <a:pPr algn="just" eaLnBrk="1" hangingPunct="1"/>
            <a:r>
              <a:rPr lang="zh-CN" altLang="en-US" b="1" dirty="0">
                <a:latin typeface="宋体" panose="02010600030101010101" pitchFamily="2" charset="-122"/>
              </a:rPr>
              <a:t>将</a:t>
            </a:r>
            <a:r>
              <a:rPr lang="en-US" altLang="zh-CN" b="1" dirty="0">
                <a:latin typeface="宋体" panose="02010600030101010101" pitchFamily="2" charset="-122"/>
              </a:rPr>
              <a:t>B</a:t>
            </a:r>
            <a:r>
              <a:rPr lang="zh-CN" altLang="en-US" b="1" dirty="0">
                <a:latin typeface="宋体" panose="02010600030101010101" pitchFamily="2" charset="-122"/>
              </a:rPr>
              <a:t>中的</a:t>
            </a:r>
            <a:r>
              <a:rPr lang="en-US" altLang="zh-CN" b="1" dirty="0" err="1">
                <a:latin typeface="宋体" panose="02010600030101010101" pitchFamily="2" charset="-122"/>
              </a:rPr>
              <a:t>n</a:t>
            </a:r>
            <a:r>
              <a:rPr lang="en-US" altLang="zh-CN" b="1" baseline="-25000" dirty="0" err="1">
                <a:latin typeface="宋体" panose="02010600030101010101" pitchFamily="2" charset="-122"/>
              </a:rPr>
              <a:t>i</a:t>
            </a:r>
            <a:r>
              <a:rPr lang="zh-CN" altLang="en-US" b="1" dirty="0">
                <a:latin typeface="宋体" panose="02010600030101010101" pitchFamily="2" charset="-122"/>
              </a:rPr>
              <a:t>个</a:t>
            </a:r>
            <a:r>
              <a:rPr lang="en-US" altLang="zh-CN" b="1" dirty="0">
                <a:latin typeface="宋体" panose="02010600030101010101" pitchFamily="2" charset="-122"/>
              </a:rPr>
              <a:t>b</a:t>
            </a:r>
            <a:r>
              <a:rPr lang="en-US" altLang="zh-CN" b="1" baseline="-25000" dirty="0">
                <a:latin typeface="宋体" panose="02010600030101010101" pitchFamily="2" charset="-122"/>
              </a:rPr>
              <a:t>i</a:t>
            </a:r>
            <a:r>
              <a:rPr lang="zh-CN" altLang="en-US" b="1" dirty="0">
                <a:latin typeface="宋体" panose="02010600030101010101" pitchFamily="2" charset="-122"/>
              </a:rPr>
              <a:t>分别赋予上标1，2，</a:t>
            </a:r>
            <a:r>
              <a:rPr lang="zh-CN" altLang="en-US" b="1" dirty="0">
                <a:latin typeface="Courier New" panose="02070309020205020404" pitchFamily="49" charset="0"/>
              </a:rPr>
              <a:t>…</a:t>
            </a:r>
            <a:r>
              <a:rPr lang="zh-CN" altLang="en-US" b="1" dirty="0">
                <a:latin typeface="宋体" panose="02010600030101010101" pitchFamily="2" charset="-122"/>
              </a:rPr>
              <a:t>，</a:t>
            </a:r>
            <a:r>
              <a:rPr lang="en-US" altLang="zh-CN" b="1" dirty="0" err="1">
                <a:latin typeface="宋体" panose="02010600030101010101" pitchFamily="2" charset="-122"/>
              </a:rPr>
              <a:t>n</a:t>
            </a:r>
            <a:r>
              <a:rPr lang="en-US" altLang="zh-CN" b="1" baseline="-25000" dirty="0" err="1">
                <a:latin typeface="宋体" panose="02010600030101010101" pitchFamily="2" charset="-122"/>
              </a:rPr>
              <a:t>i</a:t>
            </a:r>
            <a:r>
              <a:rPr lang="en-US" altLang="zh-CN" b="1" dirty="0">
                <a:latin typeface="宋体" panose="02010600030101010101" pitchFamily="2" charset="-122"/>
              </a:rPr>
              <a:t>，</a:t>
            </a:r>
            <a:r>
              <a:rPr lang="zh-CN" altLang="en-US" b="1" dirty="0">
                <a:latin typeface="宋体" panose="02010600030101010101" pitchFamily="2" charset="-122"/>
              </a:rPr>
              <a:t>即</a:t>
            </a:r>
          </a:p>
          <a:p>
            <a:pPr algn="just" eaLnBrk="1" hangingPunct="1"/>
            <a:endParaRPr lang="en-US" altLang="zh-CN" b="1" dirty="0">
              <a:latin typeface="宋体" panose="02010600030101010101" pitchFamily="2" charset="-122"/>
            </a:endParaRPr>
          </a:p>
          <a:p>
            <a:pPr algn="just" eaLnBrk="1" hangingPunct="1"/>
            <a:endParaRPr lang="en-US" altLang="zh-CN" b="1" dirty="0"/>
          </a:p>
          <a:p>
            <a:pPr algn="just" eaLnBrk="1" hangingPunct="1"/>
            <a:r>
              <a:rPr lang="en-US" altLang="zh-CN" b="1" dirty="0"/>
              <a:t>B=A=</a:t>
            </a:r>
            <a:r>
              <a:rPr lang="en-US" altLang="zh-CN" b="1" dirty="0">
                <a:latin typeface="宋体" panose="02010600030101010101" pitchFamily="2" charset="-122"/>
              </a:rPr>
              <a:t>｛b</a:t>
            </a:r>
            <a:r>
              <a:rPr lang="en-US" altLang="zh-CN" b="1" baseline="-25000" dirty="0">
                <a:latin typeface="宋体" panose="02010600030101010101" pitchFamily="2" charset="-122"/>
              </a:rPr>
              <a:t>1</a:t>
            </a:r>
            <a:r>
              <a:rPr lang="en-US" altLang="zh-CN" b="1" baseline="30000" dirty="0">
                <a:latin typeface="宋体" panose="02010600030101010101" pitchFamily="2" charset="-122"/>
              </a:rPr>
              <a:t>1</a:t>
            </a:r>
            <a:r>
              <a:rPr lang="en-US" altLang="zh-CN" b="1" dirty="0">
                <a:latin typeface="宋体" panose="02010600030101010101" pitchFamily="2" charset="-122"/>
              </a:rPr>
              <a:t>,b</a:t>
            </a:r>
            <a:r>
              <a:rPr lang="en-US" altLang="zh-CN" b="1" baseline="-25000" dirty="0">
                <a:latin typeface="宋体" panose="02010600030101010101" pitchFamily="2" charset="-122"/>
              </a:rPr>
              <a:t>1</a:t>
            </a:r>
            <a:r>
              <a:rPr lang="en-US" altLang="zh-CN" b="1" baseline="30000" dirty="0">
                <a:latin typeface="宋体" panose="02010600030101010101" pitchFamily="2" charset="-122"/>
              </a:rPr>
              <a:t>2</a:t>
            </a:r>
            <a:r>
              <a:rPr lang="en-US" altLang="zh-CN" b="1" dirty="0">
                <a:latin typeface="宋体" panose="02010600030101010101" pitchFamily="2" charset="-122"/>
              </a:rPr>
              <a:t>,</a:t>
            </a:r>
            <a:r>
              <a:rPr lang="en-US" altLang="zh-CN" b="1" dirty="0">
                <a:latin typeface="Courier New" panose="02070309020205020404" pitchFamily="49" charset="0"/>
              </a:rPr>
              <a:t>…</a:t>
            </a:r>
            <a:r>
              <a:rPr lang="en-US" altLang="zh-CN" b="1" dirty="0">
                <a:latin typeface="宋体" panose="02010600030101010101" pitchFamily="2" charset="-122"/>
              </a:rPr>
              <a:t>,b</a:t>
            </a:r>
            <a:r>
              <a:rPr lang="en-US" altLang="zh-CN" b="1" baseline="-25000" dirty="0">
                <a:latin typeface="宋体" panose="02010600030101010101" pitchFamily="2" charset="-122"/>
              </a:rPr>
              <a:t>1</a:t>
            </a:r>
            <a:r>
              <a:rPr lang="en-US" altLang="zh-CN" b="1" baseline="30000" dirty="0">
                <a:latin typeface="宋体" panose="02010600030101010101" pitchFamily="2" charset="-122"/>
              </a:rPr>
              <a:t>n1</a:t>
            </a:r>
            <a:r>
              <a:rPr lang="en-US" altLang="zh-CN" b="1" dirty="0">
                <a:latin typeface="宋体" panose="02010600030101010101" pitchFamily="2" charset="-122"/>
              </a:rPr>
              <a:t>,</a:t>
            </a:r>
            <a:r>
              <a:rPr lang="en-US" altLang="zh-CN" b="1" dirty="0">
                <a:latin typeface="Times New Roman" panose="02020603050405020304" pitchFamily="18" charset="0"/>
              </a:rPr>
              <a:t>…</a:t>
            </a:r>
            <a:r>
              <a:rPr lang="en-US" altLang="zh-CN" b="1" dirty="0"/>
              <a:t>, </a:t>
            </a:r>
            <a:r>
              <a:rPr lang="en-US" altLang="zh-CN" b="1" dirty="0">
                <a:latin typeface="宋体" panose="02010600030101010101" pitchFamily="2" charset="-122"/>
              </a:rPr>
              <a:t>b</a:t>
            </a:r>
            <a:r>
              <a:rPr lang="en-US" altLang="zh-CN" b="1" baseline="-25000" dirty="0">
                <a:latin typeface="宋体" panose="02010600030101010101" pitchFamily="2" charset="-122"/>
              </a:rPr>
              <a:t>k</a:t>
            </a:r>
            <a:r>
              <a:rPr lang="en-US" altLang="zh-CN" b="1" baseline="30000" dirty="0">
                <a:latin typeface="宋体" panose="02010600030101010101" pitchFamily="2" charset="-122"/>
              </a:rPr>
              <a:t>1</a:t>
            </a:r>
            <a:r>
              <a:rPr lang="en-US" altLang="zh-CN" b="1" dirty="0">
                <a:latin typeface="宋体" panose="02010600030101010101" pitchFamily="2" charset="-122"/>
              </a:rPr>
              <a:t>,b</a:t>
            </a:r>
            <a:r>
              <a:rPr lang="en-US" altLang="zh-CN" b="1" baseline="-25000" dirty="0">
                <a:latin typeface="宋体" panose="02010600030101010101" pitchFamily="2" charset="-122"/>
              </a:rPr>
              <a:t>k</a:t>
            </a:r>
            <a:r>
              <a:rPr lang="en-US" altLang="zh-CN" b="1" baseline="30000" dirty="0">
                <a:latin typeface="宋体" panose="02010600030101010101" pitchFamily="2" charset="-122"/>
              </a:rPr>
              <a:t>2</a:t>
            </a:r>
            <a:r>
              <a:rPr lang="en-US" altLang="zh-CN" b="1" dirty="0">
                <a:latin typeface="宋体" panose="02010600030101010101" pitchFamily="2" charset="-122"/>
              </a:rPr>
              <a:t>,</a:t>
            </a:r>
            <a:r>
              <a:rPr lang="en-US" altLang="zh-CN" b="1" dirty="0">
                <a:latin typeface="Courier New" panose="02070309020205020404" pitchFamily="49" charset="0"/>
              </a:rPr>
              <a:t>…</a:t>
            </a:r>
            <a:r>
              <a:rPr lang="en-US" altLang="zh-CN" b="1" dirty="0">
                <a:latin typeface="宋体" panose="02010600030101010101" pitchFamily="2" charset="-122"/>
              </a:rPr>
              <a:t>,</a:t>
            </a:r>
            <a:r>
              <a:rPr lang="en-US" altLang="zh-CN" b="1" dirty="0" err="1">
                <a:latin typeface="宋体" panose="02010600030101010101" pitchFamily="2" charset="-122"/>
              </a:rPr>
              <a:t>b</a:t>
            </a:r>
            <a:r>
              <a:rPr lang="en-US" altLang="zh-CN" b="1" baseline="-25000" dirty="0" err="1">
                <a:latin typeface="宋体" panose="02010600030101010101" pitchFamily="2" charset="-122"/>
              </a:rPr>
              <a:t>k</a:t>
            </a:r>
            <a:r>
              <a:rPr lang="en-US" altLang="zh-CN" b="1" baseline="30000" dirty="0" err="1">
                <a:latin typeface="宋体" panose="02010600030101010101" pitchFamily="2" charset="-122"/>
              </a:rPr>
              <a:t>nk</a:t>
            </a:r>
            <a:r>
              <a:rPr lang="en-US" altLang="zh-CN" b="1" dirty="0"/>
              <a:t> </a:t>
            </a:r>
            <a:r>
              <a:rPr lang="en-US" altLang="zh-CN" b="1" dirty="0">
                <a:latin typeface="宋体" panose="02010600030101010101" pitchFamily="2" charset="-122"/>
              </a:rPr>
              <a:t>｝</a:t>
            </a:r>
            <a:r>
              <a:rPr lang="zh-CN" altLang="en-US" b="1" dirty="0">
                <a:latin typeface="宋体" panose="02010600030101010101" pitchFamily="2" charset="-122"/>
              </a:rPr>
              <a:t>。</a:t>
            </a:r>
            <a:r>
              <a:rPr lang="en-US" altLang="zh-CN" b="1" dirty="0">
                <a:latin typeface="宋体" panose="02010600030101010101" pitchFamily="2" charset="-122"/>
              </a:rPr>
              <a:t>A</a:t>
            </a:r>
            <a:r>
              <a:rPr lang="zh-CN" altLang="en-US" b="1" dirty="0">
                <a:latin typeface="宋体" panose="02010600030101010101" pitchFamily="2" charset="-122"/>
              </a:rPr>
              <a:t>中元素个数为</a:t>
            </a:r>
            <a:r>
              <a:rPr lang="en-US" altLang="zh-CN" b="1" dirty="0">
                <a:latin typeface="宋体" panose="02010600030101010101" pitchFamily="2" charset="-122"/>
              </a:rPr>
              <a:t>n＝n1+n2+…+</a:t>
            </a:r>
            <a:r>
              <a:rPr lang="en-US" altLang="zh-CN" b="1" dirty="0" err="1">
                <a:latin typeface="宋体" panose="02010600030101010101" pitchFamily="2" charset="-122"/>
              </a:rPr>
              <a:t>nk</a:t>
            </a:r>
            <a:r>
              <a:rPr lang="en-US" altLang="zh-CN" b="1" dirty="0">
                <a:latin typeface="宋体" panose="02010600030101010101" pitchFamily="2" charset="-122"/>
              </a:rPr>
              <a:t> </a:t>
            </a:r>
          </a:p>
          <a:p>
            <a:pPr algn="just" eaLnBrk="1" hangingPunct="1"/>
            <a:endParaRPr lang="en-US" altLang="zh-CN" b="1" dirty="0">
              <a:latin typeface="宋体" panose="02010600030101010101" pitchFamily="2" charset="-122"/>
            </a:endParaRPr>
          </a:p>
          <a:p>
            <a:pPr algn="just" eaLnBrk="1" hangingPunct="1"/>
            <a:r>
              <a:rPr lang="zh-CN" altLang="en-US" b="1" dirty="0">
                <a:latin typeface="宋体" panose="02010600030101010101" pitchFamily="2" charset="-122"/>
              </a:rPr>
              <a:t>显然，集合</a:t>
            </a:r>
            <a:r>
              <a:rPr lang="en-US" altLang="zh-CN" b="1" dirty="0">
                <a:latin typeface="宋体" panose="02010600030101010101" pitchFamily="2" charset="-122"/>
              </a:rPr>
              <a:t>A</a:t>
            </a:r>
            <a:r>
              <a:rPr lang="zh-CN" altLang="en-US" b="1" dirty="0">
                <a:latin typeface="宋体" panose="02010600030101010101" pitchFamily="2" charset="-122"/>
              </a:rPr>
              <a:t>的全排列个数为</a:t>
            </a:r>
            <a:r>
              <a:rPr lang="en-US" altLang="zh-CN" b="1" dirty="0">
                <a:latin typeface="宋体" panose="02010600030101010101" pitchFamily="2" charset="-122"/>
              </a:rPr>
              <a:t>n</a:t>
            </a:r>
            <a:r>
              <a:rPr lang="en-US" altLang="zh-CN" b="1" dirty="0"/>
              <a:t>!</a:t>
            </a:r>
            <a:r>
              <a:rPr lang="en-US" altLang="zh-CN" b="1" dirty="0">
                <a:latin typeface="宋体" panose="02010600030101010101" pitchFamily="2" charset="-122"/>
              </a:rPr>
              <a:t>。</a:t>
            </a:r>
            <a:r>
              <a:rPr lang="en-US" altLang="zh-CN" b="1" dirty="0"/>
              <a:t> </a:t>
            </a:r>
            <a:endParaRPr lang="zh-CN" altLang="en-US" b="1" dirty="0"/>
          </a:p>
        </p:txBody>
      </p:sp>
      <p:sp>
        <p:nvSpPr>
          <p:cNvPr id="577541" name="Text Box 5" descr="深色上对角线">
            <a:extLst>
              <a:ext uri="{FF2B5EF4-FFF2-40B4-BE49-F238E27FC236}">
                <a16:creationId xmlns:a16="http://schemas.microsoft.com/office/drawing/2014/main" id="{829AAC83-469C-4CAC-B798-E11C3C0AAFC2}"/>
              </a:ext>
            </a:extLst>
          </p:cNvPr>
          <p:cNvSpPr txBox="1">
            <a:spLocks noChangeArrowheads="1"/>
          </p:cNvSpPr>
          <p:nvPr/>
        </p:nvSpPr>
        <p:spPr bwMode="auto">
          <a:xfrm>
            <a:off x="381000" y="339725"/>
            <a:ext cx="2452688" cy="879475"/>
          </a:xfrm>
          <a:prstGeom prst="rect">
            <a:avLst/>
          </a:prstGeom>
          <a:noFill/>
          <a:ln w="9525">
            <a:noFill/>
            <a:miter lim="800000"/>
            <a:headEnd/>
            <a:tailEnd/>
          </a:ln>
          <a:effectLst/>
        </p:spPr>
        <p:txBody>
          <a:bodyPr lIns="90000" tIns="46800" rIns="90000" bIns="46800">
            <a:spAutoFit/>
          </a:bodyPr>
          <a:lstStyle/>
          <a:p>
            <a:pPr algn="ctr">
              <a:defRPr/>
            </a:pPr>
            <a:r>
              <a:rPr kumimoji="0" lang="zh-CN" altLang="en-US" sz="5100" dirty="0">
                <a:solidFill>
                  <a:schemeClr val="tx2"/>
                </a:solidFill>
                <a:latin typeface="宋体" pitchFamily="2" charset="-122"/>
                <a:ea typeface="+mj-ea"/>
                <a:cs typeface="+mj-cs"/>
              </a:rPr>
              <a:t>定理1-</a:t>
            </a:r>
            <a:r>
              <a:rPr kumimoji="0" lang="en-US" altLang="zh-CN" sz="5100" dirty="0">
                <a:solidFill>
                  <a:schemeClr val="tx2"/>
                </a:solidFill>
                <a:latin typeface="宋体" pitchFamily="2" charset="-122"/>
                <a:ea typeface="+mj-ea"/>
                <a:cs typeface="+mj-cs"/>
              </a:rPr>
              <a:t>4</a:t>
            </a:r>
            <a:endParaRPr kumimoji="0" lang="zh-CN" altLang="en-US" sz="5100" dirty="0">
              <a:solidFill>
                <a:schemeClr val="tx2"/>
              </a:solidFill>
              <a:latin typeface="宋体" pitchFamily="2" charset="-122"/>
              <a:ea typeface="+mj-ea"/>
              <a:cs typeface="+mj-cs"/>
            </a:endParaRPr>
          </a:p>
        </p:txBody>
      </p:sp>
      <p:sp>
        <p:nvSpPr>
          <p:cNvPr id="577542" name="Text Box 6" descr="深色上对角线">
            <a:extLst>
              <a:ext uri="{FF2B5EF4-FFF2-40B4-BE49-F238E27FC236}">
                <a16:creationId xmlns:a16="http://schemas.microsoft.com/office/drawing/2014/main" id="{FBADA80D-12A9-47A3-83CA-43223B6BF795}"/>
              </a:ext>
            </a:extLst>
          </p:cNvPr>
          <p:cNvSpPr txBox="1">
            <a:spLocks noChangeArrowheads="1"/>
          </p:cNvSpPr>
          <p:nvPr/>
        </p:nvSpPr>
        <p:spPr bwMode="auto">
          <a:xfrm>
            <a:off x="0" y="2286000"/>
            <a:ext cx="1970088" cy="555625"/>
          </a:xfrm>
          <a:prstGeom prst="rect">
            <a:avLst/>
          </a:prstGeom>
          <a:noFill/>
          <a:ln w="9525">
            <a:noFill/>
            <a:miter lim="800000"/>
            <a:headEnd/>
            <a:tailEnd/>
          </a:ln>
          <a:effectLst/>
        </p:spPr>
        <p:txBody>
          <a:bodyPr lIns="90000" tIns="46800" rIns="90000" bIns="46800">
            <a:spAutoFit/>
          </a:bodyPr>
          <a:lstStyle/>
          <a:p>
            <a:pPr algn="ctr">
              <a:defRPr/>
            </a:pPr>
            <a:r>
              <a:rPr lang="zh-CN" altLang="en-US" sz="3000" dirty="0">
                <a:solidFill>
                  <a:schemeClr val="bg2">
                    <a:lumMod val="50000"/>
                  </a:schemeClr>
                </a:solidFill>
                <a:latin typeface="Tahoma" pitchFamily="34" charset="0"/>
              </a:rPr>
              <a:t>证明：</a:t>
            </a:r>
          </a:p>
        </p:txBody>
      </p:sp>
      <p:graphicFrame>
        <p:nvGraphicFramePr>
          <p:cNvPr id="40966" name="Object 0">
            <a:extLst>
              <a:ext uri="{FF2B5EF4-FFF2-40B4-BE49-F238E27FC236}">
                <a16:creationId xmlns:a16="http://schemas.microsoft.com/office/drawing/2014/main" id="{449DFB4A-4830-4023-909F-4086B837CE8E}"/>
              </a:ext>
            </a:extLst>
          </p:cNvPr>
          <p:cNvGraphicFramePr>
            <a:graphicFrameLocks noChangeAspect="1"/>
          </p:cNvGraphicFramePr>
          <p:nvPr/>
        </p:nvGraphicFramePr>
        <p:xfrm>
          <a:off x="1524000" y="3200400"/>
          <a:ext cx="3979863" cy="609600"/>
        </p:xfrm>
        <a:graphic>
          <a:graphicData uri="http://schemas.openxmlformats.org/presentationml/2006/ole">
            <mc:AlternateContent xmlns:mc="http://schemas.openxmlformats.org/markup-compatibility/2006">
              <mc:Choice xmlns:v="urn:schemas-microsoft-com:vml" Requires="v">
                <p:oleObj name="Equation" r:id="rId2" imgW="1574800" imgH="241300" progId="Equation.3">
                  <p:embed/>
                </p:oleObj>
              </mc:Choice>
              <mc:Fallback>
                <p:oleObj name="Equation" r:id="rId2" imgW="1574800" imgH="241300" progId="Equation.3">
                  <p:embed/>
                  <p:pic>
                    <p:nvPicPr>
                      <p:cNvPr id="40966" name="Object 0">
                        <a:extLst>
                          <a:ext uri="{FF2B5EF4-FFF2-40B4-BE49-F238E27FC236}">
                            <a16:creationId xmlns:a16="http://schemas.microsoft.com/office/drawing/2014/main" id="{449DFB4A-4830-4023-909F-4086B837CE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3200400"/>
                        <a:ext cx="3979863"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294703145"/>
      </p:ext>
    </p:extLst>
  </p:cSld>
  <p:clrMapOvr>
    <a:masterClrMapping/>
  </p:clrMapOvr>
  <p:transition>
    <p:random/>
  </p:transition>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2357" name="Rectangle 5">
            <a:extLst>
              <a:ext uri="{FF2B5EF4-FFF2-40B4-BE49-F238E27FC236}">
                <a16:creationId xmlns:a16="http://schemas.microsoft.com/office/drawing/2014/main" id="{A9253ADE-EB36-4916-9BB0-22B1D041FD0E}"/>
              </a:ext>
            </a:extLst>
          </p:cNvPr>
          <p:cNvSpPr>
            <a:spLocks noGrp="1" noChangeArrowheads="1"/>
          </p:cNvSpPr>
          <p:nvPr>
            <p:ph sz="half" idx="1"/>
          </p:nvPr>
        </p:nvSpPr>
        <p:spPr>
          <a:xfrm>
            <a:off x="914400" y="1600200"/>
            <a:ext cx="7467600" cy="4191000"/>
          </a:xfrm>
        </p:spPr>
        <p:txBody>
          <a:bodyPr>
            <a:normAutofit/>
          </a:bodyPr>
          <a:lstStyle/>
          <a:p>
            <a:pPr marL="274320" indent="-274320" eaLnBrk="1" fontAlgn="auto" hangingPunct="1">
              <a:spcAft>
                <a:spcPts val="0"/>
              </a:spcAft>
              <a:buClr>
                <a:schemeClr val="accent3"/>
              </a:buClr>
              <a:buFont typeface="Wingdings 2"/>
              <a:buChar char=""/>
              <a:defRPr/>
            </a:pPr>
            <a:r>
              <a:rPr lang="zh-CN" altLang="en-US" sz="2800" b="1" dirty="0">
                <a:latin typeface="+mn-ea"/>
              </a:rPr>
              <a:t>又由于</a:t>
            </a:r>
            <a:r>
              <a:rPr lang="en-US" altLang="zh-CN" sz="2800" b="1" dirty="0" err="1">
                <a:latin typeface="+mn-ea"/>
              </a:rPr>
              <a:t>n</a:t>
            </a:r>
            <a:r>
              <a:rPr lang="en-US" altLang="zh-CN" sz="2800" b="1" baseline="-25000" dirty="0" err="1">
                <a:latin typeface="+mn-ea"/>
              </a:rPr>
              <a:t>i</a:t>
            </a:r>
            <a:r>
              <a:rPr lang="zh-CN" altLang="en-US" sz="2800" b="1" dirty="0">
                <a:latin typeface="+mn-ea"/>
              </a:rPr>
              <a:t>个</a:t>
            </a:r>
            <a:r>
              <a:rPr lang="en-US" altLang="zh-CN" sz="2800" b="1" dirty="0">
                <a:latin typeface="+mn-ea"/>
              </a:rPr>
              <a:t>b</a:t>
            </a:r>
            <a:r>
              <a:rPr lang="en-US" altLang="zh-CN" sz="2800" b="1" baseline="-25000" dirty="0">
                <a:latin typeface="+mn-ea"/>
              </a:rPr>
              <a:t>i</a:t>
            </a:r>
            <a:r>
              <a:rPr lang="zh-CN" altLang="en-US" sz="2800" b="1" dirty="0">
                <a:latin typeface="+mn-ea"/>
              </a:rPr>
              <a:t>赋予上标1，2，…，</a:t>
            </a:r>
            <a:r>
              <a:rPr lang="en-US" altLang="zh-CN" sz="2800" b="1" dirty="0" err="1">
                <a:latin typeface="+mn-ea"/>
              </a:rPr>
              <a:t>n</a:t>
            </a:r>
            <a:r>
              <a:rPr lang="en-US" altLang="zh-CN" sz="2800" b="1" baseline="-25000" dirty="0" err="1">
                <a:latin typeface="+mn-ea"/>
              </a:rPr>
              <a:t>i</a:t>
            </a:r>
            <a:r>
              <a:rPr lang="zh-CN" altLang="en-US" sz="2800" b="1" dirty="0">
                <a:latin typeface="+mn-ea"/>
              </a:rPr>
              <a:t>的办法有</a:t>
            </a:r>
            <a:r>
              <a:rPr lang="en-US" altLang="zh-CN" sz="2800" b="1" dirty="0" err="1">
                <a:latin typeface="+mn-ea"/>
              </a:rPr>
              <a:t>n</a:t>
            </a:r>
            <a:r>
              <a:rPr lang="en-US" altLang="zh-CN" sz="2800" b="1" baseline="-25000" dirty="0" err="1">
                <a:latin typeface="+mn-ea"/>
              </a:rPr>
              <a:t>i</a:t>
            </a:r>
            <a:r>
              <a:rPr lang="en-US" altLang="zh-CN" sz="2800" b="1" dirty="0">
                <a:latin typeface="+mn-ea"/>
              </a:rPr>
              <a:t>!</a:t>
            </a:r>
            <a:r>
              <a:rPr lang="zh-CN" altLang="en-US" sz="2800" b="1" dirty="0">
                <a:latin typeface="+mn-ea"/>
              </a:rPr>
              <a:t>种 </a:t>
            </a:r>
          </a:p>
          <a:p>
            <a:pPr marL="274320" indent="-274320" algn="just" eaLnBrk="1" fontAlgn="auto" hangingPunct="1">
              <a:spcAft>
                <a:spcPts val="0"/>
              </a:spcAft>
              <a:buClr>
                <a:schemeClr val="accent3"/>
              </a:buClr>
              <a:buFont typeface="Wingdings 2"/>
              <a:buChar char=""/>
              <a:defRPr/>
            </a:pPr>
            <a:r>
              <a:rPr lang="zh-CN" altLang="en-US" sz="2800" b="1" dirty="0">
                <a:latin typeface="+mn-ea"/>
              </a:rPr>
              <a:t>对于重集</a:t>
            </a:r>
            <a:r>
              <a:rPr lang="en-US" altLang="zh-CN" sz="2800" b="1" dirty="0">
                <a:latin typeface="+mn-ea"/>
              </a:rPr>
              <a:t>B</a:t>
            </a:r>
            <a:r>
              <a:rPr lang="zh-CN" altLang="en-US" sz="2800" b="1" dirty="0">
                <a:latin typeface="+mn-ea"/>
              </a:rPr>
              <a:t>的任一个全排列，都可以产生集合</a:t>
            </a:r>
            <a:r>
              <a:rPr lang="en-US" altLang="zh-CN" sz="2800" b="1" dirty="0">
                <a:latin typeface="+mn-ea"/>
              </a:rPr>
              <a:t>A</a:t>
            </a:r>
            <a:r>
              <a:rPr lang="zh-CN" altLang="en-US" sz="2800" b="1" dirty="0">
                <a:latin typeface="+mn-ea"/>
              </a:rPr>
              <a:t>的</a:t>
            </a:r>
            <a:r>
              <a:rPr lang="en-US" altLang="zh-CN" sz="2800" b="1" dirty="0">
                <a:latin typeface="+mn-ea"/>
              </a:rPr>
              <a:t>n</a:t>
            </a:r>
            <a:r>
              <a:rPr lang="en-US" altLang="zh-CN" sz="2800" b="1" baseline="-25000" dirty="0">
                <a:latin typeface="+mn-ea"/>
              </a:rPr>
              <a:t>1</a:t>
            </a:r>
            <a:r>
              <a:rPr lang="en-US" altLang="zh-CN" sz="2800" b="1" dirty="0">
                <a:latin typeface="+mn-ea"/>
              </a:rPr>
              <a:t>!n</a:t>
            </a:r>
            <a:r>
              <a:rPr lang="en-US" altLang="zh-CN" sz="2800" b="1" baseline="-25000" dirty="0">
                <a:latin typeface="+mn-ea"/>
              </a:rPr>
              <a:t>2</a:t>
            </a:r>
            <a:r>
              <a:rPr lang="en-US" altLang="zh-CN" sz="2800" b="1" dirty="0">
                <a:latin typeface="+mn-ea"/>
              </a:rPr>
              <a:t>!…</a:t>
            </a:r>
            <a:r>
              <a:rPr lang="en-US" altLang="zh-CN" sz="2800" b="1" dirty="0" err="1">
                <a:latin typeface="+mn-ea"/>
              </a:rPr>
              <a:t>n</a:t>
            </a:r>
            <a:r>
              <a:rPr lang="en-US" altLang="zh-CN" sz="2800" b="1" baseline="-25000" dirty="0" err="1">
                <a:latin typeface="+mn-ea"/>
              </a:rPr>
              <a:t>k</a:t>
            </a:r>
            <a:r>
              <a:rPr lang="en-US" altLang="zh-CN" sz="2800" b="1" dirty="0">
                <a:latin typeface="+mn-ea"/>
              </a:rPr>
              <a:t>!</a:t>
            </a:r>
            <a:r>
              <a:rPr lang="zh-CN" altLang="en-US" sz="2800" b="1" dirty="0">
                <a:latin typeface="+mn-ea"/>
              </a:rPr>
              <a:t>个排列(由乘法规则) </a:t>
            </a:r>
            <a:endParaRPr lang="en-US" altLang="zh-CN" sz="2800" b="1" dirty="0">
              <a:latin typeface="+mn-ea"/>
            </a:endParaRPr>
          </a:p>
          <a:p>
            <a:pPr marL="274320" indent="-274320" algn="just" eaLnBrk="1" fontAlgn="auto" hangingPunct="1">
              <a:spcAft>
                <a:spcPts val="0"/>
              </a:spcAft>
              <a:buClr>
                <a:schemeClr val="accent3"/>
              </a:buClr>
              <a:buFont typeface="Wingdings 2"/>
              <a:buChar char=""/>
              <a:defRPr/>
            </a:pPr>
            <a:endParaRPr lang="zh-CN" altLang="en-US" sz="2800" b="1" dirty="0">
              <a:latin typeface="+mn-ea"/>
            </a:endParaRPr>
          </a:p>
          <a:p>
            <a:pPr marL="274320" indent="-274320" algn="just" eaLnBrk="1" fontAlgn="auto" hangingPunct="1">
              <a:spcAft>
                <a:spcPts val="0"/>
              </a:spcAft>
              <a:buClr>
                <a:schemeClr val="accent3"/>
              </a:buClr>
              <a:buFont typeface="Wingdings 2"/>
              <a:buChar char=""/>
              <a:defRPr/>
            </a:pPr>
            <a:r>
              <a:rPr lang="zh-CN" altLang="en-US" sz="2800" b="1" dirty="0">
                <a:latin typeface="+mn-ea"/>
              </a:rPr>
              <a:t>故重集</a:t>
            </a:r>
            <a:r>
              <a:rPr lang="en-US" altLang="zh-CN" sz="2800" b="1" dirty="0">
                <a:latin typeface="+mn-ea"/>
              </a:rPr>
              <a:t>B</a:t>
            </a:r>
            <a:r>
              <a:rPr lang="zh-CN" altLang="en-US" sz="2800" b="1" dirty="0">
                <a:latin typeface="+mn-ea"/>
              </a:rPr>
              <a:t>的全排列个数为</a:t>
            </a:r>
            <a:r>
              <a:rPr lang="en-US" altLang="zh-CN" sz="2800" b="1" dirty="0">
                <a:solidFill>
                  <a:srgbClr val="FF0000"/>
                </a:solidFill>
                <a:latin typeface="+mn-ea"/>
              </a:rPr>
              <a:t>n!／n</a:t>
            </a:r>
            <a:r>
              <a:rPr lang="en-US" altLang="zh-CN" sz="2800" b="1" baseline="-25000" dirty="0">
                <a:solidFill>
                  <a:srgbClr val="FF0000"/>
                </a:solidFill>
                <a:latin typeface="+mn-ea"/>
              </a:rPr>
              <a:t>1</a:t>
            </a:r>
            <a:r>
              <a:rPr lang="en-US" altLang="zh-CN" sz="2800" b="1" dirty="0">
                <a:solidFill>
                  <a:srgbClr val="FF0000"/>
                </a:solidFill>
                <a:latin typeface="+mn-ea"/>
              </a:rPr>
              <a:t>!·n</a:t>
            </a:r>
            <a:r>
              <a:rPr lang="en-US" altLang="zh-CN" sz="2800" b="1" baseline="-25000" dirty="0">
                <a:solidFill>
                  <a:srgbClr val="FF0000"/>
                </a:solidFill>
                <a:latin typeface="+mn-ea"/>
              </a:rPr>
              <a:t>2</a:t>
            </a:r>
            <a:r>
              <a:rPr lang="en-US" altLang="zh-CN" sz="2800" b="1" dirty="0">
                <a:solidFill>
                  <a:srgbClr val="FF0000"/>
                </a:solidFill>
                <a:latin typeface="+mn-ea"/>
              </a:rPr>
              <a:t>!…</a:t>
            </a:r>
            <a:r>
              <a:rPr lang="en-US" altLang="zh-CN" sz="2800" b="1" dirty="0" err="1">
                <a:solidFill>
                  <a:srgbClr val="FF0000"/>
                </a:solidFill>
                <a:latin typeface="+mn-ea"/>
              </a:rPr>
              <a:t>n</a:t>
            </a:r>
            <a:r>
              <a:rPr lang="en-US" altLang="zh-CN" sz="2800" b="1" baseline="-25000" dirty="0" err="1">
                <a:solidFill>
                  <a:srgbClr val="FF0000"/>
                </a:solidFill>
                <a:latin typeface="+mn-ea"/>
              </a:rPr>
              <a:t>k</a:t>
            </a:r>
            <a:r>
              <a:rPr lang="en-US" altLang="zh-CN" sz="2800" b="1" dirty="0">
                <a:solidFill>
                  <a:srgbClr val="FF0000"/>
                </a:solidFill>
                <a:latin typeface="+mn-ea"/>
              </a:rPr>
              <a:t>! </a:t>
            </a:r>
          </a:p>
          <a:p>
            <a:pPr marL="274320" indent="-274320" algn="just" eaLnBrk="1" fontAlgn="auto" hangingPunct="1">
              <a:spcAft>
                <a:spcPts val="0"/>
              </a:spcAft>
              <a:buClr>
                <a:schemeClr val="accent3"/>
              </a:buClr>
              <a:buFont typeface="Wingdings 2"/>
              <a:buChar char=""/>
              <a:defRPr/>
            </a:pPr>
            <a:endParaRPr lang="en-US" altLang="zh-CN" sz="2800" b="1" dirty="0">
              <a:solidFill>
                <a:srgbClr val="FF0000"/>
              </a:solidFill>
              <a:latin typeface="+mn-ea"/>
            </a:endParaRPr>
          </a:p>
          <a:p>
            <a:pPr marL="274320" indent="-274320" algn="just" eaLnBrk="1" fontAlgn="auto" hangingPunct="1">
              <a:spcAft>
                <a:spcPts val="0"/>
              </a:spcAft>
              <a:buClr>
                <a:schemeClr val="accent3"/>
              </a:buClr>
              <a:buFont typeface="Wingdings 2"/>
              <a:buNone/>
              <a:defRPr/>
            </a:pPr>
            <a:r>
              <a:rPr lang="zh-CN" altLang="en-US" sz="2800" b="1" dirty="0">
                <a:latin typeface="+mn-ea"/>
              </a:rPr>
              <a:t>证毕。</a:t>
            </a:r>
          </a:p>
          <a:p>
            <a:pPr marL="274320" indent="-274320" algn="just" eaLnBrk="1" fontAlgn="auto" hangingPunct="1">
              <a:spcAft>
                <a:spcPts val="0"/>
              </a:spcAft>
              <a:buClr>
                <a:schemeClr val="accent3"/>
              </a:buClr>
              <a:buFont typeface="Wingdings 2"/>
              <a:buChar char=""/>
              <a:defRPr/>
            </a:pPr>
            <a:endParaRPr lang="zh-CN" altLang="en-US" sz="3200" b="1" dirty="0"/>
          </a:p>
        </p:txBody>
      </p:sp>
      <p:sp>
        <p:nvSpPr>
          <p:cNvPr id="3" name="Text Box 5" descr="深色上对角线">
            <a:extLst>
              <a:ext uri="{FF2B5EF4-FFF2-40B4-BE49-F238E27FC236}">
                <a16:creationId xmlns:a16="http://schemas.microsoft.com/office/drawing/2014/main" id="{D207C76E-6F56-409D-B647-673E4211C3F7}"/>
              </a:ext>
            </a:extLst>
          </p:cNvPr>
          <p:cNvSpPr txBox="1">
            <a:spLocks noChangeArrowheads="1"/>
          </p:cNvSpPr>
          <p:nvPr/>
        </p:nvSpPr>
        <p:spPr bwMode="auto">
          <a:xfrm>
            <a:off x="533400" y="533400"/>
            <a:ext cx="2452688" cy="879475"/>
          </a:xfrm>
          <a:prstGeom prst="rect">
            <a:avLst/>
          </a:prstGeom>
          <a:noFill/>
          <a:ln w="9525">
            <a:noFill/>
            <a:miter lim="800000"/>
            <a:headEnd/>
            <a:tailEnd/>
          </a:ln>
          <a:effectLst/>
        </p:spPr>
        <p:txBody>
          <a:bodyPr lIns="90000" tIns="46800" rIns="90000" bIns="46800">
            <a:spAutoFit/>
          </a:bodyPr>
          <a:lstStyle/>
          <a:p>
            <a:pPr algn="ctr">
              <a:defRPr/>
            </a:pPr>
            <a:r>
              <a:rPr kumimoji="0" lang="zh-CN" altLang="en-US" sz="5100" dirty="0">
                <a:solidFill>
                  <a:schemeClr val="tx2"/>
                </a:solidFill>
                <a:latin typeface="宋体" pitchFamily="2" charset="-122"/>
                <a:ea typeface="+mj-ea"/>
                <a:cs typeface="+mj-cs"/>
              </a:rPr>
              <a:t>定理1-</a:t>
            </a:r>
            <a:r>
              <a:rPr kumimoji="0" lang="en-US" altLang="zh-CN" sz="5100" dirty="0">
                <a:solidFill>
                  <a:schemeClr val="tx2"/>
                </a:solidFill>
                <a:latin typeface="宋体" pitchFamily="2" charset="-122"/>
                <a:ea typeface="+mj-ea"/>
                <a:cs typeface="+mj-cs"/>
              </a:rPr>
              <a:t>4</a:t>
            </a:r>
            <a:endParaRPr kumimoji="0" lang="zh-CN" altLang="en-US" sz="5100" dirty="0">
              <a:solidFill>
                <a:schemeClr val="tx2"/>
              </a:solidFill>
              <a:latin typeface="宋体" pitchFamily="2" charset="-122"/>
              <a:ea typeface="+mj-ea"/>
              <a:cs typeface="+mj-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12357">
                                            <p:txEl>
                                              <p:pRg st="0" end="0"/>
                                            </p:txEl>
                                          </p:spTgt>
                                        </p:tgtEl>
                                        <p:attrNameLst>
                                          <p:attrName>style.visibility</p:attrName>
                                        </p:attrNameLst>
                                      </p:cBhvr>
                                      <p:to>
                                        <p:strVal val="visible"/>
                                      </p:to>
                                    </p:set>
                                    <p:anim calcmode="lin" valueType="num">
                                      <p:cBhvr additive="base">
                                        <p:cTn id="7" dur="500" fill="hold"/>
                                        <p:tgtEl>
                                          <p:spTgt spid="61235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1235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12357">
                                            <p:txEl>
                                              <p:pRg st="1" end="1"/>
                                            </p:txEl>
                                          </p:spTgt>
                                        </p:tgtEl>
                                        <p:attrNameLst>
                                          <p:attrName>style.visibility</p:attrName>
                                        </p:attrNameLst>
                                      </p:cBhvr>
                                      <p:to>
                                        <p:strVal val="visible"/>
                                      </p:to>
                                    </p:set>
                                    <p:anim calcmode="lin" valueType="num">
                                      <p:cBhvr additive="base">
                                        <p:cTn id="13" dur="500" fill="hold"/>
                                        <p:tgtEl>
                                          <p:spTgt spid="61235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1235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12357">
                                            <p:txEl>
                                              <p:pRg st="3" end="3"/>
                                            </p:txEl>
                                          </p:spTgt>
                                        </p:tgtEl>
                                        <p:attrNameLst>
                                          <p:attrName>style.visibility</p:attrName>
                                        </p:attrNameLst>
                                      </p:cBhvr>
                                      <p:to>
                                        <p:strVal val="visible"/>
                                      </p:to>
                                    </p:set>
                                    <p:anim calcmode="lin" valueType="num">
                                      <p:cBhvr additive="base">
                                        <p:cTn id="19" dur="500" fill="hold"/>
                                        <p:tgtEl>
                                          <p:spTgt spid="612357">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61235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12357">
                                            <p:txEl>
                                              <p:pRg st="5" end="5"/>
                                            </p:txEl>
                                          </p:spTgt>
                                        </p:tgtEl>
                                        <p:attrNameLst>
                                          <p:attrName>style.visibility</p:attrName>
                                        </p:attrNameLst>
                                      </p:cBhvr>
                                      <p:to>
                                        <p:strVal val="visible"/>
                                      </p:to>
                                    </p:set>
                                    <p:anim calcmode="lin" valueType="num">
                                      <p:cBhvr additive="base">
                                        <p:cTn id="25" dur="500" fill="hold"/>
                                        <p:tgtEl>
                                          <p:spTgt spid="612357">
                                            <p:txEl>
                                              <p:pRg st="5" end="5"/>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612357">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2357" grpId="0" build="p"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8563" name="Rectangle 3">
            <a:extLst>
              <a:ext uri="{FF2B5EF4-FFF2-40B4-BE49-F238E27FC236}">
                <a16:creationId xmlns:a16="http://schemas.microsoft.com/office/drawing/2014/main" id="{3236CEA6-4A9C-488A-A8C1-F963C2B27706}"/>
              </a:ext>
            </a:extLst>
          </p:cNvPr>
          <p:cNvSpPr>
            <a:spLocks noGrp="1"/>
          </p:cNvSpPr>
          <p:nvPr>
            <p:ph sz="half" idx="1"/>
          </p:nvPr>
        </p:nvSpPr>
        <p:spPr>
          <a:xfrm>
            <a:off x="609600" y="1295400"/>
            <a:ext cx="8153400" cy="1143000"/>
          </a:xfrm>
        </p:spPr>
        <p:txBody>
          <a:bodyPr/>
          <a:lstStyle/>
          <a:p>
            <a:pPr eaLnBrk="1" hangingPunct="1">
              <a:buFont typeface="Wingdings" panose="05000000000000000000" pitchFamily="2" charset="2"/>
              <a:buNone/>
            </a:pPr>
            <a:r>
              <a:rPr lang="zh-CN" altLang="en-US" sz="2800" b="1">
                <a:latin typeface="宋体" panose="02010600030101010101" pitchFamily="2" charset="-122"/>
              </a:rPr>
              <a:t>四面红旗、三面蓝旗、二面黄旗、五面绿旗可以组成多少由14面旗子组成的一排彩旗?</a:t>
            </a:r>
            <a:endParaRPr lang="zh-CN" altLang="en-US" sz="2800" b="1"/>
          </a:p>
        </p:txBody>
      </p:sp>
      <p:sp>
        <p:nvSpPr>
          <p:cNvPr id="578564" name="Rectangle 4">
            <a:extLst>
              <a:ext uri="{FF2B5EF4-FFF2-40B4-BE49-F238E27FC236}">
                <a16:creationId xmlns:a16="http://schemas.microsoft.com/office/drawing/2014/main" id="{58B6F0C0-9FC6-4492-A9CE-27E0396949E1}"/>
              </a:ext>
            </a:extLst>
          </p:cNvPr>
          <p:cNvSpPr>
            <a:spLocks noGrp="1" noChangeArrowheads="1"/>
          </p:cNvSpPr>
          <p:nvPr>
            <p:ph sz="half" idx="2"/>
          </p:nvPr>
        </p:nvSpPr>
        <p:spPr>
          <a:xfrm>
            <a:off x="1371600" y="2438400"/>
            <a:ext cx="7162800" cy="4114800"/>
          </a:xfrm>
        </p:spPr>
        <p:txBody>
          <a:bodyPr>
            <a:normAutofit/>
          </a:bodyPr>
          <a:lstStyle/>
          <a:p>
            <a:pPr marL="0" indent="0" algn="just" eaLnBrk="1" fontAlgn="auto" hangingPunct="1">
              <a:spcAft>
                <a:spcPts val="0"/>
              </a:spcAft>
              <a:buClr>
                <a:schemeClr val="accent3"/>
              </a:buClr>
              <a:buFont typeface="Wingdings 2"/>
              <a:buChar char=""/>
              <a:defRPr/>
            </a:pPr>
            <a:r>
              <a:rPr lang="zh-CN" altLang="en-US" sz="2800" dirty="0">
                <a:latin typeface="+mn-ea"/>
              </a:rPr>
              <a:t>这是一个重排列问题，它是求重集</a:t>
            </a:r>
            <a:endParaRPr lang="en-US" altLang="zh-CN" sz="2800" dirty="0">
              <a:latin typeface="+mn-ea"/>
            </a:endParaRPr>
          </a:p>
          <a:p>
            <a:pPr marL="0" indent="0" algn="just" eaLnBrk="1" fontAlgn="auto" hangingPunct="1">
              <a:spcAft>
                <a:spcPts val="0"/>
              </a:spcAft>
              <a:buClr>
                <a:schemeClr val="accent3"/>
              </a:buClr>
              <a:buFont typeface="Wingdings 2"/>
              <a:buNone/>
              <a:defRPr/>
            </a:pPr>
            <a:r>
              <a:rPr lang="zh-CN" altLang="en-US" sz="2800" dirty="0">
                <a:latin typeface="+mn-ea"/>
              </a:rPr>
              <a:t>｛4·红旗，3·蓝旗，2·黄旗，5·绿旗｝的全排列的个数</a:t>
            </a:r>
            <a:endParaRPr lang="en-US" altLang="zh-CN" sz="2800" dirty="0">
              <a:latin typeface="+mn-ea"/>
            </a:endParaRPr>
          </a:p>
          <a:p>
            <a:pPr marL="0" indent="0" algn="just" eaLnBrk="1" fontAlgn="auto" hangingPunct="1">
              <a:spcAft>
                <a:spcPts val="0"/>
              </a:spcAft>
              <a:buClr>
                <a:schemeClr val="accent3"/>
              </a:buClr>
              <a:buFont typeface="Wingdings 2"/>
              <a:buChar char=""/>
              <a:defRPr/>
            </a:pPr>
            <a:endParaRPr lang="zh-CN" altLang="en-US" sz="2800" dirty="0">
              <a:latin typeface="+mn-ea"/>
            </a:endParaRPr>
          </a:p>
          <a:p>
            <a:pPr marL="0" indent="0" algn="just" eaLnBrk="1" fontAlgn="auto" hangingPunct="1">
              <a:spcAft>
                <a:spcPts val="0"/>
              </a:spcAft>
              <a:buClr>
                <a:schemeClr val="accent3"/>
              </a:buClr>
              <a:buFont typeface="Wingdings 2"/>
              <a:buChar char=""/>
              <a:defRPr/>
            </a:pPr>
            <a:r>
              <a:rPr lang="zh-CN" altLang="en-US" sz="2800" dirty="0">
                <a:latin typeface="+mn-ea"/>
              </a:rPr>
              <a:t>由</a:t>
            </a:r>
            <a:r>
              <a:rPr lang="zh-CN" altLang="en-US" sz="2800" dirty="0">
                <a:solidFill>
                  <a:srgbClr val="FF0000"/>
                </a:solidFill>
                <a:latin typeface="+mn-ea"/>
              </a:rPr>
              <a:t>定理1.4</a:t>
            </a:r>
            <a:r>
              <a:rPr lang="zh-CN" altLang="en-US" sz="2800" dirty="0">
                <a:latin typeface="+mn-ea"/>
              </a:rPr>
              <a:t>知，组成一排彩旗的种数为</a:t>
            </a:r>
            <a:endParaRPr lang="en-US" altLang="zh-CN" sz="2800" dirty="0">
              <a:latin typeface="+mn-ea"/>
            </a:endParaRPr>
          </a:p>
          <a:p>
            <a:pPr marL="0" indent="0" algn="ctr" eaLnBrk="1" fontAlgn="auto" hangingPunct="1">
              <a:spcAft>
                <a:spcPts val="0"/>
              </a:spcAft>
              <a:buClr>
                <a:schemeClr val="accent3"/>
              </a:buClr>
              <a:buFont typeface="Wingdings 2"/>
              <a:buNone/>
              <a:defRPr/>
            </a:pPr>
            <a:r>
              <a:rPr lang="zh-CN" altLang="en-US" sz="2800" dirty="0">
                <a:latin typeface="+mn-ea"/>
              </a:rPr>
              <a:t>14!／4!·3!·2!·5! </a:t>
            </a:r>
          </a:p>
        </p:txBody>
      </p:sp>
      <p:sp>
        <p:nvSpPr>
          <p:cNvPr id="5" name="矩形 4">
            <a:extLst>
              <a:ext uri="{FF2B5EF4-FFF2-40B4-BE49-F238E27FC236}">
                <a16:creationId xmlns:a16="http://schemas.microsoft.com/office/drawing/2014/main" id="{25D34F1A-0019-4E11-B006-A6FCD4E84883}"/>
              </a:ext>
            </a:extLst>
          </p:cNvPr>
          <p:cNvSpPr/>
          <p:nvPr/>
        </p:nvSpPr>
        <p:spPr>
          <a:xfrm>
            <a:off x="457200" y="381000"/>
            <a:ext cx="1905000" cy="846138"/>
          </a:xfrm>
          <a:prstGeom prst="rect">
            <a:avLst/>
          </a:prstGeom>
        </p:spPr>
        <p:txBody>
          <a:bodyPr>
            <a:spAutoFit/>
          </a:bodyPr>
          <a:lstStyle/>
          <a:p>
            <a:pPr>
              <a:defRPr/>
            </a:pPr>
            <a:r>
              <a:rPr kumimoji="0" lang="zh-CN" altLang="en-US" sz="4900" dirty="0">
                <a:solidFill>
                  <a:schemeClr val="tx2"/>
                </a:solidFill>
                <a:latin typeface="+mj-lt"/>
                <a:ea typeface="+mj-ea"/>
                <a:cs typeface="+mj-cs"/>
              </a:rPr>
              <a:t>例六</a:t>
            </a:r>
          </a:p>
        </p:txBody>
      </p:sp>
      <p:sp>
        <p:nvSpPr>
          <p:cNvPr id="43013" name="矩形 5">
            <a:extLst>
              <a:ext uri="{FF2B5EF4-FFF2-40B4-BE49-F238E27FC236}">
                <a16:creationId xmlns:a16="http://schemas.microsoft.com/office/drawing/2014/main" id="{FAB3549E-969C-489F-8498-F85110B02F25}"/>
              </a:ext>
            </a:extLst>
          </p:cNvPr>
          <p:cNvSpPr>
            <a:spLocks noChangeArrowheads="1"/>
          </p:cNvSpPr>
          <p:nvPr/>
        </p:nvSpPr>
        <p:spPr bwMode="auto">
          <a:xfrm>
            <a:off x="609600" y="2438400"/>
            <a:ext cx="10080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Tx/>
              <a:buNone/>
            </a:pPr>
            <a:r>
              <a:rPr lang="zh-CN" altLang="en-US" sz="3200" b="1" dirty="0">
                <a:solidFill>
                  <a:srgbClr val="FF0000"/>
                </a:solidFill>
                <a:latin typeface="宋体" panose="02010600030101010101" pitchFamily="2" charset="-122"/>
              </a:rPr>
              <a:t>解：</a:t>
            </a:r>
            <a:endParaRPr lang="zh-CN" altLang="en-US" sz="3200" b="1" dirty="0">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78563">
                                            <p:txEl>
                                              <p:pRg st="0" end="0"/>
                                            </p:txEl>
                                          </p:spTgt>
                                        </p:tgtEl>
                                        <p:attrNameLst>
                                          <p:attrName>style.visibility</p:attrName>
                                        </p:attrNameLst>
                                      </p:cBhvr>
                                      <p:to>
                                        <p:strVal val="visible"/>
                                      </p:to>
                                    </p:set>
                                    <p:anim calcmode="lin" valueType="num">
                                      <p:cBhvr additive="base">
                                        <p:cTn id="7" dur="500" fill="hold"/>
                                        <p:tgtEl>
                                          <p:spTgt spid="57856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78563">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 presetClass="entr" presetSubtype="0" fill="hold" grpId="0" nodeType="afterEffect">
                                  <p:stCondLst>
                                    <p:cond delay="0"/>
                                  </p:stCondLst>
                                  <p:childTnLst>
                                    <p:set>
                                      <p:cBhvr>
                                        <p:cTn id="11" dur="1" fill="hold">
                                          <p:stCondLst>
                                            <p:cond delay="0"/>
                                          </p:stCondLst>
                                        </p:cTn>
                                        <p:tgtEl>
                                          <p:spTgt spid="43013"/>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2" presetClass="entr" presetSubtype="8" fill="hold" grpId="0" nodeType="clickEffect">
                                  <p:stCondLst>
                                    <p:cond delay="0"/>
                                  </p:stCondLst>
                                  <p:childTnLst>
                                    <p:set>
                                      <p:cBhvr>
                                        <p:cTn id="15" dur="1" fill="hold">
                                          <p:stCondLst>
                                            <p:cond delay="0"/>
                                          </p:stCondLst>
                                        </p:cTn>
                                        <p:tgtEl>
                                          <p:spTgt spid="578564">
                                            <p:txEl>
                                              <p:pRg st="0" end="0"/>
                                            </p:txEl>
                                          </p:spTgt>
                                        </p:tgtEl>
                                        <p:attrNameLst>
                                          <p:attrName>style.visibility</p:attrName>
                                        </p:attrNameLst>
                                      </p:cBhvr>
                                      <p:to>
                                        <p:strVal val="visible"/>
                                      </p:to>
                                    </p:set>
                                    <p:anim calcmode="lin" valueType="num">
                                      <p:cBhvr additive="base">
                                        <p:cTn id="16" dur="500" fill="hold"/>
                                        <p:tgtEl>
                                          <p:spTgt spid="578564">
                                            <p:txEl>
                                              <p:pRg st="0" end="0"/>
                                            </p:txEl>
                                          </p:spTgt>
                                        </p:tgtEl>
                                        <p:attrNameLst>
                                          <p:attrName>ppt_x</p:attrName>
                                        </p:attrNameLst>
                                      </p:cBhvr>
                                      <p:tavLst>
                                        <p:tav tm="0">
                                          <p:val>
                                            <p:strVal val="0-#ppt_w/2"/>
                                          </p:val>
                                        </p:tav>
                                        <p:tav tm="100000">
                                          <p:val>
                                            <p:strVal val="#ppt_x"/>
                                          </p:val>
                                        </p:tav>
                                      </p:tavLst>
                                    </p:anim>
                                    <p:anim calcmode="lin" valueType="num">
                                      <p:cBhvr additive="base">
                                        <p:cTn id="17" dur="500" fill="hold"/>
                                        <p:tgtEl>
                                          <p:spTgt spid="57856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578564">
                                            <p:txEl>
                                              <p:pRg st="1" end="1"/>
                                            </p:txEl>
                                          </p:spTgt>
                                        </p:tgtEl>
                                        <p:attrNameLst>
                                          <p:attrName>style.visibility</p:attrName>
                                        </p:attrNameLst>
                                      </p:cBhvr>
                                      <p:to>
                                        <p:strVal val="visible"/>
                                      </p:to>
                                    </p:set>
                                    <p:anim calcmode="lin" valueType="num">
                                      <p:cBhvr additive="base">
                                        <p:cTn id="22" dur="500" fill="hold"/>
                                        <p:tgtEl>
                                          <p:spTgt spid="578564">
                                            <p:txEl>
                                              <p:pRg st="1" end="1"/>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57856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8" fill="hold" grpId="0" nodeType="clickEffect">
                                  <p:stCondLst>
                                    <p:cond delay="0"/>
                                  </p:stCondLst>
                                  <p:childTnLst>
                                    <p:set>
                                      <p:cBhvr>
                                        <p:cTn id="27" dur="1" fill="hold">
                                          <p:stCondLst>
                                            <p:cond delay="0"/>
                                          </p:stCondLst>
                                        </p:cTn>
                                        <p:tgtEl>
                                          <p:spTgt spid="578564">
                                            <p:txEl>
                                              <p:pRg st="3" end="3"/>
                                            </p:txEl>
                                          </p:spTgt>
                                        </p:tgtEl>
                                        <p:attrNameLst>
                                          <p:attrName>style.visibility</p:attrName>
                                        </p:attrNameLst>
                                      </p:cBhvr>
                                      <p:to>
                                        <p:strVal val="visible"/>
                                      </p:to>
                                    </p:set>
                                    <p:anim calcmode="lin" valueType="num">
                                      <p:cBhvr additive="base">
                                        <p:cTn id="28" dur="500" fill="hold"/>
                                        <p:tgtEl>
                                          <p:spTgt spid="578564">
                                            <p:txEl>
                                              <p:pRg st="3" end="3"/>
                                            </p:txEl>
                                          </p:spTgt>
                                        </p:tgtEl>
                                        <p:attrNameLst>
                                          <p:attrName>ppt_x</p:attrName>
                                        </p:attrNameLst>
                                      </p:cBhvr>
                                      <p:tavLst>
                                        <p:tav tm="0">
                                          <p:val>
                                            <p:strVal val="0-#ppt_w/2"/>
                                          </p:val>
                                        </p:tav>
                                        <p:tav tm="100000">
                                          <p:val>
                                            <p:strVal val="#ppt_x"/>
                                          </p:val>
                                        </p:tav>
                                      </p:tavLst>
                                    </p:anim>
                                    <p:anim calcmode="lin" valueType="num">
                                      <p:cBhvr additive="base">
                                        <p:cTn id="29" dur="500" fill="hold"/>
                                        <p:tgtEl>
                                          <p:spTgt spid="578564">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ntr" presetSubtype="8" fill="hold" grpId="0" nodeType="clickEffect">
                                  <p:stCondLst>
                                    <p:cond delay="0"/>
                                  </p:stCondLst>
                                  <p:childTnLst>
                                    <p:set>
                                      <p:cBhvr>
                                        <p:cTn id="33" dur="1" fill="hold">
                                          <p:stCondLst>
                                            <p:cond delay="0"/>
                                          </p:stCondLst>
                                        </p:cTn>
                                        <p:tgtEl>
                                          <p:spTgt spid="578564">
                                            <p:txEl>
                                              <p:pRg st="4" end="4"/>
                                            </p:txEl>
                                          </p:spTgt>
                                        </p:tgtEl>
                                        <p:attrNameLst>
                                          <p:attrName>style.visibility</p:attrName>
                                        </p:attrNameLst>
                                      </p:cBhvr>
                                      <p:to>
                                        <p:strVal val="visible"/>
                                      </p:to>
                                    </p:set>
                                    <p:anim calcmode="lin" valueType="num">
                                      <p:cBhvr additive="base">
                                        <p:cTn id="34" dur="500" fill="hold"/>
                                        <p:tgtEl>
                                          <p:spTgt spid="578564">
                                            <p:txEl>
                                              <p:pRg st="4" end="4"/>
                                            </p:txEl>
                                          </p:spTgt>
                                        </p:tgtEl>
                                        <p:attrNameLst>
                                          <p:attrName>ppt_x</p:attrName>
                                        </p:attrNameLst>
                                      </p:cBhvr>
                                      <p:tavLst>
                                        <p:tav tm="0">
                                          <p:val>
                                            <p:strVal val="0-#ppt_w/2"/>
                                          </p:val>
                                        </p:tav>
                                        <p:tav tm="100000">
                                          <p:val>
                                            <p:strVal val="#ppt_x"/>
                                          </p:val>
                                        </p:tav>
                                      </p:tavLst>
                                    </p:anim>
                                    <p:anim calcmode="lin" valueType="num">
                                      <p:cBhvr additive="base">
                                        <p:cTn id="35" dur="500" fill="hold"/>
                                        <p:tgtEl>
                                          <p:spTgt spid="578564">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8563" grpId="0" build="p" autoUpdateAnimBg="0"/>
      <p:bldP spid="578564" grpId="0" build="p" autoUpdateAnimBg="0"/>
      <p:bldP spid="43013" grpId="0"/>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1635" name="Rectangle 3">
            <a:extLst>
              <a:ext uri="{FF2B5EF4-FFF2-40B4-BE49-F238E27FC236}">
                <a16:creationId xmlns:a16="http://schemas.microsoft.com/office/drawing/2014/main" id="{747822A3-0BF0-4AAD-A4A5-C6CEA7972196}"/>
              </a:ext>
            </a:extLst>
          </p:cNvPr>
          <p:cNvSpPr>
            <a:spLocks noGrp="1" noChangeArrowheads="1"/>
          </p:cNvSpPr>
          <p:nvPr>
            <p:ph sz="half" idx="1"/>
          </p:nvPr>
        </p:nvSpPr>
        <p:spPr>
          <a:xfrm>
            <a:off x="762000" y="1143000"/>
            <a:ext cx="7924800" cy="1600200"/>
          </a:xfrm>
        </p:spPr>
        <p:txBody>
          <a:bodyPr>
            <a:noAutofit/>
          </a:bodyPr>
          <a:lstStyle/>
          <a:p>
            <a:pPr marL="274320" indent="-274320" algn="just" eaLnBrk="1" fontAlgn="auto" hangingPunct="1">
              <a:lnSpc>
                <a:spcPct val="90000"/>
              </a:lnSpc>
              <a:spcAft>
                <a:spcPts val="0"/>
              </a:spcAft>
              <a:buClr>
                <a:schemeClr val="accent3"/>
              </a:buClr>
              <a:buFont typeface="Wingdings" pitchFamily="2" charset="2"/>
              <a:buNone/>
              <a:defRPr/>
            </a:pPr>
            <a:r>
              <a:rPr lang="zh-CN" altLang="en-US" sz="2800" b="1" dirty="0">
                <a:latin typeface="+mn-ea"/>
              </a:rPr>
              <a:t>用字母</a:t>
            </a:r>
            <a:r>
              <a:rPr lang="en-US" altLang="zh-CN" sz="2800" b="1" dirty="0">
                <a:latin typeface="+mn-ea"/>
              </a:rPr>
              <a:t>A、B、C</a:t>
            </a:r>
            <a:r>
              <a:rPr lang="zh-CN" altLang="en-US" sz="2800" b="1" dirty="0">
                <a:latin typeface="+mn-ea"/>
              </a:rPr>
              <a:t>组成五个字母的符号，要求在每个符号里，</a:t>
            </a:r>
            <a:r>
              <a:rPr lang="en-US" altLang="zh-CN" sz="2800" b="1" dirty="0">
                <a:latin typeface="+mn-ea"/>
              </a:rPr>
              <a:t>A</a:t>
            </a:r>
            <a:r>
              <a:rPr lang="zh-CN" altLang="en-US" sz="2800" b="1" dirty="0">
                <a:latin typeface="+mn-ea"/>
              </a:rPr>
              <a:t>至多出现2次，</a:t>
            </a:r>
            <a:r>
              <a:rPr lang="en-US" altLang="zh-CN" sz="2800" b="1" dirty="0">
                <a:latin typeface="+mn-ea"/>
              </a:rPr>
              <a:t>B</a:t>
            </a:r>
            <a:r>
              <a:rPr lang="zh-CN" altLang="en-US" sz="2800" b="1" dirty="0">
                <a:latin typeface="+mn-ea"/>
              </a:rPr>
              <a:t>至多出现1次，</a:t>
            </a:r>
            <a:r>
              <a:rPr lang="en-US" altLang="zh-CN" sz="2800" b="1" dirty="0">
                <a:latin typeface="+mn-ea"/>
              </a:rPr>
              <a:t>C</a:t>
            </a:r>
            <a:r>
              <a:rPr lang="zh-CN" altLang="en-US" sz="2800" b="1" dirty="0">
                <a:latin typeface="+mn-ea"/>
              </a:rPr>
              <a:t>至多出现3次，求此类符号的个数。 </a:t>
            </a:r>
          </a:p>
        </p:txBody>
      </p:sp>
      <p:sp>
        <p:nvSpPr>
          <p:cNvPr id="581636" name="Rectangle 4">
            <a:extLst>
              <a:ext uri="{FF2B5EF4-FFF2-40B4-BE49-F238E27FC236}">
                <a16:creationId xmlns:a16="http://schemas.microsoft.com/office/drawing/2014/main" id="{2328F865-53A0-4068-A62D-2CA7E8041FD7}"/>
              </a:ext>
            </a:extLst>
          </p:cNvPr>
          <p:cNvSpPr>
            <a:spLocks noGrp="1" noChangeArrowheads="1"/>
          </p:cNvSpPr>
          <p:nvPr>
            <p:ph sz="half" idx="2"/>
          </p:nvPr>
        </p:nvSpPr>
        <p:spPr>
          <a:xfrm>
            <a:off x="1371600" y="2514600"/>
            <a:ext cx="7315200" cy="3505200"/>
          </a:xfrm>
        </p:spPr>
        <p:txBody>
          <a:bodyPr>
            <a:normAutofit/>
          </a:bodyPr>
          <a:lstStyle/>
          <a:p>
            <a:pPr marL="274320" indent="-274320" algn="just" eaLnBrk="1" fontAlgn="auto" hangingPunct="1">
              <a:spcAft>
                <a:spcPts val="0"/>
              </a:spcAft>
              <a:buClr>
                <a:schemeClr val="accent3"/>
              </a:buClr>
              <a:buFont typeface="Wingdings" pitchFamily="2" charset="2"/>
              <a:buNone/>
              <a:defRPr/>
            </a:pPr>
            <a:r>
              <a:rPr lang="zh-CN" altLang="en-US" sz="2800" dirty="0">
                <a:latin typeface="+mn-ea"/>
              </a:rPr>
              <a:t>这也是一个重排列问题。根据分析，符合题目要求的符号只有三种情况：</a:t>
            </a:r>
            <a:endParaRPr lang="en-US" altLang="zh-CN" sz="2800" dirty="0">
              <a:latin typeface="+mn-ea"/>
            </a:endParaRPr>
          </a:p>
          <a:p>
            <a:pPr marL="274320" indent="-274320" algn="just" eaLnBrk="1" fontAlgn="auto" hangingPunct="1">
              <a:spcAft>
                <a:spcPts val="0"/>
              </a:spcAft>
              <a:buClr>
                <a:schemeClr val="accent3"/>
              </a:buClr>
              <a:buFont typeface="Wingdings" pitchFamily="2" charset="2"/>
              <a:buNone/>
              <a:defRPr/>
            </a:pPr>
            <a:r>
              <a:rPr lang="zh-CN" altLang="en-US" dirty="0">
                <a:latin typeface="+mn-ea"/>
              </a:rPr>
              <a:t>｛2·</a:t>
            </a:r>
            <a:r>
              <a:rPr lang="en-US" altLang="zh-CN" dirty="0">
                <a:latin typeface="+mn-ea"/>
              </a:rPr>
              <a:t>A，0·B，3·C｝，｛1·A，1·B，3·C｝</a:t>
            </a:r>
            <a:r>
              <a:rPr lang="zh-CN" altLang="en-US" dirty="0">
                <a:latin typeface="+mn-ea"/>
              </a:rPr>
              <a:t>和｛2·</a:t>
            </a:r>
            <a:r>
              <a:rPr lang="en-US" altLang="zh-CN" dirty="0">
                <a:latin typeface="+mn-ea"/>
              </a:rPr>
              <a:t>A，1·B，2·C｝。 </a:t>
            </a:r>
            <a:endParaRPr lang="zh-CN" altLang="en-US" dirty="0">
              <a:latin typeface="+mn-ea"/>
            </a:endParaRPr>
          </a:p>
        </p:txBody>
      </p:sp>
      <p:sp>
        <p:nvSpPr>
          <p:cNvPr id="581638" name="Text Box 6">
            <a:extLst>
              <a:ext uri="{FF2B5EF4-FFF2-40B4-BE49-F238E27FC236}">
                <a16:creationId xmlns:a16="http://schemas.microsoft.com/office/drawing/2014/main" id="{A57FF532-EFB5-4DF5-A2D4-A51FBC6516E9}"/>
              </a:ext>
            </a:extLst>
          </p:cNvPr>
          <p:cNvSpPr txBox="1">
            <a:spLocks noChangeArrowheads="1"/>
          </p:cNvSpPr>
          <p:nvPr/>
        </p:nvSpPr>
        <p:spPr bwMode="auto">
          <a:xfrm>
            <a:off x="533400" y="2438400"/>
            <a:ext cx="1073150"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buClrTx/>
              <a:buSzPct val="90000"/>
              <a:buFontTx/>
              <a:buNone/>
            </a:pPr>
            <a:r>
              <a:rPr lang="zh-CN" altLang="en-US" sz="3500">
                <a:solidFill>
                  <a:srgbClr val="FF0000"/>
                </a:solidFill>
                <a:latin typeface="Tahoma" panose="020B0604030504040204" pitchFamily="34" charset="0"/>
              </a:rPr>
              <a:t>解：</a:t>
            </a:r>
          </a:p>
        </p:txBody>
      </p:sp>
      <p:sp>
        <p:nvSpPr>
          <p:cNvPr id="581639" name="Text Box 7">
            <a:extLst>
              <a:ext uri="{FF2B5EF4-FFF2-40B4-BE49-F238E27FC236}">
                <a16:creationId xmlns:a16="http://schemas.microsoft.com/office/drawing/2014/main" id="{61B05A29-6EA3-4681-A0A6-D339D6C6ABC7}"/>
              </a:ext>
            </a:extLst>
          </p:cNvPr>
          <p:cNvSpPr txBox="1">
            <a:spLocks noChangeArrowheads="1"/>
          </p:cNvSpPr>
          <p:nvPr/>
        </p:nvSpPr>
        <p:spPr bwMode="auto">
          <a:xfrm>
            <a:off x="1066800" y="4724400"/>
            <a:ext cx="7848600" cy="1169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Pct val="90000"/>
              <a:buFontTx/>
              <a:buNone/>
            </a:pPr>
            <a:r>
              <a:rPr lang="zh-CN" altLang="en-US" sz="2800">
                <a:latin typeface="宋体" panose="02010600030101010101" pitchFamily="2" charset="-122"/>
              </a:rPr>
              <a:t>由</a:t>
            </a:r>
            <a:r>
              <a:rPr lang="zh-CN" altLang="en-US" sz="2800">
                <a:solidFill>
                  <a:srgbClr val="FF0000"/>
                </a:solidFill>
                <a:latin typeface="宋体" panose="02010600030101010101" pitchFamily="2" charset="-122"/>
              </a:rPr>
              <a:t>定理</a:t>
            </a:r>
            <a:r>
              <a:rPr lang="zh-CN" altLang="en-US" sz="2800">
                <a:solidFill>
                  <a:srgbClr val="FF0000"/>
                </a:solidFill>
                <a:latin typeface="Tahoma" panose="020B0604030504040204" pitchFamily="34" charset="0"/>
              </a:rPr>
              <a:t>1.4</a:t>
            </a:r>
            <a:r>
              <a:rPr lang="zh-CN" altLang="en-US" sz="2800">
                <a:latin typeface="Tahoma" panose="020B0604030504040204" pitchFamily="34" charset="0"/>
              </a:rPr>
              <a:t>和</a:t>
            </a:r>
            <a:r>
              <a:rPr lang="zh-CN" altLang="en-US" sz="2800">
                <a:solidFill>
                  <a:srgbClr val="FF0000"/>
                </a:solidFill>
                <a:latin typeface="宋体" panose="02010600030101010101" pitchFamily="2" charset="-122"/>
              </a:rPr>
              <a:t>加法规则</a:t>
            </a:r>
            <a:r>
              <a:rPr lang="zh-CN" altLang="en-US" sz="2800">
                <a:latin typeface="宋体" panose="02010600030101010101" pitchFamily="2" charset="-122"/>
              </a:rPr>
              <a:t>知：</a:t>
            </a:r>
            <a:r>
              <a:rPr lang="zh-CN" altLang="en-US" sz="2800">
                <a:latin typeface="宋体" panose="02010600030101010101" pitchFamily="2" charset="-122"/>
                <a:cs typeface="Courier New" panose="02070309020205020404" pitchFamily="49" charset="0"/>
              </a:rPr>
              <a:t>此类符号的个数为</a:t>
            </a:r>
            <a:endParaRPr lang="en-US" altLang="zh-CN" sz="2800">
              <a:latin typeface="宋体" panose="02010600030101010101" pitchFamily="2" charset="-122"/>
              <a:cs typeface="Courier New" panose="02070309020205020404" pitchFamily="49" charset="0"/>
            </a:endParaRPr>
          </a:p>
          <a:p>
            <a:pPr eaLnBrk="1" hangingPunct="1">
              <a:spcBef>
                <a:spcPct val="50000"/>
              </a:spcBef>
              <a:buClrTx/>
              <a:buSzPct val="90000"/>
              <a:buFontTx/>
              <a:buNone/>
            </a:pPr>
            <a:r>
              <a:rPr lang="zh-CN" altLang="en-US" sz="2800">
                <a:latin typeface="宋体" panose="02010600030101010101" pitchFamily="2" charset="-122"/>
              </a:rPr>
              <a:t>5!/2!</a:t>
            </a:r>
            <a:r>
              <a:rPr lang="zh-CN" altLang="en-US" sz="2800">
                <a:latin typeface="Times New Roman" panose="02020603050405020304" pitchFamily="18" charset="0"/>
              </a:rPr>
              <a:t>·</a:t>
            </a:r>
            <a:r>
              <a:rPr lang="zh-CN" altLang="en-US" sz="2800">
                <a:latin typeface="宋体" panose="02010600030101010101" pitchFamily="2" charset="-122"/>
              </a:rPr>
              <a:t>0!</a:t>
            </a:r>
            <a:r>
              <a:rPr lang="zh-CN" altLang="en-US" sz="2800">
                <a:latin typeface="Times New Roman" panose="02020603050405020304" pitchFamily="18" charset="0"/>
              </a:rPr>
              <a:t>·</a:t>
            </a:r>
            <a:r>
              <a:rPr lang="zh-CN" altLang="en-US" sz="2800">
                <a:latin typeface="宋体" panose="02010600030101010101" pitchFamily="2" charset="-122"/>
              </a:rPr>
              <a:t>3! + 5!/1!</a:t>
            </a:r>
            <a:r>
              <a:rPr lang="zh-CN" altLang="en-US" sz="2800">
                <a:latin typeface="Times New Roman" panose="02020603050405020304" pitchFamily="18" charset="0"/>
              </a:rPr>
              <a:t>·</a:t>
            </a:r>
            <a:r>
              <a:rPr lang="zh-CN" altLang="en-US" sz="2800">
                <a:latin typeface="宋体" panose="02010600030101010101" pitchFamily="2" charset="-122"/>
              </a:rPr>
              <a:t>1!</a:t>
            </a:r>
            <a:r>
              <a:rPr lang="zh-CN" altLang="en-US" sz="2800">
                <a:latin typeface="Times New Roman" panose="02020603050405020304" pitchFamily="18" charset="0"/>
              </a:rPr>
              <a:t>·</a:t>
            </a:r>
            <a:r>
              <a:rPr lang="zh-CN" altLang="en-US" sz="2800">
                <a:latin typeface="宋体" panose="02010600030101010101" pitchFamily="2" charset="-122"/>
              </a:rPr>
              <a:t>3! + 5!/2!</a:t>
            </a:r>
            <a:r>
              <a:rPr lang="zh-CN" altLang="en-US" sz="2800">
                <a:latin typeface="Times New Roman" panose="02020603050405020304" pitchFamily="18" charset="0"/>
              </a:rPr>
              <a:t>·</a:t>
            </a:r>
            <a:r>
              <a:rPr lang="zh-CN" altLang="en-US" sz="2800">
                <a:latin typeface="宋体" panose="02010600030101010101" pitchFamily="2" charset="-122"/>
              </a:rPr>
              <a:t>1!</a:t>
            </a:r>
            <a:r>
              <a:rPr lang="zh-CN" altLang="en-US" sz="2800">
                <a:latin typeface="Times New Roman" panose="02020603050405020304" pitchFamily="18" charset="0"/>
              </a:rPr>
              <a:t>·</a:t>
            </a:r>
            <a:r>
              <a:rPr lang="zh-CN" altLang="en-US" sz="2800">
                <a:latin typeface="宋体" panose="02010600030101010101" pitchFamily="2" charset="-122"/>
              </a:rPr>
              <a:t>2! =60 </a:t>
            </a:r>
            <a:r>
              <a:rPr lang="zh-CN" altLang="en-US" sz="2800">
                <a:latin typeface="Tahoma" panose="020B0604030504040204" pitchFamily="34" charset="0"/>
              </a:rPr>
              <a:t>  </a:t>
            </a:r>
          </a:p>
        </p:txBody>
      </p:sp>
      <p:sp>
        <p:nvSpPr>
          <p:cNvPr id="7" name="矩形 6">
            <a:extLst>
              <a:ext uri="{FF2B5EF4-FFF2-40B4-BE49-F238E27FC236}">
                <a16:creationId xmlns:a16="http://schemas.microsoft.com/office/drawing/2014/main" id="{F73C7D54-067E-4B80-A324-7445DE706CEE}"/>
              </a:ext>
            </a:extLst>
          </p:cNvPr>
          <p:cNvSpPr/>
          <p:nvPr/>
        </p:nvSpPr>
        <p:spPr>
          <a:xfrm>
            <a:off x="457200" y="381000"/>
            <a:ext cx="1905000" cy="846138"/>
          </a:xfrm>
          <a:prstGeom prst="rect">
            <a:avLst/>
          </a:prstGeom>
        </p:spPr>
        <p:txBody>
          <a:bodyPr>
            <a:spAutoFit/>
          </a:bodyPr>
          <a:lstStyle/>
          <a:p>
            <a:pPr>
              <a:defRPr/>
            </a:pPr>
            <a:r>
              <a:rPr kumimoji="0" lang="zh-CN" altLang="en-US" sz="4900" dirty="0">
                <a:solidFill>
                  <a:schemeClr val="tx2"/>
                </a:solidFill>
                <a:latin typeface="+mj-lt"/>
                <a:ea typeface="+mj-ea"/>
                <a:cs typeface="+mj-cs"/>
              </a:rPr>
              <a:t>例七</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581635">
                                            <p:txEl>
                                              <p:pRg st="0" end="0"/>
                                            </p:txEl>
                                          </p:spTgt>
                                        </p:tgtEl>
                                        <p:attrNameLst>
                                          <p:attrName>style.visibility</p:attrName>
                                        </p:attrNameLst>
                                      </p:cBhvr>
                                      <p:to>
                                        <p:strVal val="visible"/>
                                      </p:to>
                                    </p:set>
                                    <p:animEffect transition="in" filter="barn(outHorizontal)">
                                      <p:cBhvr>
                                        <p:cTn id="7" dur="500"/>
                                        <p:tgtEl>
                                          <p:spTgt spid="58163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581638"/>
                                        </p:tgtEl>
                                        <p:attrNameLst>
                                          <p:attrName>style.visibility</p:attrName>
                                        </p:attrNameLst>
                                      </p:cBhvr>
                                      <p:to>
                                        <p:strVal val="visible"/>
                                      </p:to>
                                    </p:set>
                                    <p:anim calcmode="lin" valueType="num">
                                      <p:cBhvr additive="base">
                                        <p:cTn id="12" dur="500" fill="hold"/>
                                        <p:tgtEl>
                                          <p:spTgt spid="581638"/>
                                        </p:tgtEl>
                                        <p:attrNameLst>
                                          <p:attrName>ppt_x</p:attrName>
                                        </p:attrNameLst>
                                      </p:cBhvr>
                                      <p:tavLst>
                                        <p:tav tm="0">
                                          <p:val>
                                            <p:strVal val="0-#ppt_w/2"/>
                                          </p:val>
                                        </p:tav>
                                        <p:tav tm="100000">
                                          <p:val>
                                            <p:strVal val="#ppt_x"/>
                                          </p:val>
                                        </p:tav>
                                      </p:tavLst>
                                    </p:anim>
                                    <p:anim calcmode="lin" valueType="num">
                                      <p:cBhvr additive="base">
                                        <p:cTn id="13" dur="500" fill="hold"/>
                                        <p:tgtEl>
                                          <p:spTgt spid="581638"/>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8" presetClass="entr" presetSubtype="12" fill="hold" grpId="0" nodeType="clickEffect">
                                  <p:stCondLst>
                                    <p:cond delay="0"/>
                                  </p:stCondLst>
                                  <p:childTnLst>
                                    <p:set>
                                      <p:cBhvr>
                                        <p:cTn id="17" dur="1" fill="hold">
                                          <p:stCondLst>
                                            <p:cond delay="0"/>
                                          </p:stCondLst>
                                        </p:cTn>
                                        <p:tgtEl>
                                          <p:spTgt spid="581636">
                                            <p:txEl>
                                              <p:pRg st="0" end="0"/>
                                            </p:txEl>
                                          </p:spTgt>
                                        </p:tgtEl>
                                        <p:attrNameLst>
                                          <p:attrName>style.visibility</p:attrName>
                                        </p:attrNameLst>
                                      </p:cBhvr>
                                      <p:to>
                                        <p:strVal val="visible"/>
                                      </p:to>
                                    </p:set>
                                    <p:animEffect transition="in" filter="strips(downLeft)">
                                      <p:cBhvr>
                                        <p:cTn id="18" dur="500"/>
                                        <p:tgtEl>
                                          <p:spTgt spid="581636">
                                            <p:txEl>
                                              <p:pRg st="0" end="0"/>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8" presetClass="entr" presetSubtype="12" fill="hold" grpId="0" nodeType="clickEffect">
                                  <p:stCondLst>
                                    <p:cond delay="0"/>
                                  </p:stCondLst>
                                  <p:childTnLst>
                                    <p:set>
                                      <p:cBhvr>
                                        <p:cTn id="22" dur="1" fill="hold">
                                          <p:stCondLst>
                                            <p:cond delay="0"/>
                                          </p:stCondLst>
                                        </p:cTn>
                                        <p:tgtEl>
                                          <p:spTgt spid="581636">
                                            <p:txEl>
                                              <p:pRg st="1" end="1"/>
                                            </p:txEl>
                                          </p:spTgt>
                                        </p:tgtEl>
                                        <p:attrNameLst>
                                          <p:attrName>style.visibility</p:attrName>
                                        </p:attrNameLst>
                                      </p:cBhvr>
                                      <p:to>
                                        <p:strVal val="visible"/>
                                      </p:to>
                                    </p:set>
                                    <p:animEffect transition="in" filter="strips(downLeft)">
                                      <p:cBhvr>
                                        <p:cTn id="23" dur="500"/>
                                        <p:tgtEl>
                                          <p:spTgt spid="581636">
                                            <p:txEl>
                                              <p:pRg st="1" end="1"/>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8" fill="hold" grpId="0" nodeType="clickEffect">
                                  <p:stCondLst>
                                    <p:cond delay="0"/>
                                  </p:stCondLst>
                                  <p:childTnLst>
                                    <p:set>
                                      <p:cBhvr>
                                        <p:cTn id="27" dur="1" fill="hold">
                                          <p:stCondLst>
                                            <p:cond delay="0"/>
                                          </p:stCondLst>
                                        </p:cTn>
                                        <p:tgtEl>
                                          <p:spTgt spid="581639"/>
                                        </p:tgtEl>
                                        <p:attrNameLst>
                                          <p:attrName>style.visibility</p:attrName>
                                        </p:attrNameLst>
                                      </p:cBhvr>
                                      <p:to>
                                        <p:strVal val="visible"/>
                                      </p:to>
                                    </p:set>
                                    <p:anim calcmode="lin" valueType="num">
                                      <p:cBhvr additive="base">
                                        <p:cTn id="28" dur="500" fill="hold"/>
                                        <p:tgtEl>
                                          <p:spTgt spid="581639"/>
                                        </p:tgtEl>
                                        <p:attrNameLst>
                                          <p:attrName>ppt_x</p:attrName>
                                        </p:attrNameLst>
                                      </p:cBhvr>
                                      <p:tavLst>
                                        <p:tav tm="0">
                                          <p:val>
                                            <p:strVal val="0-#ppt_w/2"/>
                                          </p:val>
                                        </p:tav>
                                        <p:tav tm="100000">
                                          <p:val>
                                            <p:strVal val="#ppt_x"/>
                                          </p:val>
                                        </p:tav>
                                      </p:tavLst>
                                    </p:anim>
                                    <p:anim calcmode="lin" valueType="num">
                                      <p:cBhvr additive="base">
                                        <p:cTn id="29" dur="500" fill="hold"/>
                                        <p:tgtEl>
                                          <p:spTgt spid="58163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1635" grpId="0" build="p" autoUpdateAnimBg="0"/>
      <p:bldP spid="581636" grpId="0" build="p" autoUpdateAnimBg="0"/>
      <p:bldP spid="581638" grpId="0" autoUpdateAnimBg="0"/>
      <p:bldP spid="581639"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4">
            <a:extLst>
              <a:ext uri="{FF2B5EF4-FFF2-40B4-BE49-F238E27FC236}">
                <a16:creationId xmlns:a16="http://schemas.microsoft.com/office/drawing/2014/main" id="{66CF4EEE-07C2-48C3-A273-9BF5C916720C}"/>
              </a:ext>
            </a:extLst>
          </p:cNvPr>
          <p:cNvSpPr>
            <a:spLocks noGrp="1"/>
          </p:cNvSpPr>
          <p:nvPr>
            <p:ph type="dt" sz="half" idx="10"/>
          </p:nvPr>
        </p:nvSpPr>
        <p:spPr/>
        <p:txBody>
          <a:bodyPr/>
          <a:lstStyle/>
          <a:p>
            <a:pPr>
              <a:defRPr/>
            </a:pPr>
            <a:fld id="{42065789-68DE-4AC1-99AC-A48494974604}" type="datetime1">
              <a:rPr lang="zh-CN" altLang="en-US" smtClean="0"/>
              <a:pPr>
                <a:defRPr/>
              </a:pPr>
              <a:t>2025/11/6</a:t>
            </a:fld>
            <a:endParaRPr lang="en-US" altLang="zh-CN"/>
          </a:p>
        </p:txBody>
      </p:sp>
      <p:sp>
        <p:nvSpPr>
          <p:cNvPr id="6" name="灯片编号占位符 5">
            <a:extLst>
              <a:ext uri="{FF2B5EF4-FFF2-40B4-BE49-F238E27FC236}">
                <a16:creationId xmlns:a16="http://schemas.microsoft.com/office/drawing/2014/main" id="{50374E20-67F2-446C-A5BA-A8242BD797EF}"/>
              </a:ext>
            </a:extLst>
          </p:cNvPr>
          <p:cNvSpPr>
            <a:spLocks noGrp="1"/>
          </p:cNvSpPr>
          <p:nvPr>
            <p:ph type="sldNum" sz="quarter" idx="12"/>
          </p:nvPr>
        </p:nvSpPr>
        <p:spPr/>
        <p:txBody>
          <a:bodyPr/>
          <a:lstStyle/>
          <a:p>
            <a:pPr>
              <a:defRPr/>
            </a:pPr>
            <a:fld id="{938662F1-F736-4EDF-BCC5-1CFCDA07831F}" type="slidenum">
              <a:rPr lang="en-US" altLang="zh-CN" smtClean="0"/>
              <a:pPr>
                <a:defRPr/>
              </a:pPr>
              <a:t>41</a:t>
            </a:fld>
            <a:endParaRPr lang="en-US" altLang="zh-CN"/>
          </a:p>
        </p:txBody>
      </p:sp>
      <p:sp>
        <p:nvSpPr>
          <p:cNvPr id="9" name="Rectangle 2">
            <a:extLst>
              <a:ext uri="{FF2B5EF4-FFF2-40B4-BE49-F238E27FC236}">
                <a16:creationId xmlns:a16="http://schemas.microsoft.com/office/drawing/2014/main" id="{7FDC50C2-8380-49E9-BC29-BF1E3F3F5110}"/>
              </a:ext>
            </a:extLst>
          </p:cNvPr>
          <p:cNvSpPr txBox="1">
            <a:spLocks noChangeArrowheads="1"/>
          </p:cNvSpPr>
          <p:nvPr/>
        </p:nvSpPr>
        <p:spPr bwMode="auto">
          <a:xfrm>
            <a:off x="539750" y="2205038"/>
            <a:ext cx="8135938" cy="338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kern="1200">
                <a:solidFill>
                  <a:schemeClr val="tx1"/>
                </a:solidFill>
                <a:latin typeface="+mn-lt"/>
                <a:ea typeface="+mn-ea"/>
                <a:cs typeface="+mn-cs"/>
              </a:defRPr>
            </a:lvl1pPr>
            <a:lvl2pPr marL="639763" indent="-246063"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063" algn="l" rtl="0" eaLnBrk="0" fontAlgn="base" hangingPunct="0">
              <a:spcBef>
                <a:spcPct val="20000"/>
              </a:spcBef>
              <a:spcAft>
                <a:spcPct val="0"/>
              </a:spcAft>
              <a:buClr>
                <a:schemeClr val="accent2"/>
              </a:buClr>
              <a:buSzPct val="70000"/>
              <a:buFont typeface="Wingdings 2" panose="05020102010507070707" pitchFamily="18" charset="2"/>
              <a:buChar char=""/>
              <a:defRPr sz="20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1800" kern="1200">
                <a:solidFill>
                  <a:schemeClr val="tx1"/>
                </a:solidFill>
                <a:latin typeface="+mn-lt"/>
                <a:ea typeface="+mn-ea"/>
                <a:cs typeface="+mn-cs"/>
              </a:defRPr>
            </a:lvl4pPr>
            <a:lvl5pPr marL="1462088" indent="-209550" algn="l" rtl="0" eaLnBrk="0" fontAlgn="base" hangingPunct="0">
              <a:spcBef>
                <a:spcPct val="20000"/>
              </a:spcBef>
              <a:spcAft>
                <a:spcPct val="0"/>
              </a:spcAft>
              <a:buClr>
                <a:srgbClr val="10CF9B"/>
              </a:buClr>
              <a:buSzPct val="65000"/>
              <a:buFont typeface="Wingdings 2" panose="05020102010507070707" pitchFamily="18" charset="2"/>
              <a:buChar char=""/>
              <a:defRPr sz="18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algn="just" eaLnBrk="1" fontAlgn="auto" hangingPunct="1">
              <a:spcAft>
                <a:spcPts val="0"/>
              </a:spcAft>
              <a:buClr>
                <a:schemeClr val="accent3"/>
              </a:buClr>
              <a:buFont typeface="Wingdings 2"/>
              <a:buNone/>
              <a:defRPr/>
            </a:pPr>
            <a:r>
              <a:rPr kumimoji="0" lang="zh-CN" altLang="en-US" sz="3200" b="1" dirty="0">
                <a:solidFill>
                  <a:srgbClr val="FF0000"/>
                </a:solidFill>
                <a:latin typeface="+mj-ea"/>
                <a:ea typeface="+mj-ea"/>
              </a:rPr>
              <a:t>定义</a:t>
            </a:r>
            <a:r>
              <a:rPr kumimoji="0" lang="en-US" altLang="zh-CN" sz="3200" b="1" dirty="0">
                <a:solidFill>
                  <a:srgbClr val="FF0000"/>
                </a:solidFill>
                <a:latin typeface="+mj-ea"/>
                <a:ea typeface="+mj-ea"/>
              </a:rPr>
              <a:t>1.4  </a:t>
            </a:r>
            <a:r>
              <a:rPr kumimoji="0" lang="zh-CN" altLang="en-US" sz="3200" b="1" dirty="0">
                <a:latin typeface="+mj-ea"/>
                <a:ea typeface="+mj-ea"/>
              </a:rPr>
              <a:t>设</a:t>
            </a:r>
            <a:r>
              <a:rPr kumimoji="0" lang="en-US" altLang="zh-CN" sz="3200" b="1" dirty="0">
                <a:latin typeface="+mj-ea"/>
                <a:ea typeface="+mj-ea"/>
              </a:rPr>
              <a:t>A=</a:t>
            </a:r>
            <a:r>
              <a:rPr kumimoji="0" lang="zh-CN" altLang="en-US" sz="3200" b="1" dirty="0">
                <a:latin typeface="+mj-ea"/>
                <a:ea typeface="+mj-ea"/>
              </a:rPr>
              <a:t>｛</a:t>
            </a:r>
            <a:r>
              <a:rPr kumimoji="0" lang="en-US" altLang="zh-CN" sz="3200" b="1" dirty="0">
                <a:latin typeface="+mj-ea"/>
                <a:ea typeface="+mj-ea"/>
              </a:rPr>
              <a:t>a</a:t>
            </a:r>
            <a:r>
              <a:rPr kumimoji="0" lang="en-US" altLang="zh-CN" sz="3200" b="1" baseline="-25000" dirty="0">
                <a:latin typeface="+mj-ea"/>
                <a:ea typeface="+mj-ea"/>
              </a:rPr>
              <a:t>1</a:t>
            </a:r>
            <a:r>
              <a:rPr kumimoji="0" lang="en-US" altLang="zh-CN" sz="3200" b="1" dirty="0">
                <a:latin typeface="+mj-ea"/>
                <a:ea typeface="+mj-ea"/>
              </a:rPr>
              <a:t>,a</a:t>
            </a:r>
            <a:r>
              <a:rPr kumimoji="0" lang="en-US" altLang="zh-CN" sz="3200" b="1" baseline="-25000" dirty="0">
                <a:latin typeface="+mj-ea"/>
                <a:ea typeface="+mj-ea"/>
              </a:rPr>
              <a:t>2</a:t>
            </a:r>
            <a:r>
              <a:rPr kumimoji="0" lang="en-US" altLang="zh-CN" sz="3200" b="1" dirty="0">
                <a:latin typeface="+mj-ea"/>
                <a:ea typeface="+mj-ea"/>
              </a:rPr>
              <a:t>,…,a</a:t>
            </a:r>
            <a:r>
              <a:rPr kumimoji="0" lang="en-US" altLang="zh-CN" sz="3200" b="1" baseline="-25000" dirty="0">
                <a:latin typeface="+mj-ea"/>
                <a:ea typeface="+mj-ea"/>
              </a:rPr>
              <a:t>n</a:t>
            </a:r>
            <a:r>
              <a:rPr kumimoji="0" lang="zh-CN" altLang="en-US" sz="3200" b="1" dirty="0">
                <a:latin typeface="+mj-ea"/>
                <a:ea typeface="+mj-ea"/>
              </a:rPr>
              <a:t>｝是具有</a:t>
            </a:r>
            <a:r>
              <a:rPr kumimoji="0" lang="en-US" altLang="zh-CN" sz="3200" b="1" dirty="0">
                <a:latin typeface="+mj-ea"/>
                <a:ea typeface="+mj-ea"/>
              </a:rPr>
              <a:t>n</a:t>
            </a:r>
            <a:r>
              <a:rPr kumimoji="0" lang="zh-CN" altLang="en-US" sz="3200" b="1" dirty="0">
                <a:latin typeface="+mj-ea"/>
                <a:ea typeface="+mj-ea"/>
              </a:rPr>
              <a:t>个元素的集合，</a:t>
            </a:r>
            <a:r>
              <a:rPr kumimoji="0" lang="en-US" altLang="zh-CN" sz="3200" b="1" dirty="0">
                <a:latin typeface="+mj-ea"/>
                <a:ea typeface="+mj-ea"/>
              </a:rPr>
              <a:t>r</a:t>
            </a:r>
            <a:r>
              <a:rPr kumimoji="0" lang="zh-CN" altLang="en-US" sz="3200" b="1" dirty="0">
                <a:latin typeface="+mj-ea"/>
                <a:ea typeface="+mj-ea"/>
              </a:rPr>
              <a:t>是非负整数。从这</a:t>
            </a:r>
            <a:r>
              <a:rPr kumimoji="0" lang="en-US" altLang="zh-CN" sz="3200" b="1" dirty="0">
                <a:latin typeface="+mj-ea"/>
                <a:ea typeface="+mj-ea"/>
              </a:rPr>
              <a:t>n</a:t>
            </a:r>
            <a:r>
              <a:rPr kumimoji="0" lang="zh-CN" altLang="en-US" sz="3200" b="1" dirty="0">
                <a:latin typeface="+mj-ea"/>
                <a:ea typeface="+mj-ea"/>
              </a:rPr>
              <a:t>个不同的元素里取</a:t>
            </a:r>
            <a:r>
              <a:rPr kumimoji="0" lang="en-US" altLang="zh-CN" sz="3200" b="1" dirty="0">
                <a:latin typeface="+mj-ea"/>
                <a:ea typeface="+mj-ea"/>
              </a:rPr>
              <a:t>r</a:t>
            </a:r>
            <a:r>
              <a:rPr kumimoji="0" lang="zh-CN" altLang="en-US" sz="3200" b="1" dirty="0">
                <a:latin typeface="+mj-ea"/>
                <a:ea typeface="+mj-ea"/>
              </a:rPr>
              <a:t>个不考虑次序组合起来</a:t>
            </a:r>
            <a:r>
              <a:rPr kumimoji="0" lang="en-US" altLang="zh-CN" sz="3200" b="1" dirty="0">
                <a:latin typeface="+mj-ea"/>
                <a:ea typeface="+mj-ea"/>
              </a:rPr>
              <a:t>(</a:t>
            </a:r>
            <a:r>
              <a:rPr kumimoji="0" lang="en-US" altLang="zh-CN" sz="3200" b="1" dirty="0" err="1">
                <a:latin typeface="+mj-ea"/>
                <a:ea typeface="+mj-ea"/>
              </a:rPr>
              <a:t>r≤n</a:t>
            </a:r>
            <a:r>
              <a:rPr kumimoji="0" lang="en-US" altLang="zh-CN" sz="3200" b="1" dirty="0">
                <a:latin typeface="+mj-ea"/>
                <a:ea typeface="+mj-ea"/>
              </a:rPr>
              <a:t>)</a:t>
            </a:r>
            <a:r>
              <a:rPr kumimoji="0" lang="zh-CN" altLang="en-US" sz="3200" b="1" dirty="0">
                <a:latin typeface="+mj-ea"/>
                <a:ea typeface="+mj-ea"/>
              </a:rPr>
              <a:t>，称为集合</a:t>
            </a:r>
            <a:r>
              <a:rPr kumimoji="0" lang="en-US" altLang="zh-CN" sz="3200" b="1" dirty="0">
                <a:latin typeface="+mj-ea"/>
                <a:ea typeface="+mj-ea"/>
              </a:rPr>
              <a:t>A</a:t>
            </a:r>
            <a:r>
              <a:rPr kumimoji="0" lang="zh-CN" altLang="en-US" sz="3200" b="1" dirty="0">
                <a:latin typeface="+mj-ea"/>
                <a:ea typeface="+mj-ea"/>
              </a:rPr>
              <a:t>的</a:t>
            </a:r>
            <a:r>
              <a:rPr kumimoji="0" lang="en-US" altLang="zh-CN" sz="3200" b="1" dirty="0">
                <a:latin typeface="+mj-ea"/>
                <a:ea typeface="+mj-ea"/>
              </a:rPr>
              <a:t>r</a:t>
            </a:r>
            <a:r>
              <a:rPr kumimoji="0" lang="zh-CN" altLang="en-US" sz="3200" b="1" dirty="0">
                <a:latin typeface="+mj-ea"/>
                <a:ea typeface="+mj-ea"/>
              </a:rPr>
              <a:t>组合。 记为  </a:t>
            </a:r>
            <a:r>
              <a:rPr kumimoji="0" lang="en-US" altLang="zh-CN" sz="3200" b="1" dirty="0">
                <a:solidFill>
                  <a:srgbClr val="FF0000"/>
                </a:solidFill>
                <a:latin typeface="+mj-ea"/>
                <a:ea typeface="+mj-ea"/>
              </a:rPr>
              <a:t>C(</a:t>
            </a:r>
            <a:r>
              <a:rPr kumimoji="0" lang="en-US" altLang="zh-CN" sz="3200" b="1" dirty="0" err="1">
                <a:solidFill>
                  <a:srgbClr val="FF0000"/>
                </a:solidFill>
                <a:latin typeface="+mj-ea"/>
                <a:ea typeface="+mj-ea"/>
              </a:rPr>
              <a:t>n,r</a:t>
            </a:r>
            <a:r>
              <a:rPr kumimoji="0" lang="en-US" altLang="zh-CN" sz="3200" b="1" dirty="0">
                <a:solidFill>
                  <a:srgbClr val="FF0000"/>
                </a:solidFill>
                <a:latin typeface="+mj-ea"/>
                <a:ea typeface="+mj-ea"/>
              </a:rPr>
              <a:t>)</a:t>
            </a:r>
            <a:r>
              <a:rPr kumimoji="0" lang="en-US" altLang="zh-CN" sz="3200" b="1" dirty="0">
                <a:latin typeface="+mj-ea"/>
                <a:ea typeface="+mj-ea"/>
              </a:rPr>
              <a:t> </a:t>
            </a:r>
          </a:p>
          <a:p>
            <a:pPr algn="just" eaLnBrk="1" fontAlgn="auto" hangingPunct="1">
              <a:spcAft>
                <a:spcPts val="0"/>
              </a:spcAft>
              <a:buClr>
                <a:schemeClr val="accent3"/>
              </a:buClr>
              <a:buFont typeface="Wingdings 2"/>
              <a:buNone/>
              <a:defRPr/>
            </a:pPr>
            <a:endParaRPr kumimoji="0" lang="en-US" altLang="zh-CN" sz="3200" b="1" dirty="0">
              <a:latin typeface="+mj-ea"/>
              <a:ea typeface="+mj-ea"/>
            </a:endParaRPr>
          </a:p>
          <a:p>
            <a:pPr algn="just" eaLnBrk="1" fontAlgn="auto" hangingPunct="1">
              <a:spcAft>
                <a:spcPts val="0"/>
              </a:spcAft>
              <a:buClr>
                <a:schemeClr val="accent3"/>
              </a:buClr>
              <a:buFont typeface="Wingdings 2"/>
              <a:buNone/>
              <a:defRPr/>
            </a:pPr>
            <a:r>
              <a:rPr kumimoji="0" lang="zh-CN" altLang="en-US" sz="3200" b="1" dirty="0">
                <a:latin typeface="+mj-ea"/>
                <a:ea typeface="+mj-ea"/>
              </a:rPr>
              <a:t>换句话说，</a:t>
            </a:r>
            <a:r>
              <a:rPr kumimoji="0" lang="en-US" altLang="zh-CN" sz="3200" b="1" dirty="0">
                <a:latin typeface="+mj-ea"/>
                <a:ea typeface="+mj-ea"/>
              </a:rPr>
              <a:t>A</a:t>
            </a:r>
            <a:r>
              <a:rPr kumimoji="0" lang="zh-CN" altLang="en-US" sz="3200" b="1" dirty="0">
                <a:latin typeface="+mj-ea"/>
                <a:ea typeface="+mj-ea"/>
              </a:rPr>
              <a:t>的</a:t>
            </a:r>
            <a:r>
              <a:rPr kumimoji="0" lang="en-US" altLang="zh-CN" sz="3200" b="1" dirty="0">
                <a:latin typeface="+mj-ea"/>
                <a:ea typeface="+mj-ea"/>
              </a:rPr>
              <a:t>r-</a:t>
            </a:r>
            <a:r>
              <a:rPr kumimoji="0" lang="zh-CN" altLang="en-US" sz="3200" b="1" dirty="0">
                <a:latin typeface="+mj-ea"/>
                <a:ea typeface="+mj-ea"/>
              </a:rPr>
              <a:t>组合是</a:t>
            </a:r>
            <a:r>
              <a:rPr kumimoji="0" lang="en-US" altLang="zh-CN" sz="3200" b="1" dirty="0">
                <a:latin typeface="+mj-ea"/>
                <a:ea typeface="+mj-ea"/>
              </a:rPr>
              <a:t>A</a:t>
            </a:r>
            <a:r>
              <a:rPr kumimoji="0" lang="zh-CN" altLang="en-US" sz="3200" b="1" dirty="0">
                <a:latin typeface="+mj-ea"/>
                <a:ea typeface="+mj-ea"/>
              </a:rPr>
              <a:t>的</a:t>
            </a:r>
            <a:r>
              <a:rPr kumimoji="0" lang="en-US" altLang="zh-CN" sz="3200" b="1" dirty="0">
                <a:latin typeface="+mj-ea"/>
                <a:ea typeface="+mj-ea"/>
              </a:rPr>
              <a:t>r-</a:t>
            </a:r>
            <a:r>
              <a:rPr kumimoji="0" lang="zh-CN" altLang="en-US" sz="3200" b="1" dirty="0">
                <a:latin typeface="+mj-ea"/>
                <a:ea typeface="+mj-ea"/>
              </a:rPr>
              <a:t>无序子集。 </a:t>
            </a:r>
          </a:p>
        </p:txBody>
      </p:sp>
      <p:sp>
        <p:nvSpPr>
          <p:cNvPr id="10" name="WordArt 3">
            <a:extLst>
              <a:ext uri="{FF2B5EF4-FFF2-40B4-BE49-F238E27FC236}">
                <a16:creationId xmlns:a16="http://schemas.microsoft.com/office/drawing/2014/main" id="{DB57C9D2-4821-4B43-BE9A-CEBEE6F07D94}"/>
              </a:ext>
            </a:extLst>
          </p:cNvPr>
          <p:cNvSpPr>
            <a:spLocks noChangeArrowheads="1" noChangeShapeType="1" noTextEdit="1"/>
          </p:cNvSpPr>
          <p:nvPr/>
        </p:nvSpPr>
        <p:spPr bwMode="auto">
          <a:xfrm rot="21553613">
            <a:off x="907181" y="576018"/>
            <a:ext cx="4017271" cy="1151945"/>
          </a:xfrm>
          <a:prstGeom prst="rect">
            <a:avLst/>
          </a:prstGeom>
        </p:spPr>
        <p:txBody>
          <a:bodyPr wrap="none" fromWordArt="1">
            <a:prstTxWarp prst="textPlain">
              <a:avLst>
                <a:gd name="adj" fmla="val 52157"/>
              </a:avLst>
            </a:prstTxWarp>
            <a:scene3d>
              <a:camera prst="legacyPerspectiveBottomRight">
                <a:rot lat="0" lon="21239999" rev="0"/>
              </a:camera>
              <a:lightRig rig="legacyHarsh3" dir="l"/>
            </a:scene3d>
            <a:sp3d extrusionH="430200" prstMaterial="legacyMatte">
              <a:extrusionClr>
                <a:srgbClr val="C0C0C0"/>
              </a:extrusionClr>
            </a:sp3d>
          </a:bodyPr>
          <a:lstStyle/>
          <a:p>
            <a:pPr algn="ctr">
              <a:defRPr/>
            </a:pPr>
            <a:r>
              <a:rPr lang="en-US" altLang="zh-CN" dirty="0">
                <a:solidFill>
                  <a:schemeClr val="accent3"/>
                </a:solidFill>
                <a:latin typeface="华文仿宋" panose="02010600040101010101" pitchFamily="2" charset="-122"/>
                <a:ea typeface="华文仿宋" panose="02010600040101010101" pitchFamily="2" charset="-122"/>
              </a:rPr>
              <a:t>§1.3 </a:t>
            </a:r>
            <a:r>
              <a:rPr lang="zh-CN" altLang="en-US" dirty="0">
                <a:solidFill>
                  <a:schemeClr val="accent3"/>
                </a:solidFill>
                <a:latin typeface="华文仿宋" panose="02010600040101010101" pitchFamily="2" charset="-122"/>
                <a:ea typeface="华文仿宋" panose="02010600040101010101" pitchFamily="2" charset="-122"/>
              </a:rPr>
              <a:t>组 合 </a:t>
            </a:r>
          </a:p>
        </p:txBody>
      </p:sp>
    </p:spTree>
    <p:extLst>
      <p:ext uri="{BB962C8B-B14F-4D97-AF65-F5344CB8AC3E}">
        <p14:creationId xmlns:p14="http://schemas.microsoft.com/office/powerpoint/2010/main" val="3444558463"/>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ox(out)">
                                      <p:cBhvr>
                                        <p:cTn id="7" dur="500"/>
                                        <p:tgtEl>
                                          <p:spTgt spid="10"/>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499"/>
                                          </p:stCondLst>
                                        </p:cTn>
                                        <p:tgtEl>
                                          <p:spTgt spid="9">
                                            <p:txEl>
                                              <p:pRg st="0" end="0"/>
                                            </p:txEl>
                                          </p:spTgt>
                                        </p:tgtEl>
                                        <p:attrNameLst>
                                          <p:attrName>style.visibility</p:attrName>
                                        </p:attrNameLst>
                                      </p:cBhvr>
                                      <p:to>
                                        <p:strVal val="visible"/>
                                      </p:to>
                                    </p:set>
                                    <p:anim to="" calcmode="lin" valueType="num">
                                      <p:cBhvr>
                                        <p:cTn id="12" dur="1" fill="hold"/>
                                        <p:tgtEl>
                                          <p:spTgt spid="9">
                                            <p:txEl>
                                              <p:pRg st="0" end="0"/>
                                            </p:txEl>
                                          </p:spTgt>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499"/>
                                          </p:stCondLst>
                                        </p:cTn>
                                        <p:tgtEl>
                                          <p:spTgt spid="9">
                                            <p:txEl>
                                              <p:pRg st="2" end="2"/>
                                            </p:txEl>
                                          </p:spTgt>
                                        </p:tgtEl>
                                        <p:attrNameLst>
                                          <p:attrName>style.visibility</p:attrName>
                                        </p:attrNameLst>
                                      </p:cBhvr>
                                      <p:to>
                                        <p:strVal val="visible"/>
                                      </p:to>
                                    </p:set>
                                    <p:anim to="" calcmode="lin" valueType="num">
                                      <p:cBhvr>
                                        <p:cTn id="17" dur="1" fill="hold"/>
                                        <p:tgtEl>
                                          <p:spTgt spid="9">
                                            <p:txEl>
                                              <p:pRg st="2" end="2"/>
                                            </p:txEl>
                                          </p:spTgt>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ext Box 3">
            <a:extLst>
              <a:ext uri="{FF2B5EF4-FFF2-40B4-BE49-F238E27FC236}">
                <a16:creationId xmlns:a16="http://schemas.microsoft.com/office/drawing/2014/main" id="{7D62F257-AEE1-4B1A-BC5B-8BF072F2C9E2}"/>
              </a:ext>
            </a:extLst>
          </p:cNvPr>
          <p:cNvSpPr txBox="1">
            <a:spLocks noChangeArrowheads="1"/>
          </p:cNvSpPr>
          <p:nvPr/>
        </p:nvSpPr>
        <p:spPr bwMode="auto">
          <a:xfrm>
            <a:off x="647700" y="1382713"/>
            <a:ext cx="8893175" cy="461962"/>
          </a:xfrm>
          <a:prstGeom prst="rect">
            <a:avLst/>
          </a:prstGeom>
          <a:noFill/>
          <a:ln w="12700" cap="sq">
            <a:noFill/>
            <a:miter lim="800000"/>
            <a:headEnd type="none" w="sm" len="sm"/>
            <a:tailEnd type="none" w="sm" len="sm"/>
          </a:ln>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400" b="1"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对于</a:t>
            </a:r>
            <a:r>
              <a:rPr kumimoji="1" lang="en-US" altLang="zh-CN" sz="2400" b="1" i="0" u="none" strike="noStrike" kern="1200" cap="none" spc="0" normalizeH="0" baseline="0" noProof="0" dirty="0" err="1">
                <a:ln>
                  <a:noFill/>
                </a:ln>
                <a:solidFill>
                  <a:prstClr val="black"/>
                </a:solidFill>
                <a:effectLst/>
                <a:uLnTx/>
                <a:uFillTx/>
                <a:latin typeface="隶书" panose="02010509060101010101" pitchFamily="49" charset="-122"/>
                <a:ea typeface="隶书" panose="02010509060101010101" pitchFamily="49" charset="-122"/>
                <a:cs typeface="+mn-cs"/>
              </a:rPr>
              <a:t>r≤n</a:t>
            </a:r>
            <a:r>
              <a:rPr kumimoji="1" lang="zh-CN" altLang="en-US" sz="2400" b="1"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，有</a:t>
            </a:r>
            <a:r>
              <a:rPr kumimoji="1" lang="en-US" altLang="zh-CN" sz="2400" b="1" i="0" u="none" strike="noStrike" kern="1200" cap="none" spc="0" normalizeH="0" baseline="0" noProof="0" dirty="0">
                <a:ln>
                  <a:noFill/>
                </a:ln>
                <a:solidFill>
                  <a:srgbClr val="FF0000"/>
                </a:solidFill>
                <a:effectLst/>
                <a:uLnTx/>
                <a:uFillTx/>
                <a:latin typeface="隶书" panose="02010509060101010101" pitchFamily="49" charset="-122"/>
                <a:ea typeface="隶书" panose="02010509060101010101" pitchFamily="49" charset="-122"/>
                <a:cs typeface="+mn-cs"/>
              </a:rPr>
              <a:t>C(</a:t>
            </a:r>
            <a:r>
              <a:rPr kumimoji="1" lang="en-US" altLang="zh-CN" sz="2400" b="1" i="0" u="none" strike="noStrike" kern="1200" cap="none" spc="0" normalizeH="0" baseline="0" noProof="0" dirty="0" err="1">
                <a:ln>
                  <a:noFill/>
                </a:ln>
                <a:solidFill>
                  <a:srgbClr val="FF0000"/>
                </a:solidFill>
                <a:effectLst/>
                <a:uLnTx/>
                <a:uFillTx/>
                <a:latin typeface="隶书" panose="02010509060101010101" pitchFamily="49" charset="-122"/>
                <a:ea typeface="隶书" panose="02010509060101010101" pitchFamily="49" charset="-122"/>
                <a:cs typeface="+mn-cs"/>
              </a:rPr>
              <a:t>n,r</a:t>
            </a:r>
            <a:r>
              <a:rPr kumimoji="1" lang="en-US" altLang="zh-CN" sz="2400" b="1" i="0" u="none" strike="noStrike" kern="1200" cap="none" spc="0" normalizeH="0" baseline="0" noProof="0" dirty="0">
                <a:ln>
                  <a:noFill/>
                </a:ln>
                <a:solidFill>
                  <a:srgbClr val="FF0000"/>
                </a:solidFill>
                <a:effectLst/>
                <a:uLnTx/>
                <a:uFillTx/>
                <a:latin typeface="隶书" panose="02010509060101010101" pitchFamily="49" charset="-122"/>
                <a:ea typeface="隶书" panose="02010509060101010101" pitchFamily="49" charset="-122"/>
                <a:cs typeface="+mn-cs"/>
              </a:rPr>
              <a:t>)= P(</a:t>
            </a:r>
            <a:r>
              <a:rPr kumimoji="1" lang="en-US" altLang="zh-CN" sz="2400" b="1" i="0" u="none" strike="noStrike" kern="1200" cap="none" spc="0" normalizeH="0" baseline="0" noProof="0" dirty="0" err="1">
                <a:ln>
                  <a:noFill/>
                </a:ln>
                <a:solidFill>
                  <a:srgbClr val="FF0000"/>
                </a:solidFill>
                <a:effectLst/>
                <a:uLnTx/>
                <a:uFillTx/>
                <a:latin typeface="隶书" panose="02010509060101010101" pitchFamily="49" charset="-122"/>
                <a:ea typeface="隶书" panose="02010509060101010101" pitchFamily="49" charset="-122"/>
                <a:cs typeface="+mn-cs"/>
              </a:rPr>
              <a:t>n,r</a:t>
            </a:r>
            <a:r>
              <a:rPr kumimoji="1" lang="en-US" altLang="zh-CN" sz="2400" b="1" i="0" u="none" strike="noStrike" kern="1200" cap="none" spc="0" normalizeH="0" baseline="0" noProof="0" dirty="0">
                <a:ln>
                  <a:noFill/>
                </a:ln>
                <a:solidFill>
                  <a:srgbClr val="FF0000"/>
                </a:solidFill>
                <a:effectLst/>
                <a:uLnTx/>
                <a:uFillTx/>
                <a:latin typeface="隶书" panose="02010509060101010101" pitchFamily="49" charset="-122"/>
                <a:ea typeface="隶书" panose="02010509060101010101" pitchFamily="49" charset="-122"/>
                <a:cs typeface="+mn-cs"/>
              </a:rPr>
              <a:t>)/r! = n!/r!(n-r)! </a:t>
            </a:r>
            <a:r>
              <a:rPr kumimoji="1" lang="en-US" altLang="zh-CN" sz="2400" b="1"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(1.7) </a:t>
            </a:r>
          </a:p>
        </p:txBody>
      </p:sp>
      <p:sp>
        <p:nvSpPr>
          <p:cNvPr id="4100" name="Text Box 4">
            <a:extLst>
              <a:ext uri="{FF2B5EF4-FFF2-40B4-BE49-F238E27FC236}">
                <a16:creationId xmlns:a16="http://schemas.microsoft.com/office/drawing/2014/main" id="{DFCE73BC-F7F5-4536-B241-AD197360FF81}"/>
              </a:ext>
            </a:extLst>
          </p:cNvPr>
          <p:cNvSpPr txBox="1">
            <a:spLocks noChangeArrowheads="1"/>
          </p:cNvSpPr>
          <p:nvPr/>
        </p:nvSpPr>
        <p:spPr bwMode="auto">
          <a:xfrm>
            <a:off x="250825" y="2133600"/>
            <a:ext cx="8624888" cy="1014413"/>
          </a:xfrm>
          <a:prstGeom prst="rect">
            <a:avLst/>
          </a:prstGeom>
          <a:noFill/>
          <a:ln w="12700" cap="sq">
            <a:noFill/>
            <a:miter lim="800000"/>
            <a:headEnd type="none" w="sm" len="sm"/>
            <a:tailEnd type="none" w="sm" len="sm"/>
          </a:ln>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400" b="1"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证明：从</a:t>
            </a:r>
            <a:r>
              <a:rPr kumimoji="1" lang="en-US" altLang="zh-CN" sz="2400" b="1"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n</a:t>
            </a:r>
            <a:r>
              <a:rPr kumimoji="1" lang="zh-CN" altLang="en-US" sz="2400" b="1"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个不相同的元素里取</a:t>
            </a:r>
            <a:r>
              <a:rPr kumimoji="1" lang="en-US" altLang="zh-CN" sz="2400" b="1"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r</a:t>
            </a:r>
            <a:r>
              <a:rPr kumimoji="1" lang="zh-CN" altLang="en-US" sz="2400" b="1"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个元素的组合个数为</a:t>
            </a:r>
            <a:r>
              <a:rPr kumimoji="1" lang="en-US" altLang="zh-CN" sz="2400" b="1"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C(</a:t>
            </a:r>
            <a:r>
              <a:rPr kumimoji="1" lang="en-US" altLang="zh-CN" sz="2400" b="1" i="0" u="none" strike="noStrike" kern="1200" cap="none" spc="0" normalizeH="0" baseline="0" noProof="0" dirty="0" err="1">
                <a:ln>
                  <a:noFill/>
                </a:ln>
                <a:solidFill>
                  <a:prstClr val="black"/>
                </a:solidFill>
                <a:effectLst/>
                <a:uLnTx/>
                <a:uFillTx/>
                <a:latin typeface="隶书" panose="02010509060101010101" pitchFamily="49" charset="-122"/>
                <a:ea typeface="隶书" panose="02010509060101010101" pitchFamily="49" charset="-122"/>
                <a:cs typeface="+mn-cs"/>
              </a:rPr>
              <a:t>n,r</a:t>
            </a:r>
            <a:r>
              <a:rPr kumimoji="1" lang="en-US" altLang="zh-CN" sz="2400" b="1"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a:t>
            </a:r>
            <a:r>
              <a:rPr kumimoji="1" lang="zh-CN" altLang="en-US" sz="2400" b="1"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a:t>
            </a:r>
          </a:p>
          <a:p>
            <a:pPr marL="0" marR="0" lvl="0" indent="0" algn="just" defTabSz="914400" rtl="0" eaLnBrk="1" fontAlgn="base" latinLnBrk="0" hangingPunct="1">
              <a:lnSpc>
                <a:spcPct val="100000"/>
              </a:lnSpc>
              <a:spcBef>
                <a:spcPct val="5000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Courier New" pitchFamily="49" charset="0"/>
              </a:rPr>
              <a:t>而</a:t>
            </a:r>
            <a:r>
              <a:rPr kumimoji="1" lang="en-US" altLang="zh-CN" sz="24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Courier New" pitchFamily="49" charset="0"/>
              </a:rPr>
              <a:t>r</a:t>
            </a:r>
            <a:r>
              <a:rPr kumimoji="1" lang="zh-CN" altLang="en-US" sz="24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Courier New" pitchFamily="49" charset="0"/>
              </a:rPr>
              <a:t>个元素</a:t>
            </a:r>
            <a:r>
              <a:rPr kumimoji="1" lang="zh-CN" altLang="en-US" sz="24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可以组成</a:t>
            </a:r>
            <a:r>
              <a:rPr kumimoji="1" lang="en-US" altLang="zh-CN" sz="24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r!</a:t>
            </a:r>
            <a:r>
              <a:rPr kumimoji="1" lang="zh-CN" altLang="en-US" sz="24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个</a:t>
            </a:r>
            <a:r>
              <a:rPr kumimoji="1" lang="en-US" altLang="zh-CN" sz="24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r-</a:t>
            </a:r>
            <a:r>
              <a:rPr kumimoji="1" lang="zh-CN" altLang="en-US" sz="24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排列，</a:t>
            </a:r>
          </a:p>
        </p:txBody>
      </p:sp>
      <p:sp>
        <p:nvSpPr>
          <p:cNvPr id="4101" name="Text Box 5">
            <a:extLst>
              <a:ext uri="{FF2B5EF4-FFF2-40B4-BE49-F238E27FC236}">
                <a16:creationId xmlns:a16="http://schemas.microsoft.com/office/drawing/2014/main" id="{8C57F955-7191-4B2F-B0A7-E00FDB4422B2}"/>
              </a:ext>
            </a:extLst>
          </p:cNvPr>
          <p:cNvSpPr txBox="1">
            <a:spLocks noChangeArrowheads="1"/>
          </p:cNvSpPr>
          <p:nvPr/>
        </p:nvSpPr>
        <p:spPr bwMode="auto">
          <a:xfrm>
            <a:off x="381000" y="3275013"/>
            <a:ext cx="182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400" b="0" i="0" u="none" strike="noStrike" kern="120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cs typeface="+mn-cs"/>
              </a:rPr>
              <a:t>一个</a:t>
            </a:r>
            <a:r>
              <a:rPr kumimoji="1" lang="en-US" altLang="zh-CN" sz="2400" b="0" i="0" u="none" strike="noStrike" kern="120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cs typeface="+mn-cs"/>
              </a:rPr>
              <a:t>r-</a:t>
            </a:r>
            <a:r>
              <a:rPr kumimoji="1" lang="zh-CN" altLang="en-US" sz="2400" b="0" i="0" u="none" strike="noStrike" kern="1200" cap="none" spc="0" normalizeH="0" baseline="0" noProof="0">
                <a:ln>
                  <a:noFill/>
                </a:ln>
                <a:solidFill>
                  <a:srgbClr val="0000CC"/>
                </a:solidFill>
                <a:effectLst/>
                <a:uLnTx/>
                <a:uFillTx/>
                <a:latin typeface="宋体" panose="02010600030101010101" pitchFamily="2" charset="-122"/>
                <a:ea typeface="宋体" panose="02010600030101010101" pitchFamily="2" charset="-122"/>
                <a:cs typeface="+mn-cs"/>
              </a:rPr>
              <a:t>组合</a:t>
            </a:r>
            <a:r>
              <a:rPr kumimoji="1" lang="zh-CN" altLang="en-US" sz="24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 </a:t>
            </a:r>
          </a:p>
        </p:txBody>
      </p:sp>
      <p:sp>
        <p:nvSpPr>
          <p:cNvPr id="4102" name="AutoShape 6">
            <a:extLst>
              <a:ext uri="{FF2B5EF4-FFF2-40B4-BE49-F238E27FC236}">
                <a16:creationId xmlns:a16="http://schemas.microsoft.com/office/drawing/2014/main" id="{F1918696-67DF-47F8-916F-51CCE6712A67}"/>
              </a:ext>
            </a:extLst>
          </p:cNvPr>
          <p:cNvSpPr>
            <a:spLocks noChangeArrowheads="1"/>
          </p:cNvSpPr>
          <p:nvPr/>
        </p:nvSpPr>
        <p:spPr bwMode="auto">
          <a:xfrm>
            <a:off x="2209800" y="3275013"/>
            <a:ext cx="914400" cy="457200"/>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accent1"/>
          </a:solidFill>
          <a:ln w="12700" cap="sq">
            <a:solidFill>
              <a:schemeClr val="tx1"/>
            </a:solidFill>
            <a:miter lim="800000"/>
            <a:headEnd type="none" w="sm" len="sm"/>
            <a:tailEnd type="none" w="sm" len="sm"/>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4103" name="AutoShape 7">
            <a:extLst>
              <a:ext uri="{FF2B5EF4-FFF2-40B4-BE49-F238E27FC236}">
                <a16:creationId xmlns:a16="http://schemas.microsoft.com/office/drawing/2014/main" id="{F20E0E91-F6D2-447D-B881-FAF5A1CAF1B1}"/>
              </a:ext>
            </a:extLst>
          </p:cNvPr>
          <p:cNvSpPr>
            <a:spLocks noChangeArrowheads="1"/>
          </p:cNvSpPr>
          <p:nvPr/>
        </p:nvSpPr>
        <p:spPr bwMode="auto">
          <a:xfrm>
            <a:off x="3200400" y="3198813"/>
            <a:ext cx="2133600" cy="762000"/>
          </a:xfrm>
          <a:prstGeom prst="flowChartPunchedTape">
            <a:avLst/>
          </a:prstGeom>
          <a:solidFill>
            <a:srgbClr val="E2F9FE"/>
          </a:solidFill>
          <a:ln w="12700" cap="sq">
            <a:solidFill>
              <a:schemeClr val="tx1"/>
            </a:solidFill>
            <a:miter lim="800000"/>
            <a:headEnd type="none" w="sm" len="sm"/>
            <a:tailEnd type="none" w="sm" len="sm"/>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r!</a:t>
            </a:r>
            <a:r>
              <a:rPr kumimoji="1" lang="zh-CN" altLang="en-US" sz="24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个</a:t>
            </a:r>
            <a:r>
              <a:rPr kumimoji="1" lang="en-US" altLang="zh-CN" sz="24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r-</a:t>
            </a:r>
            <a:r>
              <a:rPr kumimoji="1" lang="zh-CN" altLang="en-US" sz="24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排列</a:t>
            </a:r>
            <a:r>
              <a:rPr kumimoji="1" lang="zh-CN" altLang="en-US" sz="24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 </a:t>
            </a:r>
          </a:p>
        </p:txBody>
      </p:sp>
      <p:sp>
        <p:nvSpPr>
          <p:cNvPr id="4104" name="Text Box 8">
            <a:extLst>
              <a:ext uri="{FF2B5EF4-FFF2-40B4-BE49-F238E27FC236}">
                <a16:creationId xmlns:a16="http://schemas.microsoft.com/office/drawing/2014/main" id="{7DB6B321-98F2-4386-95A6-817EAE0FC2C7}"/>
              </a:ext>
            </a:extLst>
          </p:cNvPr>
          <p:cNvSpPr txBox="1">
            <a:spLocks noChangeArrowheads="1"/>
          </p:cNvSpPr>
          <p:nvPr/>
        </p:nvSpPr>
        <p:spPr bwMode="auto">
          <a:xfrm>
            <a:off x="152400" y="4037013"/>
            <a:ext cx="3048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cs typeface="+mn-cs"/>
              </a:rPr>
              <a:t>C(n,r)</a:t>
            </a:r>
            <a:r>
              <a:rPr kumimoji="1" lang="zh-CN" altLang="en-US" sz="2400" b="0" i="0" u="none" strike="noStrike" kern="1200" cap="none" spc="0" normalizeH="0" baseline="0" noProof="0">
                <a:ln>
                  <a:noFill/>
                </a:ln>
                <a:solidFill>
                  <a:srgbClr val="0000CC"/>
                </a:solidFill>
                <a:effectLst/>
                <a:uLnTx/>
                <a:uFillTx/>
                <a:latin typeface="宋体" panose="02010600030101010101" pitchFamily="2" charset="-122"/>
                <a:ea typeface="宋体" panose="02010600030101010101" pitchFamily="2" charset="-122"/>
                <a:cs typeface="+mn-cs"/>
              </a:rPr>
              <a:t>个</a:t>
            </a:r>
            <a:r>
              <a:rPr kumimoji="1" lang="en-US" altLang="zh-CN" sz="2400" b="0" i="0" u="none" strike="noStrike" kern="120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cs typeface="+mn-cs"/>
              </a:rPr>
              <a:t>r-</a:t>
            </a:r>
            <a:r>
              <a:rPr kumimoji="1" lang="zh-CN" altLang="en-US" sz="2400" b="0" i="0" u="none" strike="noStrike" kern="1200" cap="none" spc="0" normalizeH="0" baseline="0" noProof="0">
                <a:ln>
                  <a:noFill/>
                </a:ln>
                <a:solidFill>
                  <a:srgbClr val="0000CC"/>
                </a:solidFill>
                <a:effectLst/>
                <a:uLnTx/>
                <a:uFillTx/>
                <a:latin typeface="宋体" panose="02010600030101010101" pitchFamily="2" charset="-122"/>
                <a:ea typeface="宋体" panose="02010600030101010101" pitchFamily="2" charset="-122"/>
                <a:cs typeface="+mn-cs"/>
              </a:rPr>
              <a:t>组合</a:t>
            </a:r>
            <a:r>
              <a:rPr kumimoji="1" lang="zh-CN" altLang="en-US" sz="24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 </a:t>
            </a:r>
          </a:p>
        </p:txBody>
      </p:sp>
      <p:sp>
        <p:nvSpPr>
          <p:cNvPr id="4105" name="AutoShape 9">
            <a:extLst>
              <a:ext uri="{FF2B5EF4-FFF2-40B4-BE49-F238E27FC236}">
                <a16:creationId xmlns:a16="http://schemas.microsoft.com/office/drawing/2014/main" id="{F5DFE9B8-3B4D-4632-AC9D-A58A63DD0E7D}"/>
              </a:ext>
            </a:extLst>
          </p:cNvPr>
          <p:cNvSpPr>
            <a:spLocks noChangeArrowheads="1"/>
          </p:cNvSpPr>
          <p:nvPr/>
        </p:nvSpPr>
        <p:spPr bwMode="auto">
          <a:xfrm>
            <a:off x="2195513" y="4113213"/>
            <a:ext cx="914400" cy="457200"/>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4725 h 21600"/>
              <a:gd name="T14" fmla="*/ 17423 w 21600"/>
              <a:gd name="T15" fmla="*/ 16875 h 21600"/>
            </a:gdLst>
            <a:ahLst/>
            <a:cxnLst>
              <a:cxn ang="T8">
                <a:pos x="T0" y="T1"/>
              </a:cxn>
              <a:cxn ang="T9">
                <a:pos x="T2" y="T3"/>
              </a:cxn>
              <a:cxn ang="T10">
                <a:pos x="T4" y="T5"/>
              </a:cxn>
              <a:cxn ang="T11">
                <a:pos x="T6" y="T7"/>
              </a:cxn>
            </a:cxnLst>
            <a:rect l="T12" t="T13" r="T14" b="T15"/>
            <a:pathLst>
              <a:path w="21600" h="21600">
                <a:moveTo>
                  <a:pt x="14175" y="0"/>
                </a:moveTo>
                <a:lnTo>
                  <a:pt x="14175" y="4725"/>
                </a:lnTo>
                <a:lnTo>
                  <a:pt x="3375" y="4725"/>
                </a:lnTo>
                <a:lnTo>
                  <a:pt x="3375" y="16875"/>
                </a:lnTo>
                <a:lnTo>
                  <a:pt x="14175" y="16875"/>
                </a:lnTo>
                <a:lnTo>
                  <a:pt x="14175" y="21600"/>
                </a:lnTo>
                <a:lnTo>
                  <a:pt x="21600" y="10800"/>
                </a:lnTo>
                <a:close/>
              </a:path>
              <a:path w="21600" h="21600">
                <a:moveTo>
                  <a:pt x="1350" y="4725"/>
                </a:moveTo>
                <a:lnTo>
                  <a:pt x="1350" y="16875"/>
                </a:lnTo>
                <a:lnTo>
                  <a:pt x="2700" y="16875"/>
                </a:lnTo>
                <a:lnTo>
                  <a:pt x="2700" y="4725"/>
                </a:lnTo>
                <a:close/>
              </a:path>
              <a:path w="21600" h="21600">
                <a:moveTo>
                  <a:pt x="0" y="4725"/>
                </a:moveTo>
                <a:lnTo>
                  <a:pt x="0" y="16875"/>
                </a:lnTo>
                <a:lnTo>
                  <a:pt x="675" y="16875"/>
                </a:lnTo>
                <a:lnTo>
                  <a:pt x="675" y="4725"/>
                </a:lnTo>
                <a:close/>
              </a:path>
            </a:pathLst>
          </a:custGeom>
          <a:solidFill>
            <a:schemeClr val="accent1"/>
          </a:solidFill>
          <a:ln w="12700" cap="sq">
            <a:solidFill>
              <a:schemeClr val="tx1"/>
            </a:solidFill>
            <a:miter lim="800000"/>
            <a:headEnd type="none" w="sm" len="sm"/>
            <a:tailEnd type="none" w="sm" len="sm"/>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4106" name="AutoShape 10">
            <a:extLst>
              <a:ext uri="{FF2B5EF4-FFF2-40B4-BE49-F238E27FC236}">
                <a16:creationId xmlns:a16="http://schemas.microsoft.com/office/drawing/2014/main" id="{16D894C9-7F52-4E47-B620-DA615D8C1FBE}"/>
              </a:ext>
            </a:extLst>
          </p:cNvPr>
          <p:cNvSpPr>
            <a:spLocks noChangeArrowheads="1"/>
          </p:cNvSpPr>
          <p:nvPr/>
        </p:nvSpPr>
        <p:spPr bwMode="auto">
          <a:xfrm>
            <a:off x="3276600" y="3960813"/>
            <a:ext cx="2897188" cy="763587"/>
          </a:xfrm>
          <a:prstGeom prst="flowChartPunchedTape">
            <a:avLst/>
          </a:prstGeom>
          <a:solidFill>
            <a:srgbClr val="E2F9FE"/>
          </a:solidFill>
          <a:ln w="12700" cap="sq">
            <a:solidFill>
              <a:schemeClr val="tx1"/>
            </a:solidFill>
            <a:miter lim="800000"/>
            <a:headEnd type="none" w="sm" len="sm"/>
            <a:tailEnd type="none" w="sm" len="sm"/>
          </a:ln>
        </p:spPr>
        <p:txBody>
          <a:bodyPr wrap="none" lIns="90000" tIns="46800" rIns="90000" bIns="46800"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r!C(n,r)</a:t>
            </a:r>
            <a:r>
              <a:rPr kumimoji="1" lang="zh-CN" altLang="en-US" sz="24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个</a:t>
            </a:r>
            <a:r>
              <a:rPr kumimoji="1" lang="en-US" altLang="zh-CN" sz="24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r-</a:t>
            </a:r>
            <a:r>
              <a:rPr kumimoji="1" lang="zh-CN" altLang="en-US" sz="24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排列，</a:t>
            </a:r>
            <a:r>
              <a:rPr kumimoji="1" lang="zh-CN" altLang="en-US" sz="24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 </a:t>
            </a:r>
          </a:p>
        </p:txBody>
      </p:sp>
      <p:sp>
        <p:nvSpPr>
          <p:cNvPr id="4107" name="Rectangle 11">
            <a:extLst>
              <a:ext uri="{FF2B5EF4-FFF2-40B4-BE49-F238E27FC236}">
                <a16:creationId xmlns:a16="http://schemas.microsoft.com/office/drawing/2014/main" id="{11CC3D59-FD4A-4FAB-8728-12A6B27F9F08}"/>
              </a:ext>
            </a:extLst>
          </p:cNvPr>
          <p:cNvSpPr>
            <a:spLocks noChangeArrowheads="1"/>
          </p:cNvSpPr>
          <p:nvPr/>
        </p:nvSpPr>
        <p:spPr bwMode="auto">
          <a:xfrm>
            <a:off x="152400" y="4981575"/>
            <a:ext cx="9144000" cy="463550"/>
          </a:xfrm>
          <a:prstGeom prst="rect">
            <a:avLst/>
          </a:prstGeom>
          <a:noFill/>
          <a:ln w="12700" cap="sq">
            <a:noFill/>
            <a:miter lim="800000"/>
            <a:headEnd type="none" w="sm" len="sm"/>
            <a:tailEnd type="none" w="sm" len="sm"/>
          </a:ln>
        </p:spPr>
        <p:txBody>
          <a:bodyPr lIns="90000" tIns="46800" rIns="90000" bIns="4680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这实际上就是从</a:t>
            </a:r>
            <a:r>
              <a:rPr kumimoji="1" lang="en-US" altLang="zh-CN" sz="24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n</a:t>
            </a:r>
            <a:r>
              <a:rPr kumimoji="1" lang="zh-CN" altLang="en-US" sz="24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个元素中选取</a:t>
            </a:r>
            <a:r>
              <a:rPr kumimoji="1" lang="en-US" altLang="zh-CN" sz="24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r</a:t>
            </a:r>
            <a:r>
              <a:rPr kumimoji="1" lang="zh-CN" altLang="en-US" sz="24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个元素组成的</a:t>
            </a:r>
            <a:r>
              <a:rPr kumimoji="1" lang="en-US" altLang="zh-CN" sz="24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r-</a:t>
            </a:r>
            <a:r>
              <a:rPr kumimoji="1" lang="zh-CN" altLang="en-US" sz="24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排列数</a:t>
            </a:r>
            <a:r>
              <a:rPr kumimoji="1" lang="en-US" altLang="zh-CN" sz="24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P(</a:t>
            </a:r>
            <a:r>
              <a:rPr kumimoji="1" lang="en-US" altLang="zh-CN" sz="2400" b="0" i="0" u="none" strike="noStrike" kern="1200" cap="none" spc="0" normalizeH="0" baseline="0" noProof="0" dirty="0" err="1">
                <a:ln>
                  <a:noFill/>
                </a:ln>
                <a:solidFill>
                  <a:prstClr val="black"/>
                </a:solidFill>
                <a:effectLst/>
                <a:uLnTx/>
                <a:uFillTx/>
                <a:latin typeface="隶书" panose="02010509060101010101" pitchFamily="49" charset="-122"/>
                <a:ea typeface="隶书" panose="02010509060101010101" pitchFamily="49" charset="-122"/>
                <a:cs typeface="+mn-cs"/>
              </a:rPr>
              <a:t>n,r</a:t>
            </a:r>
            <a:r>
              <a:rPr kumimoji="1" lang="en-US" altLang="zh-CN" sz="24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 )</a:t>
            </a:r>
            <a:endParaRPr kumimoji="1" lang="zh-CN" altLang="en-US" sz="24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endParaRPr>
          </a:p>
        </p:txBody>
      </p:sp>
      <p:sp>
        <p:nvSpPr>
          <p:cNvPr id="4108" name="AutoShape 12">
            <a:extLst>
              <a:ext uri="{FF2B5EF4-FFF2-40B4-BE49-F238E27FC236}">
                <a16:creationId xmlns:a16="http://schemas.microsoft.com/office/drawing/2014/main" id="{73468748-B72E-4F6D-9DB3-7BF6AC0B8BF8}"/>
              </a:ext>
            </a:extLst>
          </p:cNvPr>
          <p:cNvSpPr>
            <a:spLocks noChangeArrowheads="1"/>
          </p:cNvSpPr>
          <p:nvPr/>
        </p:nvSpPr>
        <p:spPr bwMode="auto">
          <a:xfrm>
            <a:off x="5867400" y="2667000"/>
            <a:ext cx="3276600" cy="1524000"/>
          </a:xfrm>
          <a:prstGeom prst="wedgeEllipseCallout">
            <a:avLst>
              <a:gd name="adj1" fmla="val -136046"/>
              <a:gd name="adj2" fmla="val 116773"/>
            </a:avLst>
          </a:prstGeom>
          <a:solidFill>
            <a:srgbClr val="75FF75"/>
          </a:solidFill>
          <a:ln w="12700" cap="sq">
            <a:solidFill>
              <a:schemeClr val="tx1"/>
            </a:solidFill>
            <a:miter lim="800000"/>
            <a:headEnd type="none" w="sm" len="sm"/>
            <a:tailEnd type="none" w="sm" len="sm"/>
          </a:ln>
        </p:spPr>
        <p:txBody>
          <a:bodyPr lIns="90000" tIns="46800" rIns="90000" bIns="46800"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noFill/>
                </a:ln>
                <a:solidFill>
                  <a:srgbClr val="DA10C7"/>
                </a:solidFill>
                <a:effectLst/>
                <a:uLnTx/>
                <a:uFillTx/>
                <a:latin typeface="Times New Roman" panose="02020603050405020304" pitchFamily="18" charset="0"/>
                <a:ea typeface="宋体" panose="02010600030101010101" pitchFamily="2" charset="-122"/>
                <a:cs typeface="+mn-cs"/>
              </a:rPr>
              <a:t>r!C(n,r)=P(n,r)</a:t>
            </a:r>
            <a:r>
              <a:rPr kumimoji="1" lang="zh-CN" altLang="en-US" sz="2400" b="0" i="0" u="none" strike="noStrike" kern="1200" cap="none" spc="0" normalizeH="0" baseline="0" noProof="0">
                <a:ln>
                  <a:noFill/>
                </a:ln>
                <a:solidFill>
                  <a:srgbClr val="DA10C7"/>
                </a:solidFill>
                <a:effectLst/>
                <a:uLnTx/>
                <a:uFillTx/>
                <a:latin typeface="宋体" panose="02010600030101010101" pitchFamily="2" charset="-122"/>
                <a:ea typeface="宋体" panose="02010600030101010101" pitchFamily="2" charset="-122"/>
                <a:cs typeface="+mn-cs"/>
              </a:rPr>
              <a:t>。</a:t>
            </a:r>
            <a:r>
              <a:rPr kumimoji="1" lang="zh-CN" altLang="en-US" sz="24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 </a:t>
            </a:r>
          </a:p>
        </p:txBody>
      </p:sp>
      <p:sp>
        <p:nvSpPr>
          <p:cNvPr id="4109" name="Line 13">
            <a:extLst>
              <a:ext uri="{FF2B5EF4-FFF2-40B4-BE49-F238E27FC236}">
                <a16:creationId xmlns:a16="http://schemas.microsoft.com/office/drawing/2014/main" id="{0D193335-C256-4153-8191-E9E9CC8BECE8}"/>
              </a:ext>
            </a:extLst>
          </p:cNvPr>
          <p:cNvSpPr>
            <a:spLocks noChangeShapeType="1"/>
          </p:cNvSpPr>
          <p:nvPr/>
        </p:nvSpPr>
        <p:spPr bwMode="auto">
          <a:xfrm flipH="1">
            <a:off x="5364163" y="3657600"/>
            <a:ext cx="2103437" cy="2074863"/>
          </a:xfrm>
          <a:prstGeom prst="line">
            <a:avLst/>
          </a:prstGeom>
          <a:noFill/>
          <a:ln w="57150" cap="sq">
            <a:solidFill>
              <a:srgbClr val="FF9900"/>
            </a:solidFill>
            <a:round/>
            <a:headEnd type="none" w="sm" len="sm"/>
            <a:tailEnd type="stealth" w="sm" len="sm"/>
          </a:ln>
          <a:extLst>
            <a:ext uri="{909E8E84-426E-40DD-AFC4-6F175D3DCCD1}">
              <a14:hiddenFill xmlns:a14="http://schemas.microsoft.com/office/drawing/2010/main">
                <a:noFill/>
              </a14:hiddenFill>
            </a:ext>
          </a:ex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4110" name="Text Box 14">
            <a:extLst>
              <a:ext uri="{FF2B5EF4-FFF2-40B4-BE49-F238E27FC236}">
                <a16:creationId xmlns:a16="http://schemas.microsoft.com/office/drawing/2014/main" id="{5324CFAB-36EC-4939-B9D7-4AE26C6DA98B}"/>
              </a:ext>
            </a:extLst>
          </p:cNvPr>
          <p:cNvSpPr txBox="1">
            <a:spLocks noChangeArrowheads="1"/>
          </p:cNvSpPr>
          <p:nvPr/>
        </p:nvSpPr>
        <p:spPr bwMode="auto">
          <a:xfrm>
            <a:off x="1835150" y="5732463"/>
            <a:ext cx="594360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90000" tIns="46800" rIns="90000" bIns="4680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3200" b="0" i="0"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mn-cs"/>
              </a:rPr>
              <a:t>C(n,r) = P(n,r)/r! = n!/r!(n-r)! </a:t>
            </a:r>
          </a:p>
        </p:txBody>
      </p:sp>
      <p:sp>
        <p:nvSpPr>
          <p:cNvPr id="15" name="Rectangle 2">
            <a:extLst>
              <a:ext uri="{FF2B5EF4-FFF2-40B4-BE49-F238E27FC236}">
                <a16:creationId xmlns:a16="http://schemas.microsoft.com/office/drawing/2014/main" id="{87C71417-BD8E-41FD-A47A-AE181B84CEA2}"/>
              </a:ext>
            </a:extLst>
          </p:cNvPr>
          <p:cNvSpPr txBox="1">
            <a:spLocks noChangeArrowheads="1"/>
          </p:cNvSpPr>
          <p:nvPr/>
        </p:nvSpPr>
        <p:spPr>
          <a:xfrm>
            <a:off x="468313" y="333375"/>
            <a:ext cx="2667000" cy="914400"/>
          </a:xfrm>
          <a:prstGeom prst="rect">
            <a:avLst/>
          </a:prstGeom>
        </p:spPr>
        <p:txBody>
          <a:bodyPr lIns="0" rIns="0" bIns="0" anchor="b">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5100" b="0" i="0" u="none" strike="noStrike" kern="1200" cap="none" spc="0" normalizeH="0" baseline="0" noProof="0" dirty="0">
                <a:ln>
                  <a:noFill/>
                </a:ln>
                <a:solidFill>
                  <a:srgbClr val="04617B"/>
                </a:solidFill>
                <a:effectLst/>
                <a:uLnTx/>
                <a:uFillTx/>
                <a:latin typeface="宋体" pitchFamily="2" charset="-122"/>
                <a:ea typeface="隶书" panose="02010509060101010101" pitchFamily="49" charset="-122"/>
                <a:cs typeface="+mn-cs"/>
              </a:rPr>
              <a:t>定理</a:t>
            </a:r>
            <a:r>
              <a:rPr kumimoji="0" lang="zh-CN" altLang="en-US" sz="4900" b="0" i="0" u="none" strike="noStrike" kern="1200" cap="none" spc="0" normalizeH="0" baseline="0" noProof="0" dirty="0">
                <a:ln>
                  <a:noFill/>
                </a:ln>
                <a:solidFill>
                  <a:srgbClr val="04617B"/>
                </a:solidFill>
                <a:effectLst/>
                <a:uLnTx/>
                <a:uFillTx/>
                <a:latin typeface="Calibri"/>
                <a:ea typeface="隶书" panose="02010509060101010101" pitchFamily="49" charset="-122"/>
                <a:cs typeface="+mn-cs"/>
              </a:rPr>
              <a:t>1</a:t>
            </a:r>
            <a:r>
              <a:rPr kumimoji="0" lang="en-US" altLang="zh-CN" sz="4900" b="0" i="0" u="none" strike="noStrike" kern="1200" cap="none" spc="0" normalizeH="0" baseline="0" noProof="0" dirty="0">
                <a:ln>
                  <a:noFill/>
                </a:ln>
                <a:solidFill>
                  <a:srgbClr val="04617B"/>
                </a:solidFill>
                <a:effectLst/>
                <a:uLnTx/>
                <a:uFillTx/>
                <a:latin typeface="Calibri"/>
                <a:ea typeface="隶书" panose="02010509060101010101" pitchFamily="49" charset="-122"/>
                <a:cs typeface="+mn-cs"/>
              </a:rPr>
              <a:t>.5</a:t>
            </a:r>
            <a:r>
              <a:rPr kumimoji="0" lang="zh-CN" altLang="en-US" sz="5100" b="0" i="0" u="none" strike="noStrike" kern="1200" cap="none" spc="0" normalizeH="0" baseline="0" noProof="0" dirty="0">
                <a:ln>
                  <a:noFill/>
                </a:ln>
                <a:solidFill>
                  <a:srgbClr val="04617B"/>
                </a:solidFill>
                <a:effectLst/>
                <a:uLnTx/>
                <a:uFillTx/>
                <a:latin typeface="宋体" pitchFamily="2" charset="-122"/>
                <a:ea typeface="隶书" panose="02010509060101010101" pitchFamily="49" charset="-122"/>
                <a:cs typeface="+mn-cs"/>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4" presetClass="entr" presetSubtype="0" fill="hold" grpId="0" nodeType="clickEffect">
                                  <p:stCondLst>
                                    <p:cond delay="0"/>
                                  </p:stCondLst>
                                  <p:childTnLst>
                                    <p:set>
                                      <p:cBhvr>
                                        <p:cTn id="6" dur="1" fill="hold">
                                          <p:stCondLst>
                                            <p:cond delay="499"/>
                                          </p:stCondLst>
                                        </p:cTn>
                                        <p:tgtEl>
                                          <p:spTgt spid="4099"/>
                                        </p:tgtEl>
                                        <p:attrNameLst>
                                          <p:attrName>style.visibility</p:attrName>
                                        </p:attrNameLst>
                                      </p:cBhvr>
                                      <p:to>
                                        <p:strVal val="visible"/>
                                      </p:to>
                                    </p:set>
                                    <p:anim to="" calcmode="lin" valueType="num">
                                      <p:cBhvr>
                                        <p:cTn id="7" dur="1" fill="hold"/>
                                        <p:tgtEl>
                                          <p:spTgt spid="4099"/>
                                        </p:tgtEl>
                                        <p:attrNameLst>
                                          <p:attrName/>
                                        </p:attrNameLst>
                                      </p:cBhvr>
                                    </p:anim>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4100"/>
                                        </p:tgtEl>
                                        <p:attrNameLst>
                                          <p:attrName>style.visibility</p:attrName>
                                        </p:attrNameLst>
                                      </p:cBhvr>
                                      <p:to>
                                        <p:strVal val="visible"/>
                                      </p:to>
                                    </p:set>
                                    <p:animEffect transition="in" filter="barn(inHorizontal)">
                                      <p:cBhvr>
                                        <p:cTn id="12" dur="500"/>
                                        <p:tgtEl>
                                          <p:spTgt spid="410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4101"/>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4102"/>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4103"/>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4104"/>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499"/>
                                          </p:stCondLst>
                                        </p:cTn>
                                        <p:tgtEl>
                                          <p:spTgt spid="4105"/>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499"/>
                                          </p:stCondLst>
                                        </p:cTn>
                                        <p:tgtEl>
                                          <p:spTgt spid="4106"/>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2" presetClass="entr" presetSubtype="4" fill="hold" grpId="0" nodeType="clickEffect">
                                  <p:stCondLst>
                                    <p:cond delay="0"/>
                                  </p:stCondLst>
                                  <p:childTnLst>
                                    <p:set>
                                      <p:cBhvr>
                                        <p:cTn id="40" dur="1" fill="hold">
                                          <p:stCondLst>
                                            <p:cond delay="0"/>
                                          </p:stCondLst>
                                        </p:cTn>
                                        <p:tgtEl>
                                          <p:spTgt spid="4107"/>
                                        </p:tgtEl>
                                        <p:attrNameLst>
                                          <p:attrName>style.visibility</p:attrName>
                                        </p:attrNameLst>
                                      </p:cBhvr>
                                      <p:to>
                                        <p:strVal val="visible"/>
                                      </p:to>
                                    </p:set>
                                    <p:animEffect transition="in" filter="slide(fromBottom)">
                                      <p:cBhvr>
                                        <p:cTn id="41" dur="500"/>
                                        <p:tgtEl>
                                          <p:spTgt spid="4107"/>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 presetClass="entr" presetSubtype="0" fill="hold" grpId="0" nodeType="clickEffect">
                                  <p:stCondLst>
                                    <p:cond delay="0"/>
                                  </p:stCondLst>
                                  <p:childTnLst>
                                    <p:set>
                                      <p:cBhvr>
                                        <p:cTn id="45" dur="1" fill="hold">
                                          <p:stCondLst>
                                            <p:cond delay="499"/>
                                          </p:stCondLst>
                                        </p:cTn>
                                        <p:tgtEl>
                                          <p:spTgt spid="4108"/>
                                        </p:tgtEl>
                                        <p:attrNameLst>
                                          <p:attrName>style.visibility</p:attrName>
                                        </p:attrNameLst>
                                      </p:cBhvr>
                                      <p:to>
                                        <p:strVal val="visible"/>
                                      </p:to>
                                    </p:set>
                                  </p:childTnLst>
                                </p:cTn>
                              </p:par>
                            </p:childTnLst>
                          </p:cTn>
                        </p:par>
                      </p:childTnLst>
                    </p:cTn>
                  </p:par>
                  <p:par>
                    <p:cTn id="46" fill="hold" nodeType="clickPar">
                      <p:stCondLst>
                        <p:cond delay="indefinite"/>
                      </p:stCondLst>
                      <p:childTnLst>
                        <p:par>
                          <p:cTn id="47" fill="hold" nodeType="withGroup">
                            <p:stCondLst>
                              <p:cond delay="0"/>
                            </p:stCondLst>
                            <p:childTnLst>
                              <p:par>
                                <p:cTn id="48" presetID="1" presetClass="entr" presetSubtype="0" fill="hold" nodeType="clickEffect">
                                  <p:stCondLst>
                                    <p:cond delay="0"/>
                                  </p:stCondLst>
                                  <p:childTnLst>
                                    <p:set>
                                      <p:cBhvr>
                                        <p:cTn id="49" dur="1" fill="hold">
                                          <p:stCondLst>
                                            <p:cond delay="499"/>
                                          </p:stCondLst>
                                        </p:cTn>
                                        <p:tgtEl>
                                          <p:spTgt spid="4109"/>
                                        </p:tgtEl>
                                        <p:attrNameLst>
                                          <p:attrName>style.visibility</p:attrName>
                                        </p:attrNameLst>
                                      </p:cBhvr>
                                      <p:to>
                                        <p:strVal val="visible"/>
                                      </p:to>
                                    </p:set>
                                  </p:childTnLst>
                                </p:cTn>
                              </p:par>
                            </p:childTnLst>
                          </p:cTn>
                        </p:par>
                      </p:childTnLst>
                    </p:cTn>
                  </p:par>
                  <p:par>
                    <p:cTn id="50" fill="hold" nodeType="clickPar">
                      <p:stCondLst>
                        <p:cond delay="indefinite"/>
                      </p:stCondLst>
                      <p:childTnLst>
                        <p:par>
                          <p:cTn id="51" fill="hold" nodeType="withGroup">
                            <p:stCondLst>
                              <p:cond delay="0"/>
                            </p:stCondLst>
                            <p:childTnLst>
                              <p:par>
                                <p:cTn id="52" presetID="14" presetClass="entr" presetSubtype="10" fill="hold" grpId="0" nodeType="clickEffect">
                                  <p:stCondLst>
                                    <p:cond delay="0"/>
                                  </p:stCondLst>
                                  <p:childTnLst>
                                    <p:set>
                                      <p:cBhvr>
                                        <p:cTn id="53" dur="1" fill="hold">
                                          <p:stCondLst>
                                            <p:cond delay="0"/>
                                          </p:stCondLst>
                                        </p:cTn>
                                        <p:tgtEl>
                                          <p:spTgt spid="4110"/>
                                        </p:tgtEl>
                                        <p:attrNameLst>
                                          <p:attrName>style.visibility</p:attrName>
                                        </p:attrNameLst>
                                      </p:cBhvr>
                                      <p:to>
                                        <p:strVal val="visible"/>
                                      </p:to>
                                    </p:set>
                                    <p:animEffect transition="in" filter="randombar(horizontal)">
                                      <p:cBhvr>
                                        <p:cTn id="54" dur="500"/>
                                        <p:tgtEl>
                                          <p:spTgt spid="41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autoUpdateAnimBg="0"/>
      <p:bldP spid="4100" grpId="0" autoUpdateAnimBg="0"/>
      <p:bldP spid="4101" grpId="0" autoUpdateAnimBg="0"/>
      <p:bldP spid="4102" grpId="0" animBg="1"/>
      <p:bldP spid="4103" grpId="0" animBg="1" autoUpdateAnimBg="0"/>
      <p:bldP spid="4104" grpId="0" autoUpdateAnimBg="0"/>
      <p:bldP spid="4105" grpId="0" animBg="1"/>
      <p:bldP spid="4106" grpId="0" animBg="1" autoUpdateAnimBg="0"/>
      <p:bldP spid="4107" grpId="0" autoUpdateAnimBg="0"/>
      <p:bldP spid="4108" grpId="0" animBg="1" autoUpdateAnimBg="0"/>
      <p:bldP spid="4110" grpId="0"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C9B64B2F-3848-4E81-8FCF-98BA91A27C27}"/>
              </a:ext>
            </a:extLst>
          </p:cNvPr>
          <p:cNvSpPr>
            <a:spLocks noGrp="1" noChangeArrowheads="1"/>
          </p:cNvSpPr>
          <p:nvPr>
            <p:ph type="title"/>
          </p:nvPr>
        </p:nvSpPr>
        <p:spPr>
          <a:xfrm>
            <a:off x="755650" y="692150"/>
            <a:ext cx="7543800" cy="1143000"/>
          </a:xfrm>
        </p:spPr>
        <p:txBody>
          <a:bodyPr>
            <a:normAutofit/>
          </a:bodyPr>
          <a:lstStyle/>
          <a:p>
            <a:pPr algn="ctr" eaLnBrk="1" fontAlgn="auto" hangingPunct="1">
              <a:spcAft>
                <a:spcPts val="0"/>
              </a:spcAft>
              <a:defRPr/>
            </a:pPr>
            <a:r>
              <a:rPr lang="en-US" altLang="zh-CN" sz="3200" b="1" dirty="0">
                <a:solidFill>
                  <a:schemeClr val="tx1"/>
                </a:solidFill>
                <a:latin typeface="+mj-ea"/>
              </a:rPr>
              <a:t>C(</a:t>
            </a:r>
            <a:r>
              <a:rPr lang="en-US" altLang="zh-CN" sz="3200" b="1" dirty="0" err="1">
                <a:solidFill>
                  <a:schemeClr val="tx1"/>
                </a:solidFill>
                <a:latin typeface="+mj-ea"/>
              </a:rPr>
              <a:t>n,r</a:t>
            </a:r>
            <a:r>
              <a:rPr lang="en-US" altLang="zh-CN" sz="3200" b="1" dirty="0">
                <a:solidFill>
                  <a:schemeClr val="tx1"/>
                </a:solidFill>
                <a:latin typeface="+mj-ea"/>
              </a:rPr>
              <a:t>)=C(</a:t>
            </a:r>
            <a:r>
              <a:rPr lang="en-US" altLang="zh-CN" sz="3200" b="1" dirty="0" err="1">
                <a:solidFill>
                  <a:schemeClr val="tx1"/>
                </a:solidFill>
                <a:latin typeface="+mj-ea"/>
              </a:rPr>
              <a:t>n,n</a:t>
            </a:r>
            <a:r>
              <a:rPr lang="en-US" altLang="zh-CN" sz="3200" b="1" dirty="0">
                <a:solidFill>
                  <a:schemeClr val="tx1"/>
                </a:solidFill>
                <a:latin typeface="+mj-ea"/>
              </a:rPr>
              <a:t>-r)       (1.8) </a:t>
            </a:r>
          </a:p>
        </p:txBody>
      </p:sp>
      <p:sp>
        <p:nvSpPr>
          <p:cNvPr id="5123" name="Rectangle 3">
            <a:extLst>
              <a:ext uri="{FF2B5EF4-FFF2-40B4-BE49-F238E27FC236}">
                <a16:creationId xmlns:a16="http://schemas.microsoft.com/office/drawing/2014/main" id="{2498A26C-86DD-41CB-9476-F1331F2DB9B4}"/>
              </a:ext>
            </a:extLst>
          </p:cNvPr>
          <p:cNvSpPr>
            <a:spLocks noGrp="1" noChangeArrowheads="1"/>
          </p:cNvSpPr>
          <p:nvPr>
            <p:ph idx="1"/>
          </p:nvPr>
        </p:nvSpPr>
        <p:spPr>
          <a:xfrm>
            <a:off x="250825" y="1989138"/>
            <a:ext cx="8382000" cy="4154487"/>
          </a:xfrm>
        </p:spPr>
        <p:txBody>
          <a:bodyPr>
            <a:normAutofit fontScale="55000" lnSpcReduction="20000"/>
          </a:bodyPr>
          <a:lstStyle/>
          <a:p>
            <a:pPr marL="274320" indent="-274320" eaLnBrk="1" fontAlgn="auto" hangingPunct="1">
              <a:lnSpc>
                <a:spcPct val="90000"/>
              </a:lnSpc>
              <a:spcAft>
                <a:spcPts val="0"/>
              </a:spcAft>
              <a:buClr>
                <a:schemeClr val="accent3"/>
              </a:buClr>
              <a:buFont typeface="Wingdings 2"/>
              <a:buNone/>
              <a:defRPr/>
            </a:pPr>
            <a:r>
              <a:rPr lang="zh-CN" altLang="en-US" sz="4500" b="1" dirty="0">
                <a:solidFill>
                  <a:schemeClr val="bg2">
                    <a:lumMod val="50000"/>
                  </a:schemeClr>
                </a:solidFill>
              </a:rPr>
              <a:t>证明：</a:t>
            </a:r>
            <a:endParaRPr lang="en-US" altLang="zh-CN" sz="4500" b="1" dirty="0">
              <a:solidFill>
                <a:schemeClr val="bg2">
                  <a:lumMod val="50000"/>
                </a:schemeClr>
              </a:solidFill>
            </a:endParaRPr>
          </a:p>
          <a:p>
            <a:pPr marL="274320" indent="-274320" eaLnBrk="1" fontAlgn="auto" hangingPunct="1">
              <a:lnSpc>
                <a:spcPct val="120000"/>
              </a:lnSpc>
              <a:spcAft>
                <a:spcPts val="0"/>
              </a:spcAft>
              <a:buClr>
                <a:schemeClr val="accent3"/>
              </a:buClr>
              <a:buFont typeface="Wingdings 2"/>
              <a:buChar char=""/>
              <a:defRPr/>
            </a:pPr>
            <a:r>
              <a:rPr lang="zh-CN" altLang="en-US" sz="5100" b="1" dirty="0">
                <a:latin typeface="+mj-ea"/>
                <a:ea typeface="+mj-ea"/>
              </a:rPr>
              <a:t>事实上，从</a:t>
            </a:r>
            <a:r>
              <a:rPr lang="en-US" altLang="zh-CN" sz="5100" b="1" dirty="0">
                <a:latin typeface="+mj-ea"/>
                <a:ea typeface="+mj-ea"/>
              </a:rPr>
              <a:t>n</a:t>
            </a:r>
            <a:r>
              <a:rPr lang="zh-CN" altLang="en-US" sz="5100" b="1" dirty="0">
                <a:latin typeface="+mj-ea"/>
                <a:ea typeface="+mj-ea"/>
              </a:rPr>
              <a:t>个不同的元素中选出</a:t>
            </a:r>
            <a:r>
              <a:rPr lang="en-US" altLang="zh-CN" sz="5100" b="1" dirty="0">
                <a:latin typeface="+mj-ea"/>
                <a:ea typeface="+mj-ea"/>
              </a:rPr>
              <a:t>r</a:t>
            </a:r>
            <a:r>
              <a:rPr lang="zh-CN" altLang="en-US" sz="5100" b="1" dirty="0">
                <a:latin typeface="+mj-ea"/>
                <a:ea typeface="+mj-ea"/>
              </a:rPr>
              <a:t>个元素，就有</a:t>
            </a:r>
            <a:r>
              <a:rPr lang="en-US" altLang="zh-CN" sz="5100" b="1" dirty="0">
                <a:latin typeface="+mj-ea"/>
                <a:ea typeface="+mj-ea"/>
              </a:rPr>
              <a:t>n-r</a:t>
            </a:r>
            <a:r>
              <a:rPr lang="zh-CN" altLang="en-US" sz="5100" b="1" dirty="0">
                <a:latin typeface="+mj-ea"/>
                <a:ea typeface="+mj-ea"/>
              </a:rPr>
              <a:t>个元素没有被选出。因此选出</a:t>
            </a:r>
            <a:r>
              <a:rPr lang="en-US" altLang="zh-CN" sz="5100" b="1" dirty="0">
                <a:latin typeface="+mj-ea"/>
                <a:ea typeface="+mj-ea"/>
              </a:rPr>
              <a:t>r</a:t>
            </a:r>
            <a:r>
              <a:rPr lang="zh-CN" altLang="en-US" sz="5100" b="1" dirty="0">
                <a:latin typeface="+mj-ea"/>
                <a:ea typeface="+mj-ea"/>
              </a:rPr>
              <a:t>个元素的方式数等于选出</a:t>
            </a:r>
            <a:r>
              <a:rPr lang="en-US" altLang="zh-CN" sz="5100" b="1" dirty="0">
                <a:latin typeface="+mj-ea"/>
                <a:ea typeface="+mj-ea"/>
              </a:rPr>
              <a:t>n-r</a:t>
            </a:r>
            <a:r>
              <a:rPr lang="zh-CN" altLang="en-US" sz="5100" b="1" dirty="0">
                <a:latin typeface="+mj-ea"/>
                <a:ea typeface="+mj-ea"/>
              </a:rPr>
              <a:t>个元素的方式数，即</a:t>
            </a:r>
            <a:r>
              <a:rPr lang="en-US" altLang="zh-CN" sz="5100" b="1" dirty="0">
                <a:solidFill>
                  <a:srgbClr val="FF0000"/>
                </a:solidFill>
                <a:latin typeface="+mj-ea"/>
                <a:ea typeface="+mj-ea"/>
              </a:rPr>
              <a:t>C(</a:t>
            </a:r>
            <a:r>
              <a:rPr lang="en-US" altLang="zh-CN" sz="5100" b="1" dirty="0" err="1">
                <a:solidFill>
                  <a:srgbClr val="FF0000"/>
                </a:solidFill>
                <a:latin typeface="+mj-ea"/>
                <a:ea typeface="+mj-ea"/>
              </a:rPr>
              <a:t>n,r</a:t>
            </a:r>
            <a:r>
              <a:rPr lang="en-US" altLang="zh-CN" sz="5100" b="1" dirty="0">
                <a:solidFill>
                  <a:srgbClr val="FF0000"/>
                </a:solidFill>
                <a:latin typeface="+mj-ea"/>
                <a:ea typeface="+mj-ea"/>
              </a:rPr>
              <a:t>)=C(</a:t>
            </a:r>
            <a:r>
              <a:rPr lang="en-US" altLang="zh-CN" sz="5100" b="1" dirty="0" err="1">
                <a:solidFill>
                  <a:srgbClr val="FF0000"/>
                </a:solidFill>
                <a:latin typeface="+mj-ea"/>
                <a:ea typeface="+mj-ea"/>
              </a:rPr>
              <a:t>n,n</a:t>
            </a:r>
            <a:r>
              <a:rPr lang="en-US" altLang="zh-CN" sz="5100" b="1" dirty="0">
                <a:solidFill>
                  <a:srgbClr val="FF0000"/>
                </a:solidFill>
                <a:latin typeface="+mj-ea"/>
                <a:ea typeface="+mj-ea"/>
              </a:rPr>
              <a:t>-r)</a:t>
            </a:r>
            <a:r>
              <a:rPr lang="zh-CN" altLang="en-US" sz="5100" b="1" dirty="0">
                <a:latin typeface="+mj-ea"/>
                <a:ea typeface="+mj-ea"/>
              </a:rPr>
              <a:t>，证毕。</a:t>
            </a:r>
          </a:p>
          <a:p>
            <a:pPr marL="274320" indent="-274320" eaLnBrk="1" fontAlgn="auto" hangingPunct="1">
              <a:lnSpc>
                <a:spcPct val="120000"/>
              </a:lnSpc>
              <a:spcAft>
                <a:spcPts val="0"/>
              </a:spcAft>
              <a:buClr>
                <a:schemeClr val="accent3"/>
              </a:buClr>
              <a:buFont typeface="Wingdings 2"/>
              <a:buChar char=""/>
              <a:defRPr/>
            </a:pPr>
            <a:r>
              <a:rPr lang="zh-CN" altLang="en-US" sz="5100" b="1" dirty="0">
                <a:latin typeface="+mj-ea"/>
                <a:ea typeface="+mj-ea"/>
              </a:rPr>
              <a:t>另外：式</a:t>
            </a:r>
            <a:r>
              <a:rPr lang="en-US" altLang="zh-CN" sz="5100" b="1" dirty="0">
                <a:latin typeface="+mj-ea"/>
                <a:ea typeface="+mj-ea"/>
              </a:rPr>
              <a:t>(1.8)</a:t>
            </a:r>
            <a:r>
              <a:rPr lang="zh-CN" altLang="en-US" sz="5100" b="1" dirty="0">
                <a:latin typeface="+mj-ea"/>
                <a:ea typeface="+mj-ea"/>
              </a:rPr>
              <a:t>的证明也可由公式</a:t>
            </a:r>
            <a:r>
              <a:rPr lang="en-US" altLang="zh-CN" sz="5100" b="1" dirty="0">
                <a:latin typeface="+mj-ea"/>
                <a:ea typeface="+mj-ea"/>
              </a:rPr>
              <a:t>(1-7)</a:t>
            </a:r>
            <a:r>
              <a:rPr lang="zh-CN" altLang="en-US" sz="5100" b="1" dirty="0">
                <a:latin typeface="+mj-ea"/>
                <a:ea typeface="+mj-ea"/>
              </a:rPr>
              <a:t>得出，事实上</a:t>
            </a:r>
          </a:p>
          <a:p>
            <a:pPr marL="274320" indent="-274320" algn="just" eaLnBrk="1" fontAlgn="auto" hangingPunct="1">
              <a:lnSpc>
                <a:spcPct val="90000"/>
              </a:lnSpc>
              <a:spcAft>
                <a:spcPts val="0"/>
              </a:spcAft>
              <a:buClr>
                <a:schemeClr val="accent3"/>
              </a:buClr>
              <a:buFontTx/>
              <a:buNone/>
              <a:defRPr/>
            </a:pPr>
            <a:r>
              <a:rPr lang="zh-CN" altLang="en-US" sz="4500" b="1" dirty="0">
                <a:latin typeface="+mj-ea"/>
                <a:ea typeface="+mj-ea"/>
              </a:rPr>
              <a:t>       </a:t>
            </a:r>
            <a:r>
              <a:rPr lang="en-US" altLang="zh-CN" sz="4500" b="1" dirty="0">
                <a:latin typeface="+mj-ea"/>
                <a:ea typeface="+mj-ea"/>
              </a:rPr>
              <a:t>C(</a:t>
            </a:r>
            <a:r>
              <a:rPr lang="en-US" altLang="zh-CN" sz="4500" b="1" dirty="0" err="1">
                <a:latin typeface="+mj-ea"/>
                <a:ea typeface="+mj-ea"/>
              </a:rPr>
              <a:t>n,n</a:t>
            </a:r>
            <a:r>
              <a:rPr lang="en-US" altLang="zh-CN" sz="4500" b="1" dirty="0">
                <a:latin typeface="+mj-ea"/>
                <a:ea typeface="+mj-ea"/>
              </a:rPr>
              <a:t>-r)= n!/(n-r)!(n-(n-r))!</a:t>
            </a:r>
          </a:p>
          <a:p>
            <a:pPr marL="274320" indent="-274320" algn="just" eaLnBrk="1" fontAlgn="auto" hangingPunct="1">
              <a:lnSpc>
                <a:spcPct val="90000"/>
              </a:lnSpc>
              <a:spcAft>
                <a:spcPts val="0"/>
              </a:spcAft>
              <a:buClr>
                <a:schemeClr val="accent3"/>
              </a:buClr>
              <a:buFontTx/>
              <a:buNone/>
              <a:defRPr/>
            </a:pPr>
            <a:r>
              <a:rPr lang="en-US" altLang="zh-CN" sz="4500" b="1" dirty="0">
                <a:latin typeface="+mj-ea"/>
                <a:ea typeface="+mj-ea"/>
              </a:rPr>
              <a:t>                 = n!/(n-r)!r! </a:t>
            </a:r>
          </a:p>
          <a:p>
            <a:pPr marL="274320" indent="-274320" algn="just" eaLnBrk="1" fontAlgn="auto" hangingPunct="1">
              <a:lnSpc>
                <a:spcPct val="90000"/>
              </a:lnSpc>
              <a:spcAft>
                <a:spcPts val="0"/>
              </a:spcAft>
              <a:buClr>
                <a:schemeClr val="accent3"/>
              </a:buClr>
              <a:buFontTx/>
              <a:buNone/>
              <a:defRPr/>
            </a:pPr>
            <a:r>
              <a:rPr lang="en-US" altLang="zh-CN" sz="4500" b="1" dirty="0">
                <a:latin typeface="+mj-ea"/>
                <a:ea typeface="+mj-ea"/>
              </a:rPr>
              <a:t>                 =C(</a:t>
            </a:r>
            <a:r>
              <a:rPr lang="en-US" altLang="zh-CN" sz="4500" b="1" dirty="0" err="1">
                <a:latin typeface="+mj-ea"/>
                <a:ea typeface="+mj-ea"/>
              </a:rPr>
              <a:t>n,r</a:t>
            </a:r>
            <a:r>
              <a:rPr lang="en-US" altLang="zh-CN" sz="4500" b="1" dirty="0">
                <a:latin typeface="+mj-ea"/>
                <a:ea typeface="+mj-ea"/>
              </a:rPr>
              <a:t>)</a:t>
            </a:r>
          </a:p>
          <a:p>
            <a:pPr marL="274320" indent="-274320" algn="just" eaLnBrk="1" fontAlgn="auto" hangingPunct="1">
              <a:lnSpc>
                <a:spcPct val="90000"/>
              </a:lnSpc>
              <a:spcAft>
                <a:spcPts val="0"/>
              </a:spcAft>
              <a:buClr>
                <a:schemeClr val="accent3"/>
              </a:buClr>
              <a:buFontTx/>
              <a:buNone/>
              <a:defRPr/>
            </a:pPr>
            <a:endParaRPr lang="en-US" altLang="zh-CN" sz="3000" b="1" dirty="0">
              <a:solidFill>
                <a:srgbClr val="0066FF"/>
              </a:solidFill>
            </a:endParaRPr>
          </a:p>
          <a:p>
            <a:pPr marL="274320" indent="-274320" algn="just" eaLnBrk="1" fontAlgn="auto" hangingPunct="1">
              <a:lnSpc>
                <a:spcPct val="90000"/>
              </a:lnSpc>
              <a:spcAft>
                <a:spcPts val="0"/>
              </a:spcAft>
              <a:buClr>
                <a:schemeClr val="accent3"/>
              </a:buClr>
              <a:buFontTx/>
              <a:buNone/>
              <a:defRPr/>
            </a:pPr>
            <a:endParaRPr lang="en-US" altLang="zh-CN" sz="2800" b="1" dirty="0"/>
          </a:p>
        </p:txBody>
      </p:sp>
      <p:sp>
        <p:nvSpPr>
          <p:cNvPr id="4" name="Rectangle 2">
            <a:extLst>
              <a:ext uri="{FF2B5EF4-FFF2-40B4-BE49-F238E27FC236}">
                <a16:creationId xmlns:a16="http://schemas.microsoft.com/office/drawing/2014/main" id="{FD063349-B8E6-46F5-B961-6C4F0C19F951}"/>
              </a:ext>
            </a:extLst>
          </p:cNvPr>
          <p:cNvSpPr txBox="1">
            <a:spLocks noChangeArrowheads="1"/>
          </p:cNvSpPr>
          <p:nvPr/>
        </p:nvSpPr>
        <p:spPr>
          <a:xfrm>
            <a:off x="468313" y="333375"/>
            <a:ext cx="2667000" cy="914400"/>
          </a:xfrm>
          <a:prstGeom prst="rect">
            <a:avLst/>
          </a:prstGeom>
        </p:spPr>
        <p:txBody>
          <a:bodyPr lIns="0" rIns="0" bIns="0" anchor="b">
            <a:normAutofit/>
          </a:bodyPr>
          <a:lstStyle/>
          <a:p>
            <a:pPr fontAlgn="auto">
              <a:spcAft>
                <a:spcPts val="0"/>
              </a:spcAft>
              <a:defRPr/>
            </a:pPr>
            <a:r>
              <a:rPr kumimoji="0" lang="zh-CN" altLang="en-US" sz="4900" dirty="0">
                <a:solidFill>
                  <a:schemeClr val="tx2"/>
                </a:solidFill>
                <a:latin typeface="+mj-lt"/>
                <a:ea typeface="+mj-ea"/>
                <a:cs typeface="+mj-cs"/>
              </a:rPr>
              <a:t>推论</a:t>
            </a:r>
            <a:r>
              <a:rPr kumimoji="0" lang="en-US" altLang="zh-CN" sz="4900" dirty="0">
                <a:solidFill>
                  <a:schemeClr val="tx2"/>
                </a:solidFill>
                <a:latin typeface="+mj-lt"/>
                <a:ea typeface="+mj-ea"/>
                <a:cs typeface="+mj-cs"/>
              </a:rPr>
              <a:t>1</a:t>
            </a:r>
            <a:r>
              <a:rPr kumimoji="0" lang="zh-CN" altLang="en-US" sz="5100" dirty="0">
                <a:solidFill>
                  <a:schemeClr val="tx2"/>
                </a:solidFill>
                <a:latin typeface="宋体" pitchFamily="2" charset="-122"/>
                <a:ea typeface="+mj-ea"/>
                <a:cs typeface="+mj-cs"/>
              </a:rPr>
              <a:t>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animEffect transition="in" filter="blinds(horizontal)">
                                      <p:cBhvr>
                                        <p:cTn id="7" dur="500"/>
                                        <p:tgtEl>
                                          <p:spTgt spid="51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123">
                                            <p:txEl>
                                              <p:pRg st="0" end="0"/>
                                            </p:txEl>
                                          </p:spTgt>
                                        </p:tgtEl>
                                        <p:attrNameLst>
                                          <p:attrName>style.visibility</p:attrName>
                                        </p:attrNameLst>
                                      </p:cBhvr>
                                      <p:to>
                                        <p:strVal val="visible"/>
                                      </p:to>
                                    </p:set>
                                    <p:animEffect transition="in" filter="blinds(horizontal)">
                                      <p:cBhvr>
                                        <p:cTn id="12" dur="500"/>
                                        <p:tgtEl>
                                          <p:spTgt spid="512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123">
                                            <p:txEl>
                                              <p:pRg st="1" end="1"/>
                                            </p:txEl>
                                          </p:spTgt>
                                        </p:tgtEl>
                                        <p:attrNameLst>
                                          <p:attrName>style.visibility</p:attrName>
                                        </p:attrNameLst>
                                      </p:cBhvr>
                                      <p:to>
                                        <p:strVal val="visible"/>
                                      </p:to>
                                    </p:set>
                                    <p:animEffect transition="in" filter="blinds(horizontal)">
                                      <p:cBhvr>
                                        <p:cTn id="17" dur="500"/>
                                        <p:tgtEl>
                                          <p:spTgt spid="5123">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123">
                                            <p:txEl>
                                              <p:pRg st="2" end="2"/>
                                            </p:txEl>
                                          </p:spTgt>
                                        </p:tgtEl>
                                        <p:attrNameLst>
                                          <p:attrName>style.visibility</p:attrName>
                                        </p:attrNameLst>
                                      </p:cBhvr>
                                      <p:to>
                                        <p:strVal val="visible"/>
                                      </p:to>
                                    </p:set>
                                    <p:animEffect transition="in" filter="blinds(horizontal)">
                                      <p:cBhvr>
                                        <p:cTn id="22" dur="500"/>
                                        <p:tgtEl>
                                          <p:spTgt spid="5123">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5123">
                                            <p:txEl>
                                              <p:pRg st="3" end="3"/>
                                            </p:txEl>
                                          </p:spTgt>
                                        </p:tgtEl>
                                        <p:attrNameLst>
                                          <p:attrName>style.visibility</p:attrName>
                                        </p:attrNameLst>
                                      </p:cBhvr>
                                      <p:to>
                                        <p:strVal val="visible"/>
                                      </p:to>
                                    </p:set>
                                    <p:animEffect transition="in" filter="blinds(horizontal)">
                                      <p:cBhvr>
                                        <p:cTn id="27" dur="500"/>
                                        <p:tgtEl>
                                          <p:spTgt spid="5123">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5123">
                                            <p:txEl>
                                              <p:pRg st="4" end="4"/>
                                            </p:txEl>
                                          </p:spTgt>
                                        </p:tgtEl>
                                        <p:attrNameLst>
                                          <p:attrName>style.visibility</p:attrName>
                                        </p:attrNameLst>
                                      </p:cBhvr>
                                      <p:to>
                                        <p:strVal val="visible"/>
                                      </p:to>
                                    </p:set>
                                    <p:animEffect transition="in" filter="blinds(horizontal)">
                                      <p:cBhvr>
                                        <p:cTn id="32" dur="500"/>
                                        <p:tgtEl>
                                          <p:spTgt spid="5123">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5123">
                                            <p:txEl>
                                              <p:pRg st="5" end="5"/>
                                            </p:txEl>
                                          </p:spTgt>
                                        </p:tgtEl>
                                        <p:attrNameLst>
                                          <p:attrName>style.visibility</p:attrName>
                                        </p:attrNameLst>
                                      </p:cBhvr>
                                      <p:to>
                                        <p:strVal val="visible"/>
                                      </p:to>
                                    </p:set>
                                    <p:animEffect transition="in" filter="blinds(horizontal)">
                                      <p:cBhvr>
                                        <p:cTn id="37" dur="500"/>
                                        <p:tgtEl>
                                          <p:spTgt spid="512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autoUpdateAnimBg="0"/>
      <p:bldP spid="5123" grpId="0" build="p"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4B74D3F9-7362-4693-8876-50333BE28EFF}"/>
              </a:ext>
            </a:extLst>
          </p:cNvPr>
          <p:cNvSpPr>
            <a:spLocks noGrp="1" noChangeArrowheads="1"/>
          </p:cNvSpPr>
          <p:nvPr>
            <p:ph type="title"/>
          </p:nvPr>
        </p:nvSpPr>
        <p:spPr>
          <a:xfrm>
            <a:off x="900113" y="1206500"/>
            <a:ext cx="7632700" cy="1143000"/>
          </a:xfrm>
        </p:spPr>
        <p:txBody>
          <a:bodyPr>
            <a:noAutofit/>
          </a:bodyPr>
          <a:lstStyle/>
          <a:p>
            <a:pPr eaLnBrk="1" fontAlgn="auto" hangingPunct="1">
              <a:spcAft>
                <a:spcPts val="0"/>
              </a:spcAft>
              <a:defRPr/>
            </a:pPr>
            <a:r>
              <a:rPr lang="en-US" altLang="zh-CN" sz="3600" dirty="0">
                <a:solidFill>
                  <a:schemeClr val="tx1"/>
                </a:solidFill>
                <a:latin typeface="+mj-ea"/>
              </a:rPr>
              <a:t>(</a:t>
            </a:r>
            <a:r>
              <a:rPr lang="en-US" altLang="zh-CN" sz="3600" dirty="0">
                <a:solidFill>
                  <a:srgbClr val="FF0000"/>
                </a:solidFill>
                <a:latin typeface="+mj-ea"/>
              </a:rPr>
              <a:t>Pascal</a:t>
            </a:r>
            <a:r>
              <a:rPr lang="zh-CN" altLang="en-US" sz="3600" dirty="0">
                <a:solidFill>
                  <a:schemeClr val="tx1"/>
                </a:solidFill>
                <a:latin typeface="+mj-ea"/>
              </a:rPr>
              <a:t>公式</a:t>
            </a:r>
            <a:r>
              <a:rPr lang="en-US" altLang="zh-CN" sz="3600" dirty="0">
                <a:solidFill>
                  <a:schemeClr val="tx1"/>
                </a:solidFill>
                <a:latin typeface="+mj-ea"/>
              </a:rPr>
              <a:t>) </a:t>
            </a:r>
            <a:br>
              <a:rPr lang="en-US" altLang="zh-CN" sz="3600" dirty="0">
                <a:solidFill>
                  <a:schemeClr val="tx1"/>
                </a:solidFill>
                <a:latin typeface="+mj-ea"/>
              </a:rPr>
            </a:br>
            <a:r>
              <a:rPr lang="en-US" altLang="zh-CN" sz="3600" b="1" dirty="0">
                <a:solidFill>
                  <a:schemeClr val="tx1"/>
                </a:solidFill>
                <a:latin typeface="+mj-ea"/>
              </a:rPr>
              <a:t>C(</a:t>
            </a:r>
            <a:r>
              <a:rPr lang="en-US" altLang="zh-CN" sz="3600" b="1" dirty="0" err="1">
                <a:solidFill>
                  <a:schemeClr val="tx1"/>
                </a:solidFill>
                <a:latin typeface="+mj-ea"/>
              </a:rPr>
              <a:t>n,r</a:t>
            </a:r>
            <a:r>
              <a:rPr lang="en-US" altLang="zh-CN" sz="3600" b="1" dirty="0">
                <a:solidFill>
                  <a:schemeClr val="tx1"/>
                </a:solidFill>
                <a:latin typeface="+mj-ea"/>
              </a:rPr>
              <a:t>)=C(n-1,r)+C(n-1,r-1)   (1.9)</a:t>
            </a:r>
            <a:endParaRPr lang="en-US" altLang="zh-CN" sz="3600" dirty="0">
              <a:solidFill>
                <a:schemeClr val="tx1"/>
              </a:solidFill>
              <a:latin typeface="+mj-ea"/>
            </a:endParaRPr>
          </a:p>
        </p:txBody>
      </p:sp>
      <p:sp>
        <p:nvSpPr>
          <p:cNvPr id="8195" name="Rectangle 3">
            <a:extLst>
              <a:ext uri="{FF2B5EF4-FFF2-40B4-BE49-F238E27FC236}">
                <a16:creationId xmlns:a16="http://schemas.microsoft.com/office/drawing/2014/main" id="{6CA88530-29EC-47F8-A012-0F9F6612CE85}"/>
              </a:ext>
            </a:extLst>
          </p:cNvPr>
          <p:cNvSpPr>
            <a:spLocks noGrp="1" noChangeArrowheads="1"/>
          </p:cNvSpPr>
          <p:nvPr>
            <p:ph idx="1"/>
          </p:nvPr>
        </p:nvSpPr>
        <p:spPr>
          <a:xfrm>
            <a:off x="468313" y="2627313"/>
            <a:ext cx="8351837" cy="3825875"/>
          </a:xfrm>
        </p:spPr>
        <p:txBody>
          <a:bodyPr/>
          <a:lstStyle/>
          <a:p>
            <a:pPr algn="just" eaLnBrk="1" hangingPunct="1">
              <a:buFont typeface="Wingdings 2" panose="05020102010507070707" pitchFamily="18" charset="2"/>
              <a:buNone/>
              <a:defRPr/>
            </a:pPr>
            <a:r>
              <a:rPr lang="zh-CN" altLang="en-US" b="1" dirty="0">
                <a:solidFill>
                  <a:schemeClr val="bg2">
                    <a:lumMod val="50000"/>
                  </a:schemeClr>
                </a:solidFill>
                <a:latin typeface="+mj-ea"/>
                <a:ea typeface="+mj-ea"/>
              </a:rPr>
              <a:t>证明： </a:t>
            </a:r>
          </a:p>
          <a:p>
            <a:pPr algn="just" eaLnBrk="1" hangingPunct="1">
              <a:defRPr/>
            </a:pPr>
            <a:r>
              <a:rPr lang="zh-CN" altLang="en-US" b="1" dirty="0">
                <a:latin typeface="+mj-ea"/>
                <a:ea typeface="+mj-ea"/>
              </a:rPr>
              <a:t> </a:t>
            </a:r>
            <a:r>
              <a:rPr lang="en-US" altLang="zh-CN" b="1" dirty="0">
                <a:latin typeface="+mj-ea"/>
                <a:ea typeface="+mj-ea"/>
              </a:rPr>
              <a:t>C(</a:t>
            </a:r>
            <a:r>
              <a:rPr lang="en-US" altLang="zh-CN" b="1" dirty="0" err="1">
                <a:latin typeface="+mj-ea"/>
                <a:ea typeface="+mj-ea"/>
              </a:rPr>
              <a:t>n,r</a:t>
            </a:r>
            <a:r>
              <a:rPr lang="en-US" altLang="zh-CN" b="1" dirty="0">
                <a:latin typeface="+mj-ea"/>
                <a:ea typeface="+mj-ea"/>
              </a:rPr>
              <a:t>) </a:t>
            </a:r>
          </a:p>
          <a:p>
            <a:pPr algn="just" eaLnBrk="1" hangingPunct="1">
              <a:defRPr/>
            </a:pPr>
            <a:r>
              <a:rPr lang="en-US" altLang="zh-CN" b="1" dirty="0">
                <a:latin typeface="+mj-ea"/>
                <a:ea typeface="+mj-ea"/>
              </a:rPr>
              <a:t>= n!/r!(n-r)!</a:t>
            </a:r>
          </a:p>
          <a:p>
            <a:pPr algn="just" eaLnBrk="1" hangingPunct="1">
              <a:defRPr/>
            </a:pPr>
            <a:r>
              <a:rPr lang="en-US" altLang="zh-CN" b="1" dirty="0">
                <a:latin typeface="+mj-ea"/>
                <a:ea typeface="+mj-ea"/>
              </a:rPr>
              <a:t>= n(n-1)!/r!(n-r)! </a:t>
            </a:r>
          </a:p>
          <a:p>
            <a:pPr algn="just" eaLnBrk="1" hangingPunct="1">
              <a:defRPr/>
            </a:pPr>
            <a:r>
              <a:rPr lang="en-US" altLang="zh-CN" b="1" dirty="0">
                <a:latin typeface="+mj-ea"/>
                <a:ea typeface="+mj-ea"/>
              </a:rPr>
              <a:t>=</a:t>
            </a:r>
            <a:r>
              <a:rPr lang="zh-CN" altLang="en-US" b="1" dirty="0">
                <a:latin typeface="+mj-ea"/>
                <a:ea typeface="+mj-ea"/>
              </a:rPr>
              <a:t>［</a:t>
            </a:r>
            <a:r>
              <a:rPr lang="en-US" altLang="zh-CN" b="1" dirty="0">
                <a:latin typeface="+mj-ea"/>
                <a:ea typeface="+mj-ea"/>
              </a:rPr>
              <a:t>(n-r)(n-1)!+r(n-1)!</a:t>
            </a:r>
            <a:r>
              <a:rPr lang="zh-CN" altLang="en-US" b="1" dirty="0">
                <a:latin typeface="+mj-ea"/>
                <a:ea typeface="+mj-ea"/>
              </a:rPr>
              <a:t>］</a:t>
            </a:r>
            <a:r>
              <a:rPr lang="en-US" altLang="zh-CN" b="1" dirty="0">
                <a:latin typeface="+mj-ea"/>
                <a:ea typeface="+mj-ea"/>
              </a:rPr>
              <a:t>/</a:t>
            </a:r>
            <a:r>
              <a:rPr lang="zh-CN" altLang="en-US" b="1" dirty="0">
                <a:latin typeface="+mj-ea"/>
                <a:ea typeface="+mj-ea"/>
              </a:rPr>
              <a:t>［</a:t>
            </a:r>
            <a:r>
              <a:rPr lang="en-US" altLang="zh-CN" b="1" dirty="0">
                <a:latin typeface="+mj-ea"/>
                <a:ea typeface="+mj-ea"/>
              </a:rPr>
              <a:t>r(r-1)!(n-r)(n-r-1)!</a:t>
            </a:r>
            <a:r>
              <a:rPr lang="zh-CN" altLang="en-US" b="1" dirty="0">
                <a:latin typeface="+mj-ea"/>
                <a:ea typeface="+mj-ea"/>
              </a:rPr>
              <a:t>］ </a:t>
            </a:r>
          </a:p>
          <a:p>
            <a:pPr algn="just" eaLnBrk="1" hangingPunct="1">
              <a:defRPr/>
            </a:pPr>
            <a:r>
              <a:rPr lang="en-US" altLang="zh-CN" b="1" dirty="0">
                <a:latin typeface="+mj-ea"/>
                <a:ea typeface="+mj-ea"/>
              </a:rPr>
              <a:t>= (n-1)!/r!(n-1-r)! + (n-1)!/(r-1)!(n-1-r+1)! </a:t>
            </a:r>
          </a:p>
          <a:p>
            <a:pPr algn="just" eaLnBrk="1" hangingPunct="1">
              <a:defRPr/>
            </a:pPr>
            <a:r>
              <a:rPr lang="en-US" altLang="zh-CN" b="1" dirty="0">
                <a:latin typeface="+mj-ea"/>
                <a:ea typeface="+mj-ea"/>
              </a:rPr>
              <a:t>= C(n-1,r)+C(n-1,r-1) </a:t>
            </a:r>
          </a:p>
          <a:p>
            <a:pPr eaLnBrk="1" hangingPunct="1">
              <a:defRPr/>
            </a:pPr>
            <a:endParaRPr lang="en-US" altLang="zh-CN" b="1" dirty="0">
              <a:latin typeface="+mj-ea"/>
              <a:ea typeface="+mj-ea"/>
            </a:endParaRPr>
          </a:p>
        </p:txBody>
      </p:sp>
      <p:sp>
        <p:nvSpPr>
          <p:cNvPr id="6" name="Rectangle 2">
            <a:extLst>
              <a:ext uri="{FF2B5EF4-FFF2-40B4-BE49-F238E27FC236}">
                <a16:creationId xmlns:a16="http://schemas.microsoft.com/office/drawing/2014/main" id="{E3F1462D-4D8E-4D37-9E02-9606CE0CB3A7}"/>
              </a:ext>
            </a:extLst>
          </p:cNvPr>
          <p:cNvSpPr txBox="1">
            <a:spLocks noChangeArrowheads="1"/>
          </p:cNvSpPr>
          <p:nvPr/>
        </p:nvSpPr>
        <p:spPr>
          <a:xfrm>
            <a:off x="468313" y="333375"/>
            <a:ext cx="2667000" cy="914400"/>
          </a:xfrm>
          <a:prstGeom prst="rect">
            <a:avLst/>
          </a:prstGeom>
        </p:spPr>
        <p:txBody>
          <a:bodyPr lIns="0" rIns="0" bIns="0" anchor="b">
            <a:normAutofit/>
          </a:bodyPr>
          <a:lstStyle/>
          <a:p>
            <a:pPr fontAlgn="auto">
              <a:spcAft>
                <a:spcPts val="0"/>
              </a:spcAft>
              <a:defRPr/>
            </a:pPr>
            <a:r>
              <a:rPr kumimoji="0" lang="zh-CN" altLang="en-US" sz="4900" dirty="0">
                <a:solidFill>
                  <a:schemeClr val="tx2"/>
                </a:solidFill>
                <a:latin typeface="+mj-lt"/>
                <a:ea typeface="+mj-ea"/>
                <a:cs typeface="+mj-cs"/>
              </a:rPr>
              <a:t>推论</a:t>
            </a:r>
            <a:r>
              <a:rPr kumimoji="0" lang="en-US" altLang="zh-CN" sz="4900" dirty="0">
                <a:solidFill>
                  <a:schemeClr val="tx2"/>
                </a:solidFill>
                <a:latin typeface="+mj-lt"/>
                <a:ea typeface="+mj-ea"/>
                <a:cs typeface="+mj-cs"/>
              </a:rPr>
              <a:t>2</a:t>
            </a:r>
            <a:r>
              <a:rPr kumimoji="0" lang="zh-CN" altLang="en-US" sz="5100" dirty="0">
                <a:solidFill>
                  <a:schemeClr val="tx2"/>
                </a:solidFill>
                <a:latin typeface="宋体" pitchFamily="2" charset="-122"/>
                <a:ea typeface="+mj-ea"/>
                <a:cs typeface="+mj-cs"/>
              </a:rPr>
              <a:t>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19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8195">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8195">
                                            <p:txEl>
                                              <p:pRg st="1" end="1"/>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8195">
                                            <p:txEl>
                                              <p:pRg st="2" end="2"/>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8195">
                                            <p:txEl>
                                              <p:pRg st="3" end="3"/>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8195">
                                            <p:txEl>
                                              <p:pRg st="4" end="4"/>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8195">
                                            <p:txEl>
                                              <p:pRg st="5" end="5"/>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819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 grpId="0" autoUpdateAnimBg="0"/>
      <p:bldP spid="8195" grpId="0" build="p"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5D0C4BD3-7046-4EBF-B463-2BB9A4F2AD44}"/>
              </a:ext>
            </a:extLst>
          </p:cNvPr>
          <p:cNvSpPr>
            <a:spLocks noGrp="1" noChangeArrowheads="1"/>
          </p:cNvSpPr>
          <p:nvPr>
            <p:ph type="title"/>
          </p:nvPr>
        </p:nvSpPr>
        <p:spPr>
          <a:xfrm>
            <a:off x="323850" y="549275"/>
            <a:ext cx="7543800" cy="1143000"/>
          </a:xfrm>
        </p:spPr>
        <p:txBody>
          <a:bodyPr/>
          <a:lstStyle/>
          <a:p>
            <a:pPr eaLnBrk="1" hangingPunct="1"/>
            <a:r>
              <a:rPr lang="zh-CN" altLang="en-US" sz="3200">
                <a:solidFill>
                  <a:schemeClr val="tx1"/>
                </a:solidFill>
              </a:rPr>
              <a:t>也可用组合分析的方法论证： </a:t>
            </a:r>
          </a:p>
        </p:txBody>
      </p:sp>
      <p:sp>
        <p:nvSpPr>
          <p:cNvPr id="9220" name="Rectangle 4">
            <a:extLst>
              <a:ext uri="{FF2B5EF4-FFF2-40B4-BE49-F238E27FC236}">
                <a16:creationId xmlns:a16="http://schemas.microsoft.com/office/drawing/2014/main" id="{2BA8CCC0-4850-4700-B3BE-1F4ED3560414}"/>
              </a:ext>
            </a:extLst>
          </p:cNvPr>
          <p:cNvSpPr>
            <a:spLocks noChangeArrowheads="1"/>
          </p:cNvSpPr>
          <p:nvPr/>
        </p:nvSpPr>
        <p:spPr bwMode="auto">
          <a:xfrm>
            <a:off x="179388" y="1773238"/>
            <a:ext cx="9144000" cy="95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90000" tIns="46800" rIns="90000" bIns="4680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a:latin typeface="隶书" panose="02010509060101010101" pitchFamily="49" charset="-122"/>
                <a:ea typeface="隶书" panose="02010509060101010101" pitchFamily="49" charset="-122"/>
              </a:rPr>
              <a:t>在集合</a:t>
            </a:r>
            <a:r>
              <a:rPr lang="en-US" altLang="zh-CN" sz="2800">
                <a:latin typeface="隶书" panose="02010509060101010101" pitchFamily="49" charset="-122"/>
                <a:ea typeface="隶书" panose="02010509060101010101" pitchFamily="49" charset="-122"/>
              </a:rPr>
              <a:t>A</a:t>
            </a:r>
            <a:r>
              <a:rPr lang="zh-CN" altLang="en-US" sz="2800">
                <a:latin typeface="隶书" panose="02010509060101010101" pitchFamily="49" charset="-122"/>
                <a:ea typeface="隶书" panose="02010509060101010101" pitchFamily="49" charset="-122"/>
              </a:rPr>
              <a:t>的</a:t>
            </a:r>
            <a:r>
              <a:rPr lang="en-US" altLang="zh-CN" sz="2800">
                <a:latin typeface="隶书" panose="02010509060101010101" pitchFamily="49" charset="-122"/>
                <a:ea typeface="隶书" panose="02010509060101010101" pitchFamily="49" charset="-122"/>
              </a:rPr>
              <a:t>n</a:t>
            </a:r>
            <a:r>
              <a:rPr lang="zh-CN" altLang="en-US" sz="2800">
                <a:latin typeface="隶书" panose="02010509060101010101" pitchFamily="49" charset="-122"/>
                <a:ea typeface="隶书" panose="02010509060101010101" pitchFamily="49" charset="-122"/>
              </a:rPr>
              <a:t>个元素中固定一个元素，不妨设为</a:t>
            </a:r>
            <a:r>
              <a:rPr lang="en-US" altLang="zh-CN" sz="2800">
                <a:latin typeface="隶书" panose="02010509060101010101" pitchFamily="49" charset="-122"/>
                <a:ea typeface="隶书" panose="02010509060101010101" pitchFamily="49" charset="-122"/>
              </a:rPr>
              <a:t>a</a:t>
            </a:r>
            <a:r>
              <a:rPr lang="en-US" altLang="zh-CN" sz="2800" baseline="-25000">
                <a:latin typeface="隶书" panose="02010509060101010101" pitchFamily="49" charset="-122"/>
                <a:ea typeface="隶书" panose="02010509060101010101" pitchFamily="49" charset="-122"/>
              </a:rPr>
              <a:t>1</a:t>
            </a:r>
            <a:r>
              <a:rPr lang="zh-CN" altLang="en-US" sz="2800">
                <a:latin typeface="隶书" panose="02010509060101010101" pitchFamily="49" charset="-122"/>
                <a:ea typeface="隶书" panose="02010509060101010101" pitchFamily="49" charset="-122"/>
              </a:rPr>
              <a:t>，</a:t>
            </a:r>
          </a:p>
          <a:p>
            <a:pPr eaLnBrk="1" hangingPunct="1"/>
            <a:r>
              <a:rPr lang="zh-CN" altLang="en-US" sz="2800">
                <a:latin typeface="隶书" panose="02010509060101010101" pitchFamily="49" charset="-122"/>
                <a:ea typeface="隶书" panose="02010509060101010101" pitchFamily="49" charset="-122"/>
              </a:rPr>
              <a:t>于是，从</a:t>
            </a:r>
            <a:r>
              <a:rPr lang="en-US" altLang="zh-CN" sz="2800">
                <a:latin typeface="隶书" panose="02010509060101010101" pitchFamily="49" charset="-122"/>
                <a:ea typeface="隶书" panose="02010509060101010101" pitchFamily="49" charset="-122"/>
              </a:rPr>
              <a:t>n</a:t>
            </a:r>
            <a:r>
              <a:rPr lang="zh-CN" altLang="en-US" sz="2800">
                <a:latin typeface="隶书" panose="02010509060101010101" pitchFamily="49" charset="-122"/>
                <a:ea typeface="隶书" panose="02010509060101010101" pitchFamily="49" charset="-122"/>
              </a:rPr>
              <a:t>个元素中取</a:t>
            </a:r>
            <a:r>
              <a:rPr lang="en-US" altLang="zh-CN" sz="2800">
                <a:latin typeface="隶书" panose="02010509060101010101" pitchFamily="49" charset="-122"/>
                <a:ea typeface="隶书" panose="02010509060101010101" pitchFamily="49" charset="-122"/>
              </a:rPr>
              <a:t>r</a:t>
            </a:r>
            <a:r>
              <a:rPr lang="zh-CN" altLang="en-US" sz="2800">
                <a:latin typeface="隶书" panose="02010509060101010101" pitchFamily="49" charset="-122"/>
                <a:ea typeface="隶书" panose="02010509060101010101" pitchFamily="49" charset="-122"/>
              </a:rPr>
              <a:t>个元素的组合 </a:t>
            </a:r>
          </a:p>
        </p:txBody>
      </p:sp>
      <p:sp>
        <p:nvSpPr>
          <p:cNvPr id="9221" name="Text Box 5">
            <a:extLst>
              <a:ext uri="{FF2B5EF4-FFF2-40B4-BE49-F238E27FC236}">
                <a16:creationId xmlns:a16="http://schemas.microsoft.com/office/drawing/2014/main" id="{3C7E0268-65D8-4073-AFDD-2FDC3824313F}"/>
              </a:ext>
            </a:extLst>
          </p:cNvPr>
          <p:cNvSpPr txBox="1">
            <a:spLocks noChangeArrowheads="1"/>
          </p:cNvSpPr>
          <p:nvPr/>
        </p:nvSpPr>
        <p:spPr bwMode="auto">
          <a:xfrm>
            <a:off x="179388" y="2708275"/>
            <a:ext cx="8458200" cy="2014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90000" tIns="46800" rIns="90000" bIns="4680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50000"/>
              </a:spcBef>
            </a:pPr>
            <a:r>
              <a:rPr lang="en-US" altLang="zh-CN" sz="2800">
                <a:latin typeface="隶书" panose="02010509060101010101" pitchFamily="49" charset="-122"/>
                <a:ea typeface="隶书" panose="02010509060101010101" pitchFamily="49" charset="-122"/>
              </a:rPr>
              <a:t>(1) r</a:t>
            </a:r>
            <a:r>
              <a:rPr lang="zh-CN" altLang="en-US" sz="2800">
                <a:latin typeface="隶书" panose="02010509060101010101" pitchFamily="49" charset="-122"/>
                <a:ea typeface="隶书" panose="02010509060101010101" pitchFamily="49" charset="-122"/>
              </a:rPr>
              <a:t>个元素中包含</a:t>
            </a:r>
            <a:r>
              <a:rPr lang="en-US" altLang="zh-CN" sz="2800">
                <a:latin typeface="隶书" panose="02010509060101010101" pitchFamily="49" charset="-122"/>
                <a:ea typeface="隶书" panose="02010509060101010101" pitchFamily="49" charset="-122"/>
              </a:rPr>
              <a:t>a</a:t>
            </a:r>
            <a:r>
              <a:rPr lang="en-US" altLang="zh-CN" sz="2800" baseline="-25000">
                <a:latin typeface="隶书" panose="02010509060101010101" pitchFamily="49" charset="-122"/>
                <a:ea typeface="隶书" panose="02010509060101010101" pitchFamily="49" charset="-122"/>
              </a:rPr>
              <a:t>1</a:t>
            </a:r>
            <a:r>
              <a:rPr lang="zh-CN" altLang="en-US" sz="2800">
                <a:latin typeface="隶书" panose="02010509060101010101" pitchFamily="49" charset="-122"/>
                <a:ea typeface="隶书" panose="02010509060101010101" pitchFamily="49" charset="-122"/>
              </a:rPr>
              <a:t>。这可以从除去</a:t>
            </a:r>
            <a:r>
              <a:rPr lang="en-US" altLang="zh-CN" sz="2800">
                <a:latin typeface="隶书" panose="02010509060101010101" pitchFamily="49" charset="-122"/>
                <a:ea typeface="隶书" panose="02010509060101010101" pitchFamily="49" charset="-122"/>
              </a:rPr>
              <a:t>a</a:t>
            </a:r>
            <a:r>
              <a:rPr lang="en-US" altLang="zh-CN" sz="2800" baseline="-25000">
                <a:latin typeface="隶书" panose="02010509060101010101" pitchFamily="49" charset="-122"/>
                <a:ea typeface="隶书" panose="02010509060101010101" pitchFamily="49" charset="-122"/>
              </a:rPr>
              <a:t>1</a:t>
            </a:r>
            <a:r>
              <a:rPr lang="zh-CN" altLang="en-US" sz="2800">
                <a:latin typeface="隶书" panose="02010509060101010101" pitchFamily="49" charset="-122"/>
                <a:ea typeface="隶书" panose="02010509060101010101" pitchFamily="49" charset="-122"/>
              </a:rPr>
              <a:t>的</a:t>
            </a:r>
            <a:r>
              <a:rPr lang="en-US" altLang="zh-CN" sz="2800">
                <a:latin typeface="隶书" panose="02010509060101010101" pitchFamily="49" charset="-122"/>
                <a:ea typeface="隶书" panose="02010509060101010101" pitchFamily="49" charset="-122"/>
              </a:rPr>
              <a:t>n-1</a:t>
            </a:r>
            <a:r>
              <a:rPr lang="zh-CN" altLang="en-US" sz="2800">
                <a:latin typeface="隶书" panose="02010509060101010101" pitchFamily="49" charset="-122"/>
                <a:ea typeface="隶书" panose="02010509060101010101" pitchFamily="49" charset="-122"/>
              </a:rPr>
              <a:t>个元素中取</a:t>
            </a:r>
            <a:r>
              <a:rPr lang="en-US" altLang="zh-CN" sz="2800">
                <a:latin typeface="隶书" panose="02010509060101010101" pitchFamily="49" charset="-122"/>
                <a:ea typeface="隶书" panose="02010509060101010101" pitchFamily="49" charset="-122"/>
              </a:rPr>
              <a:t>r-1</a:t>
            </a:r>
            <a:r>
              <a:rPr lang="zh-CN" altLang="en-US" sz="2800">
                <a:latin typeface="隶书" panose="02010509060101010101" pitchFamily="49" charset="-122"/>
                <a:ea typeface="隶书" panose="02010509060101010101" pitchFamily="49" charset="-122"/>
              </a:rPr>
              <a:t>个元素的组合，然后将</a:t>
            </a:r>
            <a:r>
              <a:rPr lang="en-US" altLang="zh-CN" sz="2800">
                <a:latin typeface="隶书" panose="02010509060101010101" pitchFamily="49" charset="-122"/>
                <a:ea typeface="隶书" panose="02010509060101010101" pitchFamily="49" charset="-122"/>
              </a:rPr>
              <a:t>a</a:t>
            </a:r>
            <a:r>
              <a:rPr lang="en-US" altLang="zh-CN" sz="2800" baseline="-25000">
                <a:latin typeface="隶书" panose="02010509060101010101" pitchFamily="49" charset="-122"/>
                <a:ea typeface="隶书" panose="02010509060101010101" pitchFamily="49" charset="-122"/>
              </a:rPr>
              <a:t>1</a:t>
            </a:r>
            <a:r>
              <a:rPr lang="zh-CN" altLang="en-US" sz="2800">
                <a:latin typeface="隶书" panose="02010509060101010101" pitchFamily="49" charset="-122"/>
                <a:ea typeface="隶书" panose="02010509060101010101" pitchFamily="49" charset="-122"/>
              </a:rPr>
              <a:t>加入而得到，其组合个数为</a:t>
            </a:r>
            <a:r>
              <a:rPr lang="en-US" altLang="zh-CN" sz="2800">
                <a:latin typeface="隶书" panose="02010509060101010101" pitchFamily="49" charset="-122"/>
                <a:ea typeface="隶书" panose="02010509060101010101" pitchFamily="49" charset="-122"/>
              </a:rPr>
              <a:t>C(n-1,r-1)</a:t>
            </a:r>
            <a:r>
              <a:rPr lang="zh-CN" altLang="en-US" sz="2800">
                <a:latin typeface="隶书" panose="02010509060101010101" pitchFamily="49" charset="-122"/>
                <a:ea typeface="隶书" panose="02010509060101010101" pitchFamily="49" charset="-122"/>
              </a:rPr>
              <a:t>。  </a:t>
            </a:r>
          </a:p>
          <a:p>
            <a:pPr eaLnBrk="1" hangingPunct="1">
              <a:spcBef>
                <a:spcPct val="50000"/>
              </a:spcBef>
            </a:pPr>
            <a:endParaRPr lang="en-US" altLang="zh-CN" sz="2800">
              <a:latin typeface="隶书" panose="02010509060101010101" pitchFamily="49" charset="-122"/>
              <a:ea typeface="隶书" panose="02010509060101010101" pitchFamily="49" charset="-122"/>
            </a:endParaRPr>
          </a:p>
        </p:txBody>
      </p:sp>
      <p:sp>
        <p:nvSpPr>
          <p:cNvPr id="9223" name="Text Box 7">
            <a:extLst>
              <a:ext uri="{FF2B5EF4-FFF2-40B4-BE49-F238E27FC236}">
                <a16:creationId xmlns:a16="http://schemas.microsoft.com/office/drawing/2014/main" id="{F36A6AA5-B388-4897-94D0-5D0A825EA44E}"/>
              </a:ext>
            </a:extLst>
          </p:cNvPr>
          <p:cNvSpPr txBox="1">
            <a:spLocks noChangeArrowheads="1"/>
          </p:cNvSpPr>
          <p:nvPr/>
        </p:nvSpPr>
        <p:spPr bwMode="auto">
          <a:xfrm>
            <a:off x="963613" y="5443538"/>
            <a:ext cx="8001000" cy="180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90000" tIns="46800" rIns="90000" bIns="4680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50000"/>
              </a:spcBef>
            </a:pPr>
            <a:r>
              <a:rPr lang="en-US" altLang="zh-CN" sz="2800" b="1" dirty="0">
                <a:solidFill>
                  <a:srgbClr val="FF0000"/>
                </a:solidFill>
                <a:latin typeface="隶书" panose="02010509060101010101" pitchFamily="49" charset="-122"/>
                <a:ea typeface="隶书" panose="02010509060101010101" pitchFamily="49" charset="-122"/>
              </a:rPr>
              <a:t></a:t>
            </a:r>
            <a:r>
              <a:rPr lang="zh-CN" altLang="en-US" sz="2800" b="1" dirty="0">
                <a:solidFill>
                  <a:srgbClr val="FF0000"/>
                </a:solidFill>
                <a:latin typeface="隶书" panose="02010509060101010101" pitchFamily="49" charset="-122"/>
                <a:ea typeface="隶书" panose="02010509060101010101" pitchFamily="49" charset="-122"/>
              </a:rPr>
              <a:t>由加法规则即得</a:t>
            </a:r>
          </a:p>
          <a:p>
            <a:pPr algn="just" eaLnBrk="1" hangingPunct="1">
              <a:spcBef>
                <a:spcPct val="50000"/>
              </a:spcBef>
            </a:pPr>
            <a:r>
              <a:rPr lang="zh-CN" altLang="en-US" sz="2800" b="1" dirty="0">
                <a:solidFill>
                  <a:srgbClr val="FF0000"/>
                </a:solidFill>
                <a:latin typeface="隶书" panose="02010509060101010101" pitchFamily="49" charset="-122"/>
                <a:ea typeface="隶书" panose="02010509060101010101" pitchFamily="49" charset="-122"/>
              </a:rPr>
              <a:t>      </a:t>
            </a:r>
            <a:r>
              <a:rPr lang="en-US" altLang="zh-CN" sz="2800" b="1" dirty="0">
                <a:solidFill>
                  <a:srgbClr val="FF0000"/>
                </a:solidFill>
                <a:latin typeface="隶书" panose="02010509060101010101" pitchFamily="49" charset="-122"/>
                <a:ea typeface="隶书" panose="02010509060101010101" pitchFamily="49" charset="-122"/>
              </a:rPr>
              <a:t>C(</a:t>
            </a:r>
            <a:r>
              <a:rPr lang="en-US" altLang="zh-CN" sz="2800" b="1" dirty="0" err="1">
                <a:solidFill>
                  <a:srgbClr val="FF0000"/>
                </a:solidFill>
                <a:latin typeface="隶书" panose="02010509060101010101" pitchFamily="49" charset="-122"/>
                <a:ea typeface="隶书" panose="02010509060101010101" pitchFamily="49" charset="-122"/>
              </a:rPr>
              <a:t>n,r</a:t>
            </a:r>
            <a:r>
              <a:rPr lang="en-US" altLang="zh-CN" sz="2800" b="1" dirty="0">
                <a:solidFill>
                  <a:srgbClr val="FF0000"/>
                </a:solidFill>
                <a:latin typeface="隶书" panose="02010509060101010101" pitchFamily="49" charset="-122"/>
                <a:ea typeface="隶书" panose="02010509060101010101" pitchFamily="49" charset="-122"/>
              </a:rPr>
              <a:t>)=C(n-1,r)+C(n-1,r-1) </a:t>
            </a:r>
          </a:p>
          <a:p>
            <a:pPr eaLnBrk="1" hangingPunct="1">
              <a:spcBef>
                <a:spcPct val="50000"/>
              </a:spcBef>
            </a:pPr>
            <a:endParaRPr lang="en-US" altLang="zh-CN" sz="2800" b="1" dirty="0">
              <a:solidFill>
                <a:srgbClr val="FF0000"/>
              </a:solidFill>
              <a:latin typeface="隶书" panose="02010509060101010101" pitchFamily="49" charset="-122"/>
              <a:ea typeface="隶书" panose="02010509060101010101" pitchFamily="49" charset="-122"/>
            </a:endParaRPr>
          </a:p>
        </p:txBody>
      </p:sp>
      <p:sp>
        <p:nvSpPr>
          <p:cNvPr id="8" name="Rectangle 2">
            <a:extLst>
              <a:ext uri="{FF2B5EF4-FFF2-40B4-BE49-F238E27FC236}">
                <a16:creationId xmlns:a16="http://schemas.microsoft.com/office/drawing/2014/main" id="{E96756BF-C883-4674-AC4D-4FA848AFA274}"/>
              </a:ext>
            </a:extLst>
          </p:cNvPr>
          <p:cNvSpPr txBox="1">
            <a:spLocks noChangeArrowheads="1"/>
          </p:cNvSpPr>
          <p:nvPr/>
        </p:nvSpPr>
        <p:spPr>
          <a:xfrm>
            <a:off x="468313" y="333375"/>
            <a:ext cx="2667000" cy="914400"/>
          </a:xfrm>
          <a:prstGeom prst="rect">
            <a:avLst/>
          </a:prstGeom>
        </p:spPr>
        <p:txBody>
          <a:bodyPr lIns="0" rIns="0" bIns="0" anchor="b">
            <a:normAutofit/>
          </a:bodyPr>
          <a:lstStyle/>
          <a:p>
            <a:pPr fontAlgn="auto">
              <a:spcAft>
                <a:spcPts val="0"/>
              </a:spcAft>
              <a:defRPr/>
            </a:pPr>
            <a:r>
              <a:rPr kumimoji="0" lang="zh-CN" altLang="en-US" sz="4900" dirty="0">
                <a:solidFill>
                  <a:schemeClr val="tx2"/>
                </a:solidFill>
                <a:latin typeface="+mj-lt"/>
                <a:ea typeface="+mj-ea"/>
                <a:cs typeface="+mj-cs"/>
              </a:rPr>
              <a:t>推论</a:t>
            </a:r>
            <a:r>
              <a:rPr kumimoji="0" lang="en-US" altLang="zh-CN" sz="4900" dirty="0">
                <a:solidFill>
                  <a:schemeClr val="tx2"/>
                </a:solidFill>
                <a:latin typeface="+mj-lt"/>
                <a:ea typeface="+mj-ea"/>
                <a:cs typeface="+mj-cs"/>
              </a:rPr>
              <a:t>2</a:t>
            </a:r>
            <a:r>
              <a:rPr kumimoji="0" lang="zh-CN" altLang="en-US" sz="5100" dirty="0">
                <a:solidFill>
                  <a:schemeClr val="tx2"/>
                </a:solidFill>
                <a:latin typeface="宋体" pitchFamily="2" charset="-122"/>
                <a:ea typeface="+mj-ea"/>
                <a:cs typeface="+mj-cs"/>
              </a:rPr>
              <a:t> </a:t>
            </a:r>
          </a:p>
        </p:txBody>
      </p:sp>
      <p:sp>
        <p:nvSpPr>
          <p:cNvPr id="9" name="Text Box 5">
            <a:extLst>
              <a:ext uri="{FF2B5EF4-FFF2-40B4-BE49-F238E27FC236}">
                <a16:creationId xmlns:a16="http://schemas.microsoft.com/office/drawing/2014/main" id="{32D70D3E-BE78-4DCF-B1EC-2C746F8C4699}"/>
              </a:ext>
            </a:extLst>
          </p:cNvPr>
          <p:cNvSpPr txBox="1">
            <a:spLocks noChangeArrowheads="1"/>
          </p:cNvSpPr>
          <p:nvPr/>
        </p:nvSpPr>
        <p:spPr bwMode="auto">
          <a:xfrm>
            <a:off x="-36513" y="4060825"/>
            <a:ext cx="8674101" cy="1387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90000" tIns="46800" rIns="90000" bIns="4680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dirty="0">
                <a:latin typeface="隶书" panose="02010509060101010101" pitchFamily="49" charset="-122"/>
                <a:ea typeface="隶书" panose="02010509060101010101" pitchFamily="49" charset="-122"/>
              </a:rPr>
              <a:t>（</a:t>
            </a:r>
            <a:r>
              <a:rPr lang="en-US" altLang="zh-CN" sz="2800" dirty="0">
                <a:latin typeface="隶书" panose="02010509060101010101" pitchFamily="49" charset="-122"/>
                <a:ea typeface="隶书" panose="02010509060101010101" pitchFamily="49" charset="-122"/>
              </a:rPr>
              <a:t>2)r</a:t>
            </a:r>
            <a:r>
              <a:rPr lang="zh-CN" altLang="en-US" sz="2800" dirty="0">
                <a:latin typeface="隶书" panose="02010509060101010101" pitchFamily="49" charset="-122"/>
                <a:ea typeface="隶书" panose="02010509060101010101" pitchFamily="49" charset="-122"/>
              </a:rPr>
              <a:t>个元素中不包含</a:t>
            </a:r>
            <a:r>
              <a:rPr lang="en-US" altLang="zh-CN" sz="2800" dirty="0">
                <a:latin typeface="隶书" panose="02010509060101010101" pitchFamily="49" charset="-122"/>
                <a:ea typeface="隶书" panose="02010509060101010101" pitchFamily="49" charset="-122"/>
              </a:rPr>
              <a:t>a</a:t>
            </a:r>
            <a:r>
              <a:rPr lang="en-US" altLang="zh-CN" sz="2800" baseline="-25000" dirty="0">
                <a:latin typeface="隶书" panose="02010509060101010101" pitchFamily="49" charset="-122"/>
                <a:ea typeface="隶书" panose="02010509060101010101" pitchFamily="49" charset="-122"/>
              </a:rPr>
              <a:t>1</a:t>
            </a:r>
            <a:r>
              <a:rPr lang="zh-CN" altLang="en-US" sz="2800" dirty="0">
                <a:latin typeface="隶书" panose="02010509060101010101" pitchFamily="49" charset="-122"/>
                <a:ea typeface="隶书" panose="02010509060101010101" pitchFamily="49" charset="-122"/>
              </a:rPr>
              <a:t>。这可以从除去</a:t>
            </a:r>
            <a:r>
              <a:rPr lang="en-US" altLang="zh-CN" sz="2800" dirty="0">
                <a:latin typeface="隶书" panose="02010509060101010101" pitchFamily="49" charset="-122"/>
                <a:ea typeface="隶书" panose="02010509060101010101" pitchFamily="49" charset="-122"/>
              </a:rPr>
              <a:t>a</a:t>
            </a:r>
            <a:r>
              <a:rPr lang="en-US" altLang="zh-CN" sz="2800" baseline="-25000" dirty="0">
                <a:latin typeface="隶书" panose="02010509060101010101" pitchFamily="49" charset="-122"/>
                <a:ea typeface="隶书" panose="02010509060101010101" pitchFamily="49" charset="-122"/>
              </a:rPr>
              <a:t>1</a:t>
            </a:r>
            <a:r>
              <a:rPr lang="zh-CN" altLang="en-US" sz="2800" dirty="0">
                <a:latin typeface="隶书" panose="02010509060101010101" pitchFamily="49" charset="-122"/>
                <a:ea typeface="隶书" panose="02010509060101010101" pitchFamily="49" charset="-122"/>
              </a:rPr>
              <a:t>的</a:t>
            </a:r>
            <a:r>
              <a:rPr lang="en-US" altLang="zh-CN" sz="2800" dirty="0">
                <a:latin typeface="隶书" panose="02010509060101010101" pitchFamily="49" charset="-122"/>
                <a:ea typeface="隶书" panose="02010509060101010101" pitchFamily="49" charset="-122"/>
              </a:rPr>
              <a:t>n-1</a:t>
            </a:r>
            <a:r>
              <a:rPr lang="zh-CN" altLang="en-US" sz="2800" dirty="0">
                <a:latin typeface="隶书" panose="02010509060101010101" pitchFamily="49" charset="-122"/>
                <a:ea typeface="隶书" panose="02010509060101010101" pitchFamily="49" charset="-122"/>
              </a:rPr>
              <a:t>个元素中取</a:t>
            </a:r>
            <a:r>
              <a:rPr lang="en-US" altLang="zh-CN" sz="2800" dirty="0">
                <a:latin typeface="隶书" panose="02010509060101010101" pitchFamily="49" charset="-122"/>
                <a:ea typeface="隶书" panose="02010509060101010101" pitchFamily="49" charset="-122"/>
              </a:rPr>
              <a:t>r</a:t>
            </a:r>
            <a:r>
              <a:rPr lang="zh-CN" altLang="en-US" sz="2800" dirty="0">
                <a:latin typeface="隶书" panose="02010509060101010101" pitchFamily="49" charset="-122"/>
                <a:ea typeface="隶书" panose="02010509060101010101" pitchFamily="49" charset="-122"/>
              </a:rPr>
              <a:t>个元素的组合而得到，</a:t>
            </a:r>
          </a:p>
          <a:p>
            <a:pPr eaLnBrk="1" hangingPunct="1"/>
            <a:r>
              <a:rPr lang="zh-CN" altLang="en-US" sz="2800" dirty="0">
                <a:latin typeface="隶书" panose="02010509060101010101" pitchFamily="49" charset="-122"/>
                <a:ea typeface="隶书" panose="02010509060101010101" pitchFamily="49" charset="-122"/>
              </a:rPr>
              <a:t>其组合个数为</a:t>
            </a:r>
            <a:r>
              <a:rPr lang="en-US" altLang="zh-CN" sz="2800" dirty="0">
                <a:latin typeface="隶书" panose="02010509060101010101" pitchFamily="49" charset="-122"/>
                <a:ea typeface="隶书" panose="02010509060101010101" pitchFamily="49" charset="-122"/>
              </a:rPr>
              <a:t>C(n-1,r)</a:t>
            </a:r>
            <a:r>
              <a:rPr lang="zh-CN" altLang="en-US" sz="2800" dirty="0">
                <a:latin typeface="隶书" panose="02010509060101010101" pitchFamily="49" charset="-122"/>
                <a:ea typeface="隶书" panose="02010509060101010101" pitchFamily="49" charset="-122"/>
              </a:rPr>
              <a:t>。</a:t>
            </a:r>
            <a:endParaRPr lang="en-US" altLang="zh-CN" sz="2800" dirty="0">
              <a:solidFill>
                <a:schemeClr val="hlink"/>
              </a:solidFill>
              <a:latin typeface="隶书" panose="02010509060101010101" pitchFamily="49" charset="-122"/>
              <a:ea typeface="隶书" panose="02010509060101010101"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921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22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92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4" presetClass="entr" presetSubtype="10" fill="hold" grpId="0" nodeType="clickEffect">
                                  <p:stCondLst>
                                    <p:cond delay="0"/>
                                  </p:stCondLst>
                                  <p:childTnLst>
                                    <p:set>
                                      <p:cBhvr>
                                        <p:cTn id="22" dur="1" fill="hold">
                                          <p:stCondLst>
                                            <p:cond delay="0"/>
                                          </p:stCondLst>
                                        </p:cTn>
                                        <p:tgtEl>
                                          <p:spTgt spid="9223"/>
                                        </p:tgtEl>
                                        <p:attrNameLst>
                                          <p:attrName>style.visibility</p:attrName>
                                        </p:attrNameLst>
                                      </p:cBhvr>
                                      <p:to>
                                        <p:strVal val="visible"/>
                                      </p:to>
                                    </p:set>
                                    <p:animEffect transition="in" filter="randombar(horizontal)">
                                      <p:cBhvr>
                                        <p:cTn id="23" dur="500"/>
                                        <p:tgtEl>
                                          <p:spTgt spid="92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autoUpdateAnimBg="0"/>
      <p:bldP spid="9220" grpId="0" autoUpdateAnimBg="0"/>
      <p:bldP spid="9221" grpId="0" autoUpdateAnimBg="0"/>
      <p:bldP spid="9223" grpId="0" autoUpdateAnimBg="0"/>
      <p:bldP spid="9" grpId="0"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279957BD-8D37-4199-B6D0-1C59984C3F93}"/>
              </a:ext>
            </a:extLst>
          </p:cNvPr>
          <p:cNvSpPr>
            <a:spLocks noGrp="1" noChangeArrowheads="1"/>
          </p:cNvSpPr>
          <p:nvPr>
            <p:ph type="title"/>
          </p:nvPr>
        </p:nvSpPr>
        <p:spPr>
          <a:xfrm>
            <a:off x="250825" y="836613"/>
            <a:ext cx="8915400" cy="1371600"/>
          </a:xfrm>
        </p:spPr>
        <p:txBody>
          <a:bodyPr/>
          <a:lstStyle/>
          <a:p>
            <a:pPr eaLnBrk="1" hangingPunct="1"/>
            <a:r>
              <a:rPr lang="zh-CN" altLang="en-US" sz="2800" b="1" dirty="0">
                <a:solidFill>
                  <a:schemeClr val="tx1"/>
                </a:solidFill>
              </a:rPr>
              <a:t>利用式</a:t>
            </a:r>
            <a:r>
              <a:rPr lang="en-US" altLang="zh-CN" sz="2800" b="1" dirty="0">
                <a:solidFill>
                  <a:schemeClr val="tx1"/>
                </a:solidFill>
              </a:rPr>
              <a:t>(1-9)</a:t>
            </a:r>
            <a:r>
              <a:rPr lang="zh-CN" altLang="en-US" sz="2800" b="1" dirty="0">
                <a:solidFill>
                  <a:schemeClr val="tx1"/>
                </a:solidFill>
              </a:rPr>
              <a:t>和初始值</a:t>
            </a:r>
            <a:r>
              <a:rPr lang="en-US" altLang="zh-CN" sz="2800" b="1" dirty="0">
                <a:solidFill>
                  <a:schemeClr val="tx1"/>
                </a:solidFill>
              </a:rPr>
              <a:t>C(n,0)=C(</a:t>
            </a:r>
            <a:r>
              <a:rPr lang="en-US" altLang="zh-CN" sz="2800" b="1" dirty="0" err="1">
                <a:solidFill>
                  <a:schemeClr val="tx1"/>
                </a:solidFill>
              </a:rPr>
              <a:t>n,n</a:t>
            </a:r>
            <a:r>
              <a:rPr lang="en-US" altLang="zh-CN" sz="2800" b="1" dirty="0">
                <a:solidFill>
                  <a:schemeClr val="tx1"/>
                </a:solidFill>
              </a:rPr>
              <a:t>)=1</a:t>
            </a:r>
            <a:r>
              <a:rPr lang="zh-CN" altLang="en-US" sz="2800" b="1" dirty="0">
                <a:solidFill>
                  <a:schemeClr val="tx1"/>
                </a:solidFill>
              </a:rPr>
              <a:t>，对所有非负整数可计算出表</a:t>
            </a:r>
            <a:r>
              <a:rPr lang="en-US" altLang="zh-CN" sz="2800" b="1" dirty="0">
                <a:solidFill>
                  <a:schemeClr val="tx1"/>
                </a:solidFill>
              </a:rPr>
              <a:t>1-1</a:t>
            </a:r>
            <a:r>
              <a:rPr lang="zh-CN" altLang="en-US" sz="2800" b="1" dirty="0">
                <a:solidFill>
                  <a:schemeClr val="tx1"/>
                </a:solidFill>
              </a:rPr>
              <a:t>的三角形阵列，通常称这个三角阵列为杨辉三角形或</a:t>
            </a:r>
            <a:r>
              <a:rPr lang="en-US" altLang="zh-CN" sz="2800" b="1" dirty="0">
                <a:solidFill>
                  <a:schemeClr val="tx1"/>
                </a:solidFill>
              </a:rPr>
              <a:t>Pascal</a:t>
            </a:r>
            <a:r>
              <a:rPr lang="zh-CN" altLang="en-US" sz="2800" b="1" dirty="0">
                <a:solidFill>
                  <a:schemeClr val="tx1"/>
                </a:solidFill>
              </a:rPr>
              <a:t>三角形。</a:t>
            </a:r>
            <a:endParaRPr lang="zh-CN" altLang="en-US" b="1" dirty="0">
              <a:solidFill>
                <a:schemeClr val="tx1"/>
              </a:solidFill>
            </a:endParaRPr>
          </a:p>
        </p:txBody>
      </p:sp>
      <p:sp>
        <p:nvSpPr>
          <p:cNvPr id="15364" name="Rectangle 4">
            <a:extLst>
              <a:ext uri="{FF2B5EF4-FFF2-40B4-BE49-F238E27FC236}">
                <a16:creationId xmlns:a16="http://schemas.microsoft.com/office/drawing/2014/main" id="{02D17431-77ED-4692-A4D6-578D669C0E54}"/>
              </a:ext>
            </a:extLst>
          </p:cNvPr>
          <p:cNvSpPr>
            <a:spLocks noChangeArrowheads="1"/>
          </p:cNvSpPr>
          <p:nvPr/>
        </p:nvSpPr>
        <p:spPr bwMode="auto">
          <a:xfrm>
            <a:off x="2699792" y="2017208"/>
            <a:ext cx="4953000" cy="526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90000" tIns="46800" rIns="90000" bIns="46800">
            <a:spAutoFit/>
          </a:bodyPr>
          <a:lstStyle>
            <a:lvl1pPr indent="13335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800" dirty="0">
                <a:solidFill>
                  <a:srgbClr val="FF0000"/>
                </a:solidFill>
              </a:rPr>
              <a:t>    0  1  2    3   4    5    6    7   8</a:t>
            </a:r>
          </a:p>
          <a:p>
            <a:pPr algn="just" eaLnBrk="1" hangingPunct="1"/>
            <a:r>
              <a:rPr lang="en-US" altLang="zh-CN" sz="2800" dirty="0">
                <a:solidFill>
                  <a:srgbClr val="FF0000"/>
                </a:solidFill>
              </a:rPr>
              <a:t>0  1</a:t>
            </a:r>
          </a:p>
          <a:p>
            <a:pPr algn="just"/>
            <a:r>
              <a:rPr lang="en-US" altLang="zh-CN" sz="2800" dirty="0">
                <a:solidFill>
                  <a:srgbClr val="FF0000"/>
                </a:solidFill>
              </a:rPr>
              <a:t>1  1  1</a:t>
            </a:r>
          </a:p>
          <a:p>
            <a:pPr algn="just"/>
            <a:r>
              <a:rPr lang="en-US" altLang="zh-CN" sz="2800" dirty="0">
                <a:solidFill>
                  <a:srgbClr val="FF0000"/>
                </a:solidFill>
              </a:rPr>
              <a:t>2  1  2  1</a:t>
            </a:r>
          </a:p>
          <a:p>
            <a:pPr algn="just"/>
            <a:r>
              <a:rPr lang="en-US" altLang="zh-CN" sz="2800" dirty="0">
                <a:solidFill>
                  <a:srgbClr val="FF0000"/>
                </a:solidFill>
              </a:rPr>
              <a:t>3  1  3  3    1</a:t>
            </a:r>
          </a:p>
          <a:p>
            <a:pPr algn="just"/>
            <a:r>
              <a:rPr lang="en-US" altLang="zh-CN" sz="2800" dirty="0">
                <a:solidFill>
                  <a:srgbClr val="FF0000"/>
                </a:solidFill>
              </a:rPr>
              <a:t>4  1  4  6    4    1</a:t>
            </a:r>
          </a:p>
          <a:p>
            <a:pPr algn="just"/>
            <a:r>
              <a:rPr lang="en-US" altLang="zh-CN" sz="2800" dirty="0">
                <a:solidFill>
                  <a:srgbClr val="FF0000"/>
                </a:solidFill>
              </a:rPr>
              <a:t>5  1  5  10  10  5    1</a:t>
            </a:r>
          </a:p>
          <a:p>
            <a:pPr algn="just"/>
            <a:r>
              <a:rPr lang="en-US" altLang="zh-CN" sz="2800" dirty="0">
                <a:solidFill>
                  <a:srgbClr val="FF0000"/>
                </a:solidFill>
              </a:rPr>
              <a:t>6  1  6  15  20 15   6    1</a:t>
            </a:r>
          </a:p>
          <a:p>
            <a:pPr algn="just"/>
            <a:r>
              <a:rPr lang="en-US" altLang="zh-CN" sz="2800" dirty="0">
                <a:solidFill>
                  <a:srgbClr val="FF0000"/>
                </a:solidFill>
              </a:rPr>
              <a:t>7  1  7  21  35 35  21   7   1</a:t>
            </a:r>
          </a:p>
          <a:p>
            <a:pPr algn="just"/>
            <a:r>
              <a:rPr lang="en-US" altLang="zh-CN" sz="2800" dirty="0">
                <a:solidFill>
                  <a:srgbClr val="FF0000"/>
                </a:solidFill>
              </a:rPr>
              <a:t>8  1  8  28  56 70  56  28  8   1</a:t>
            </a:r>
          </a:p>
          <a:p>
            <a:pPr algn="just"/>
            <a:r>
              <a:rPr lang="en-US" altLang="zh-CN" sz="2800" dirty="0">
                <a:solidFill>
                  <a:srgbClr val="FF0000"/>
                </a:solidFill>
                <a:latin typeface="Courier New" panose="02070309020205020404" pitchFamily="49" charset="0"/>
              </a:rPr>
              <a:t>…</a:t>
            </a:r>
            <a:r>
              <a:rPr lang="en-US" altLang="zh-CN" sz="2800" dirty="0">
                <a:solidFill>
                  <a:srgbClr val="FF0000"/>
                </a:solidFill>
              </a:rPr>
              <a:t>  </a:t>
            </a:r>
            <a:r>
              <a:rPr lang="en-US" altLang="zh-CN" sz="2800" dirty="0">
                <a:solidFill>
                  <a:srgbClr val="FF0000"/>
                </a:solidFill>
                <a:latin typeface="Courier New" panose="02070309020205020404" pitchFamily="49" charset="0"/>
              </a:rPr>
              <a:t>…</a:t>
            </a:r>
            <a:r>
              <a:rPr lang="en-US" altLang="zh-CN" sz="2800" dirty="0">
                <a:solidFill>
                  <a:srgbClr val="FF0000"/>
                </a:solidFill>
              </a:rPr>
              <a:t> </a:t>
            </a:r>
            <a:r>
              <a:rPr lang="en-US" altLang="zh-CN" sz="2800" dirty="0">
                <a:solidFill>
                  <a:srgbClr val="FF0000"/>
                </a:solidFill>
                <a:latin typeface="Courier New" panose="02070309020205020404" pitchFamily="49" charset="0"/>
              </a:rPr>
              <a:t>…</a:t>
            </a:r>
            <a:r>
              <a:rPr lang="en-US" altLang="zh-CN" sz="2800" dirty="0">
                <a:solidFill>
                  <a:srgbClr val="FF0000"/>
                </a:solidFill>
              </a:rPr>
              <a:t> </a:t>
            </a:r>
            <a:r>
              <a:rPr lang="en-US" altLang="zh-CN" sz="2800" dirty="0">
                <a:solidFill>
                  <a:srgbClr val="FF0000"/>
                </a:solidFill>
                <a:latin typeface="Courier New" panose="02070309020205020404" pitchFamily="49" charset="0"/>
              </a:rPr>
              <a:t>…</a:t>
            </a:r>
            <a:r>
              <a:rPr lang="en-US" altLang="zh-CN" sz="2800" dirty="0">
                <a:solidFill>
                  <a:srgbClr val="FF0000"/>
                </a:solidFill>
              </a:rPr>
              <a:t> </a:t>
            </a:r>
            <a:r>
              <a:rPr lang="en-US" altLang="zh-CN" sz="2800" dirty="0">
                <a:solidFill>
                  <a:srgbClr val="FF0000"/>
                </a:solidFill>
                <a:latin typeface="Courier New" panose="02070309020205020404" pitchFamily="49" charset="0"/>
              </a:rPr>
              <a:t>…</a:t>
            </a:r>
            <a:r>
              <a:rPr lang="en-US" altLang="zh-CN" sz="2800" dirty="0">
                <a:solidFill>
                  <a:srgbClr val="FF0000"/>
                </a:solidFill>
              </a:rPr>
              <a:t> </a:t>
            </a:r>
            <a:r>
              <a:rPr lang="en-US" altLang="zh-CN" sz="2800" dirty="0">
                <a:solidFill>
                  <a:srgbClr val="FF0000"/>
                </a:solidFill>
                <a:latin typeface="Courier New" panose="02070309020205020404" pitchFamily="49" charset="0"/>
              </a:rPr>
              <a:t>…</a:t>
            </a:r>
            <a:r>
              <a:rPr lang="en-US" altLang="zh-CN" sz="2800" dirty="0">
                <a:solidFill>
                  <a:srgbClr val="FF0000"/>
                </a:solidFill>
              </a:rPr>
              <a:t> </a:t>
            </a:r>
            <a:r>
              <a:rPr lang="en-US" altLang="zh-CN" sz="2800" dirty="0">
                <a:solidFill>
                  <a:srgbClr val="FF0000"/>
                </a:solidFill>
                <a:latin typeface="Courier New" panose="02070309020205020404" pitchFamily="49" charset="0"/>
              </a:rPr>
              <a:t>…</a:t>
            </a:r>
            <a:r>
              <a:rPr lang="en-US" altLang="zh-CN" sz="2800" dirty="0">
                <a:solidFill>
                  <a:srgbClr val="FF0000"/>
                </a:solidFill>
              </a:rPr>
              <a:t> </a:t>
            </a:r>
            <a:r>
              <a:rPr lang="en-US" altLang="zh-CN" sz="2800" dirty="0">
                <a:solidFill>
                  <a:srgbClr val="FF0000"/>
                </a:solidFill>
                <a:latin typeface="Courier New" panose="02070309020205020404" pitchFamily="49" charset="0"/>
              </a:rPr>
              <a:t>…</a:t>
            </a:r>
            <a:r>
              <a:rPr lang="en-US" altLang="zh-CN" sz="2800" dirty="0">
                <a:solidFill>
                  <a:srgbClr val="FF0000"/>
                </a:solidFill>
              </a:rPr>
              <a:t> </a:t>
            </a:r>
            <a:r>
              <a:rPr lang="en-US" altLang="zh-CN" sz="2800" dirty="0">
                <a:solidFill>
                  <a:srgbClr val="FF0000"/>
                </a:solidFill>
                <a:latin typeface="Courier New" panose="02070309020205020404" pitchFamily="49" charset="0"/>
              </a:rPr>
              <a:t>…</a:t>
            </a:r>
            <a:r>
              <a:rPr lang="en-US" altLang="zh-CN" sz="2800" dirty="0">
                <a:solidFill>
                  <a:srgbClr val="FF0000"/>
                </a:solidFill>
              </a:rPr>
              <a:t> </a:t>
            </a:r>
            <a:r>
              <a:rPr lang="en-US" altLang="zh-CN" sz="2800" dirty="0">
                <a:solidFill>
                  <a:srgbClr val="FF0000"/>
                </a:solidFill>
                <a:latin typeface="Courier New" panose="02070309020205020404" pitchFamily="49" charset="0"/>
              </a:rPr>
              <a:t>…</a:t>
            </a:r>
            <a:endParaRPr lang="en-US" altLang="zh-CN" sz="2800" dirty="0">
              <a:solidFill>
                <a:srgbClr val="FF0000"/>
              </a:solidFill>
            </a:endParaRPr>
          </a:p>
          <a:p>
            <a:endParaRPr lang="en-US" altLang="zh-CN" sz="2800" dirty="0">
              <a:solidFill>
                <a:srgbClr val="FF0000"/>
              </a:solidFill>
            </a:endParaRPr>
          </a:p>
        </p:txBody>
      </p:sp>
      <p:cxnSp>
        <p:nvCxnSpPr>
          <p:cNvPr id="3" name="直接连接符 2">
            <a:extLst>
              <a:ext uri="{FF2B5EF4-FFF2-40B4-BE49-F238E27FC236}">
                <a16:creationId xmlns:a16="http://schemas.microsoft.com/office/drawing/2014/main" id="{0221F9E5-A5E8-4B1F-82C5-803308DE800F}"/>
              </a:ext>
            </a:extLst>
          </p:cNvPr>
          <p:cNvCxnSpPr>
            <a:cxnSpLocks/>
          </p:cNvCxnSpPr>
          <p:nvPr/>
        </p:nvCxnSpPr>
        <p:spPr>
          <a:xfrm>
            <a:off x="3203848" y="2208213"/>
            <a:ext cx="0" cy="4461147"/>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323B5F83-6E21-41D7-916C-BBC506C5BC22}"/>
              </a:ext>
            </a:extLst>
          </p:cNvPr>
          <p:cNvCxnSpPr>
            <a:cxnSpLocks/>
          </p:cNvCxnSpPr>
          <p:nvPr/>
        </p:nvCxnSpPr>
        <p:spPr>
          <a:xfrm>
            <a:off x="2915816" y="2500313"/>
            <a:ext cx="4608512"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88BC730E-8298-4450-98D1-619E9FA33479}"/>
              </a:ext>
            </a:extLst>
          </p:cNvPr>
          <p:cNvSpPr txBox="1"/>
          <p:nvPr/>
        </p:nvSpPr>
        <p:spPr>
          <a:xfrm>
            <a:off x="469527" y="4293096"/>
            <a:ext cx="1728887" cy="646331"/>
          </a:xfrm>
          <a:prstGeom prst="rect">
            <a:avLst/>
          </a:prstGeom>
          <a:noFill/>
        </p:spPr>
        <p:txBody>
          <a:bodyPr wrap="square" rtlCol="0">
            <a:spAutoFit/>
          </a:bodyPr>
          <a:lstStyle/>
          <a:p>
            <a:r>
              <a:rPr lang="en-US" altLang="zh-CN" sz="3600" dirty="0">
                <a:latin typeface="+mj-ea"/>
                <a:ea typeface="+mj-ea"/>
              </a:rPr>
              <a:t>C(</a:t>
            </a:r>
            <a:r>
              <a:rPr lang="en-US" altLang="zh-CN" sz="3600" dirty="0" err="1">
                <a:latin typeface="+mj-ea"/>
                <a:ea typeface="+mj-ea"/>
              </a:rPr>
              <a:t>n,r</a:t>
            </a:r>
            <a:r>
              <a:rPr lang="en-US" altLang="zh-CN" sz="3600" dirty="0">
                <a:latin typeface="+mj-ea"/>
                <a:ea typeface="+mj-ea"/>
              </a:rPr>
              <a:t>)</a:t>
            </a:r>
            <a:endParaRPr lang="zh-CN" altLang="en-US" sz="3600" dirty="0">
              <a:latin typeface="+mj-ea"/>
              <a:ea typeface="+mj-ea"/>
            </a:endParaRPr>
          </a:p>
        </p:txBody>
      </p:sp>
      <p:sp>
        <p:nvSpPr>
          <p:cNvPr id="17" name="文本框 16">
            <a:extLst>
              <a:ext uri="{FF2B5EF4-FFF2-40B4-BE49-F238E27FC236}">
                <a16:creationId xmlns:a16="http://schemas.microsoft.com/office/drawing/2014/main" id="{B91ED3BD-1D07-468C-8EEE-14200D104FEC}"/>
              </a:ext>
            </a:extLst>
          </p:cNvPr>
          <p:cNvSpPr txBox="1"/>
          <p:nvPr/>
        </p:nvSpPr>
        <p:spPr>
          <a:xfrm>
            <a:off x="2267744" y="2420888"/>
            <a:ext cx="4589584" cy="830997"/>
          </a:xfrm>
          <a:prstGeom prst="rect">
            <a:avLst/>
          </a:prstGeom>
          <a:noFill/>
        </p:spPr>
        <p:txBody>
          <a:bodyPr wrap="square">
            <a:spAutoFit/>
          </a:bodyPr>
          <a:lstStyle/>
          <a:p>
            <a:r>
              <a:rPr lang="en-US" altLang="zh-CN" sz="4800" dirty="0">
                <a:latin typeface="+mj-ea"/>
                <a:ea typeface="+mj-ea"/>
              </a:rPr>
              <a:t>n</a:t>
            </a:r>
            <a:endParaRPr lang="zh-CN" altLang="en-US" dirty="0"/>
          </a:p>
        </p:txBody>
      </p:sp>
      <p:sp>
        <p:nvSpPr>
          <p:cNvPr id="19" name="文本框 18">
            <a:extLst>
              <a:ext uri="{FF2B5EF4-FFF2-40B4-BE49-F238E27FC236}">
                <a16:creationId xmlns:a16="http://schemas.microsoft.com/office/drawing/2014/main" id="{BBD5A157-9690-4270-AAC3-79DF467FFCC4}"/>
              </a:ext>
            </a:extLst>
          </p:cNvPr>
          <p:cNvSpPr txBox="1"/>
          <p:nvPr/>
        </p:nvSpPr>
        <p:spPr>
          <a:xfrm>
            <a:off x="7725967" y="1772816"/>
            <a:ext cx="734465" cy="830997"/>
          </a:xfrm>
          <a:prstGeom prst="rect">
            <a:avLst/>
          </a:prstGeom>
          <a:noFill/>
        </p:spPr>
        <p:txBody>
          <a:bodyPr wrap="square">
            <a:spAutoFit/>
          </a:bodyPr>
          <a:lstStyle/>
          <a:p>
            <a:r>
              <a:rPr lang="en-US" altLang="zh-CN" sz="4800" dirty="0">
                <a:latin typeface="+mj-ea"/>
                <a:ea typeface="+mj-ea"/>
              </a:rPr>
              <a:t>r</a:t>
            </a:r>
            <a:endParaRPr lang="zh-CN" altLang="en-US" dirty="0"/>
          </a:p>
        </p:txBody>
      </p:sp>
    </p:spTree>
  </p:cSld>
  <p:clrMapOvr>
    <a:masterClrMapping/>
  </p:clrMapOvr>
  <p:transition>
    <p:random/>
  </p:transition>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A88F1C90-177B-4FC2-B03C-B6A6E08113E1}"/>
              </a:ext>
            </a:extLst>
          </p:cNvPr>
          <p:cNvSpPr>
            <a:spLocks noGrp="1" noChangeArrowheads="1"/>
          </p:cNvSpPr>
          <p:nvPr>
            <p:ph type="title"/>
          </p:nvPr>
        </p:nvSpPr>
        <p:spPr>
          <a:xfrm>
            <a:off x="827088" y="630238"/>
            <a:ext cx="7543800" cy="1143000"/>
          </a:xfrm>
        </p:spPr>
        <p:txBody>
          <a:bodyPr/>
          <a:lstStyle/>
          <a:p>
            <a:pPr eaLnBrk="1" hangingPunct="1">
              <a:defRPr/>
            </a:pPr>
            <a:r>
              <a:rPr lang="zh-CN" altLang="en-US" sz="2800" b="1" dirty="0">
                <a:solidFill>
                  <a:schemeClr val="tx1"/>
                </a:solidFill>
                <a:latin typeface="+mj-ea"/>
              </a:rPr>
              <a:t>数</a:t>
            </a:r>
            <a:r>
              <a:rPr lang="en-US" altLang="zh-CN" sz="2800" b="1" dirty="0">
                <a:solidFill>
                  <a:schemeClr val="tx1"/>
                </a:solidFill>
                <a:latin typeface="+mj-ea"/>
              </a:rPr>
              <a:t>510510</a:t>
            </a:r>
            <a:r>
              <a:rPr lang="zh-CN" altLang="en-US" sz="2800" b="1" dirty="0">
                <a:solidFill>
                  <a:schemeClr val="tx1"/>
                </a:solidFill>
                <a:latin typeface="+mj-ea"/>
              </a:rPr>
              <a:t>能被多少个不同的奇数整除</a:t>
            </a:r>
            <a:r>
              <a:rPr lang="en-US" altLang="zh-CN" sz="2800" b="1" dirty="0">
                <a:solidFill>
                  <a:schemeClr val="tx1"/>
                </a:solidFill>
                <a:latin typeface="+mj-ea"/>
              </a:rPr>
              <a:t>? </a:t>
            </a:r>
          </a:p>
        </p:txBody>
      </p:sp>
      <p:sp>
        <p:nvSpPr>
          <p:cNvPr id="11267" name="Rectangle 3">
            <a:extLst>
              <a:ext uri="{FF2B5EF4-FFF2-40B4-BE49-F238E27FC236}">
                <a16:creationId xmlns:a16="http://schemas.microsoft.com/office/drawing/2014/main" id="{09BEECDA-A539-4A74-9642-BEF0C16D3BCA}"/>
              </a:ext>
            </a:extLst>
          </p:cNvPr>
          <p:cNvSpPr>
            <a:spLocks noGrp="1" noChangeArrowheads="1"/>
          </p:cNvSpPr>
          <p:nvPr>
            <p:ph idx="1"/>
          </p:nvPr>
        </p:nvSpPr>
        <p:spPr>
          <a:xfrm>
            <a:off x="358775" y="1835150"/>
            <a:ext cx="8534400" cy="4114800"/>
          </a:xfrm>
        </p:spPr>
        <p:txBody>
          <a:bodyPr/>
          <a:lstStyle/>
          <a:p>
            <a:pPr eaLnBrk="1" hangingPunct="1">
              <a:lnSpc>
                <a:spcPct val="90000"/>
              </a:lnSpc>
              <a:buFont typeface="Wingdings 2" panose="05020102010507070707" pitchFamily="18" charset="2"/>
              <a:buNone/>
            </a:pPr>
            <a:r>
              <a:rPr lang="zh-CN" altLang="en-US" sz="2800" b="1" dirty="0">
                <a:solidFill>
                  <a:srgbClr val="FF0000"/>
                </a:solidFill>
                <a:latin typeface="隶书" panose="02010509060101010101" pitchFamily="49" charset="-122"/>
                <a:ea typeface="隶书" panose="02010509060101010101" pitchFamily="49" charset="-122"/>
              </a:rPr>
              <a:t>解：</a:t>
            </a:r>
            <a:endParaRPr lang="en-US" altLang="zh-CN" sz="2800" b="1" dirty="0">
              <a:solidFill>
                <a:srgbClr val="FF0000"/>
              </a:solidFill>
              <a:latin typeface="隶书" panose="02010509060101010101" pitchFamily="49" charset="-122"/>
              <a:ea typeface="隶书" panose="02010509060101010101" pitchFamily="49" charset="-122"/>
            </a:endParaRPr>
          </a:p>
          <a:p>
            <a:pPr eaLnBrk="1" hangingPunct="1">
              <a:lnSpc>
                <a:spcPct val="90000"/>
              </a:lnSpc>
            </a:pPr>
            <a:r>
              <a:rPr lang="en-US" altLang="zh-CN" sz="2800" b="1" dirty="0">
                <a:solidFill>
                  <a:srgbClr val="463D2E"/>
                </a:solidFill>
                <a:latin typeface="隶书" panose="02010509060101010101" pitchFamily="49" charset="-122"/>
                <a:ea typeface="隶书" panose="02010509060101010101" pitchFamily="49" charset="-122"/>
              </a:rPr>
              <a:t>510510=2·3·5·7·11·13·17</a:t>
            </a:r>
            <a:br>
              <a:rPr lang="en-US" altLang="zh-CN" sz="2800" b="1" dirty="0">
                <a:solidFill>
                  <a:srgbClr val="463D2E"/>
                </a:solidFill>
                <a:latin typeface="隶书" panose="02010509060101010101" pitchFamily="49" charset="-122"/>
                <a:ea typeface="隶书" panose="02010509060101010101" pitchFamily="49" charset="-122"/>
              </a:rPr>
            </a:br>
            <a:r>
              <a:rPr lang="zh-CN" altLang="en-US" sz="2800" b="1" dirty="0">
                <a:solidFill>
                  <a:srgbClr val="463D2E"/>
                </a:solidFill>
                <a:latin typeface="隶书" panose="02010509060101010101" pitchFamily="49" charset="-122"/>
                <a:ea typeface="隶书" panose="02010509060101010101" pitchFamily="49" charset="-122"/>
              </a:rPr>
              <a:t>除</a:t>
            </a:r>
            <a:r>
              <a:rPr lang="en-US" altLang="zh-CN" sz="2800" b="1" dirty="0">
                <a:solidFill>
                  <a:srgbClr val="463D2E"/>
                </a:solidFill>
                <a:latin typeface="隶书" panose="02010509060101010101" pitchFamily="49" charset="-122"/>
                <a:ea typeface="隶书" panose="02010509060101010101" pitchFamily="49" charset="-122"/>
              </a:rPr>
              <a:t>2</a:t>
            </a:r>
            <a:r>
              <a:rPr lang="zh-CN" altLang="en-US" sz="2800" b="1" dirty="0">
                <a:solidFill>
                  <a:srgbClr val="463D2E"/>
                </a:solidFill>
                <a:latin typeface="隶书" panose="02010509060101010101" pitchFamily="49" charset="-122"/>
                <a:ea typeface="隶书" panose="02010509060101010101" pitchFamily="49" charset="-122"/>
              </a:rPr>
              <a:t>是偶数外都是奇数，于是要整除</a:t>
            </a:r>
            <a:r>
              <a:rPr lang="en-US" altLang="zh-CN" sz="2800" b="1" dirty="0">
                <a:solidFill>
                  <a:srgbClr val="463D2E"/>
                </a:solidFill>
                <a:latin typeface="隶书" panose="02010509060101010101" pitchFamily="49" charset="-122"/>
                <a:ea typeface="隶书" panose="02010509060101010101" pitchFamily="49" charset="-122"/>
              </a:rPr>
              <a:t>510510</a:t>
            </a:r>
            <a:r>
              <a:rPr lang="zh-CN" altLang="en-US" sz="2800" b="1" dirty="0">
                <a:solidFill>
                  <a:srgbClr val="463D2E"/>
                </a:solidFill>
                <a:latin typeface="隶书" panose="02010509060101010101" pitchFamily="49" charset="-122"/>
                <a:ea typeface="隶书" panose="02010509060101010101" pitchFamily="49" charset="-122"/>
              </a:rPr>
              <a:t>的奇数只能是除</a:t>
            </a:r>
            <a:r>
              <a:rPr lang="en-US" altLang="zh-CN" sz="2800" b="1" dirty="0">
                <a:solidFill>
                  <a:srgbClr val="463D2E"/>
                </a:solidFill>
                <a:latin typeface="隶书" panose="02010509060101010101" pitchFamily="49" charset="-122"/>
                <a:ea typeface="隶书" panose="02010509060101010101" pitchFamily="49" charset="-122"/>
              </a:rPr>
              <a:t>2</a:t>
            </a:r>
            <a:r>
              <a:rPr lang="zh-CN" altLang="en-US" sz="2800" b="1" dirty="0">
                <a:solidFill>
                  <a:srgbClr val="463D2E"/>
                </a:solidFill>
                <a:latin typeface="隶书" panose="02010509060101010101" pitchFamily="49" charset="-122"/>
                <a:ea typeface="隶书" panose="02010509060101010101" pitchFamily="49" charset="-122"/>
              </a:rPr>
              <a:t>以外的奇素数之积或者</a:t>
            </a:r>
            <a:r>
              <a:rPr lang="en-US" altLang="zh-CN" sz="2800" b="1" dirty="0">
                <a:solidFill>
                  <a:srgbClr val="463D2E"/>
                </a:solidFill>
                <a:latin typeface="隶书" panose="02010509060101010101" pitchFamily="49" charset="-122"/>
                <a:ea typeface="隶书" panose="02010509060101010101" pitchFamily="49" charset="-122"/>
              </a:rPr>
              <a:t>1</a:t>
            </a:r>
            <a:r>
              <a:rPr lang="zh-CN" altLang="en-US" sz="2800" b="1" dirty="0">
                <a:solidFill>
                  <a:srgbClr val="463D2E"/>
                </a:solidFill>
                <a:latin typeface="隶书" panose="02010509060101010101" pitchFamily="49" charset="-122"/>
                <a:ea typeface="隶书" panose="02010509060101010101" pitchFamily="49" charset="-122"/>
              </a:rPr>
              <a:t>，而且在一个积中一个奇数至多出现一次</a:t>
            </a:r>
            <a:r>
              <a:rPr lang="zh-CN" altLang="en-US" sz="2800" b="1" dirty="0">
                <a:latin typeface="隶书" panose="02010509060101010101" pitchFamily="49" charset="-122"/>
                <a:ea typeface="隶书" panose="02010509060101010101" pitchFamily="49" charset="-122"/>
              </a:rPr>
              <a:t> 。</a:t>
            </a:r>
          </a:p>
          <a:p>
            <a:pPr algn="just" eaLnBrk="1" hangingPunct="1">
              <a:lnSpc>
                <a:spcPct val="90000"/>
              </a:lnSpc>
            </a:pPr>
            <a:r>
              <a:rPr lang="zh-CN" altLang="en-US" sz="2800" b="1" dirty="0">
                <a:latin typeface="隶书" panose="02010509060101010101" pitchFamily="49" charset="-122"/>
                <a:ea typeface="隶书" panose="02010509060101010101" pitchFamily="49" charset="-122"/>
              </a:rPr>
              <a:t>奇素数之积</a:t>
            </a:r>
            <a:r>
              <a:rPr lang="en-US" altLang="zh-CN" sz="2800" b="1">
                <a:latin typeface="隶书" panose="02010509060101010101" pitchFamily="49" charset="-122"/>
                <a:ea typeface="隶书" panose="02010509060101010101" pitchFamily="49" charset="-122"/>
              </a:rPr>
              <a:t>,</a:t>
            </a:r>
            <a:r>
              <a:rPr lang="zh-CN" altLang="en-US" sz="2800" b="1">
                <a:latin typeface="隶书" panose="02010509060101010101" pitchFamily="49" charset="-122"/>
                <a:ea typeface="隶书" panose="02010509060101010101" pitchFamily="49" charset="-122"/>
              </a:rPr>
              <a:t>分</a:t>
            </a:r>
            <a:r>
              <a:rPr lang="zh-CN" altLang="en-US" sz="2800" b="1" dirty="0">
                <a:latin typeface="隶书" panose="02010509060101010101" pitchFamily="49" charset="-122"/>
                <a:ea typeface="隶书" panose="02010509060101010101" pitchFamily="49" charset="-122"/>
              </a:rPr>
              <a:t>下面几种情况讨论： </a:t>
            </a:r>
          </a:p>
          <a:p>
            <a:pPr marL="881063" lvl="1" indent="-514350" algn="just" eaLnBrk="1" hangingPunct="1">
              <a:lnSpc>
                <a:spcPct val="90000"/>
              </a:lnSpc>
              <a:buFont typeface="Calibri" panose="020F0502020204030204" pitchFamily="34" charset="0"/>
              <a:buAutoNum type="alphaLcPeriod"/>
            </a:pPr>
            <a:r>
              <a:rPr lang="zh-CN" altLang="en-US" b="1" dirty="0">
                <a:latin typeface="隶书" panose="02010509060101010101" pitchFamily="49" charset="-122"/>
                <a:ea typeface="隶书" panose="02010509060101010101" pitchFamily="49" charset="-122"/>
              </a:rPr>
              <a:t>一个奇素数，一共有</a:t>
            </a:r>
            <a:r>
              <a:rPr lang="en-US" altLang="zh-CN" b="1" dirty="0">
                <a:latin typeface="隶书" panose="02010509060101010101" pitchFamily="49" charset="-122"/>
                <a:ea typeface="隶书" panose="02010509060101010101" pitchFamily="49" charset="-122"/>
              </a:rPr>
              <a:t>C(6</a:t>
            </a:r>
            <a:r>
              <a:rPr lang="zh-CN" altLang="en-US" b="1" dirty="0">
                <a:latin typeface="隶书" panose="02010509060101010101" pitchFamily="49" charset="-122"/>
                <a:ea typeface="隶书" panose="02010509060101010101" pitchFamily="49" charset="-122"/>
              </a:rPr>
              <a:t>，</a:t>
            </a:r>
            <a:r>
              <a:rPr lang="en-US" altLang="zh-CN" b="1" dirty="0">
                <a:latin typeface="隶书" panose="02010509060101010101" pitchFamily="49" charset="-122"/>
                <a:ea typeface="隶书" panose="02010509060101010101" pitchFamily="49" charset="-122"/>
              </a:rPr>
              <a:t>1)=6</a:t>
            </a:r>
            <a:r>
              <a:rPr lang="zh-CN" altLang="en-US" b="1" dirty="0">
                <a:latin typeface="隶书" panose="02010509060101010101" pitchFamily="49" charset="-122"/>
                <a:ea typeface="隶书" panose="02010509060101010101" pitchFamily="49" charset="-122"/>
              </a:rPr>
              <a:t>个</a:t>
            </a:r>
          </a:p>
          <a:p>
            <a:pPr marL="881063" lvl="1" indent="-514350" algn="just" eaLnBrk="1" hangingPunct="1">
              <a:lnSpc>
                <a:spcPct val="90000"/>
              </a:lnSpc>
              <a:buFont typeface="Calibri" panose="020F0502020204030204" pitchFamily="34" charset="0"/>
              <a:buAutoNum type="alphaLcPeriod"/>
            </a:pPr>
            <a:r>
              <a:rPr lang="en-US" altLang="zh-CN" b="1" dirty="0">
                <a:latin typeface="隶书" panose="02010509060101010101" pitchFamily="49" charset="-122"/>
                <a:ea typeface="隶书" panose="02010509060101010101" pitchFamily="49" charset="-122"/>
              </a:rPr>
              <a:t>……</a:t>
            </a:r>
            <a:endParaRPr lang="zh-CN" altLang="en-US" b="1" dirty="0">
              <a:latin typeface="隶书" panose="02010509060101010101" pitchFamily="49" charset="-122"/>
              <a:ea typeface="隶书" panose="02010509060101010101" pitchFamily="49" charset="-122"/>
            </a:endParaRPr>
          </a:p>
          <a:p>
            <a:pPr marL="881063" lvl="1" indent="-514350" algn="just" eaLnBrk="1" hangingPunct="1">
              <a:lnSpc>
                <a:spcPct val="90000"/>
              </a:lnSpc>
              <a:buFont typeface="Calibri" panose="020F0502020204030204" pitchFamily="34" charset="0"/>
              <a:buAutoNum type="alphaLcPeriod"/>
            </a:pPr>
            <a:r>
              <a:rPr lang="zh-CN" altLang="en-US" b="1" dirty="0">
                <a:latin typeface="隶书" panose="02010509060101010101" pitchFamily="49" charset="-122"/>
                <a:ea typeface="隶书" panose="02010509060101010101" pitchFamily="49" charset="-122"/>
              </a:rPr>
              <a:t>六个奇素数，一共有</a:t>
            </a:r>
            <a:r>
              <a:rPr lang="en-US" altLang="zh-CN" b="1" dirty="0">
                <a:latin typeface="隶书" panose="02010509060101010101" pitchFamily="49" charset="-122"/>
                <a:ea typeface="隶书" panose="02010509060101010101" pitchFamily="49" charset="-122"/>
              </a:rPr>
              <a:t>C(6</a:t>
            </a:r>
            <a:r>
              <a:rPr lang="zh-CN" altLang="en-US" b="1" dirty="0">
                <a:latin typeface="隶书" panose="02010509060101010101" pitchFamily="49" charset="-122"/>
                <a:ea typeface="隶书" panose="02010509060101010101" pitchFamily="49" charset="-122"/>
              </a:rPr>
              <a:t>，</a:t>
            </a:r>
            <a:r>
              <a:rPr lang="en-US" altLang="zh-CN" b="1" dirty="0">
                <a:latin typeface="隶书" panose="02010509060101010101" pitchFamily="49" charset="-122"/>
                <a:ea typeface="隶书" panose="02010509060101010101" pitchFamily="49" charset="-122"/>
              </a:rPr>
              <a:t>6)=1</a:t>
            </a:r>
            <a:r>
              <a:rPr lang="zh-CN" altLang="en-US" b="1" dirty="0">
                <a:latin typeface="隶书" panose="02010509060101010101" pitchFamily="49" charset="-122"/>
                <a:ea typeface="隶书" panose="02010509060101010101" pitchFamily="49" charset="-122"/>
              </a:rPr>
              <a:t>个</a:t>
            </a:r>
          </a:p>
          <a:p>
            <a:pPr marL="881063" lvl="1" indent="-514350" algn="just" eaLnBrk="1" hangingPunct="1">
              <a:lnSpc>
                <a:spcPct val="90000"/>
              </a:lnSpc>
              <a:buFont typeface="Calibri" panose="020F0502020204030204" pitchFamily="34" charset="0"/>
              <a:buAutoNum type="alphaLcPeriod"/>
            </a:pPr>
            <a:r>
              <a:rPr lang="zh-CN" altLang="en-US" b="1" dirty="0">
                <a:latin typeface="隶书" panose="02010509060101010101" pitchFamily="49" charset="-122"/>
                <a:ea typeface="隶书" panose="02010509060101010101" pitchFamily="49" charset="-122"/>
              </a:rPr>
              <a:t>被</a:t>
            </a:r>
            <a:r>
              <a:rPr lang="en-US" altLang="zh-CN" b="1" dirty="0">
                <a:latin typeface="隶书" panose="02010509060101010101" pitchFamily="49" charset="-122"/>
                <a:ea typeface="隶书" panose="02010509060101010101" pitchFamily="49" charset="-122"/>
              </a:rPr>
              <a:t>1</a:t>
            </a:r>
            <a:r>
              <a:rPr lang="zh-CN" altLang="en-US" b="1" dirty="0">
                <a:latin typeface="隶书" panose="02010509060101010101" pitchFamily="49" charset="-122"/>
                <a:ea typeface="隶书" panose="02010509060101010101" pitchFamily="49" charset="-122"/>
              </a:rPr>
              <a:t>整除，</a:t>
            </a:r>
            <a:r>
              <a:rPr lang="en-US" altLang="zh-CN" b="1" dirty="0">
                <a:latin typeface="隶书" panose="02010509060101010101" pitchFamily="49" charset="-122"/>
                <a:ea typeface="隶书" panose="02010509060101010101" pitchFamily="49" charset="-122"/>
              </a:rPr>
              <a:t>1</a:t>
            </a:r>
            <a:r>
              <a:rPr lang="zh-CN" altLang="en-US" b="1" dirty="0">
                <a:latin typeface="隶书" panose="02010509060101010101" pitchFamily="49" charset="-122"/>
                <a:ea typeface="隶书" panose="02010509060101010101" pitchFamily="49" charset="-122"/>
              </a:rPr>
              <a:t>个</a:t>
            </a:r>
          </a:p>
          <a:p>
            <a:pPr algn="just" eaLnBrk="1" hangingPunct="1">
              <a:lnSpc>
                <a:spcPct val="90000"/>
              </a:lnSpc>
            </a:pPr>
            <a:r>
              <a:rPr lang="zh-CN" altLang="en-US" sz="2800" b="1" dirty="0">
                <a:latin typeface="隶书" panose="02010509060101010101" pitchFamily="49" charset="-122"/>
                <a:ea typeface="隶书" panose="02010509060101010101" pitchFamily="49" charset="-122"/>
              </a:rPr>
              <a:t>由</a:t>
            </a:r>
            <a:r>
              <a:rPr lang="zh-CN" altLang="en-US" sz="2800" b="1" dirty="0">
                <a:solidFill>
                  <a:srgbClr val="FF0000"/>
                </a:solidFill>
                <a:latin typeface="隶书" panose="02010509060101010101" pitchFamily="49" charset="-122"/>
                <a:ea typeface="隶书" panose="02010509060101010101" pitchFamily="49" charset="-122"/>
              </a:rPr>
              <a:t>加法规则</a:t>
            </a:r>
            <a:r>
              <a:rPr lang="zh-CN" altLang="en-US" sz="2800" b="1" dirty="0">
                <a:latin typeface="隶书" panose="02010509060101010101" pitchFamily="49" charset="-122"/>
                <a:ea typeface="隶书" panose="02010509060101010101" pitchFamily="49" charset="-122"/>
              </a:rPr>
              <a:t>知总共有</a:t>
            </a:r>
            <a:r>
              <a:rPr lang="en-US" altLang="zh-CN" sz="2800" b="1" dirty="0">
                <a:solidFill>
                  <a:srgbClr val="FF0000"/>
                </a:solidFill>
                <a:latin typeface="隶书" panose="02010509060101010101" pitchFamily="49" charset="-122"/>
                <a:ea typeface="隶书" panose="02010509060101010101" pitchFamily="49" charset="-122"/>
              </a:rPr>
              <a:t>6+15+20+15+6+1+1=64</a:t>
            </a:r>
            <a:r>
              <a:rPr lang="zh-CN" altLang="en-US" sz="2800" b="1" dirty="0">
                <a:latin typeface="隶书" panose="02010509060101010101" pitchFamily="49" charset="-122"/>
                <a:ea typeface="隶书" panose="02010509060101010101" pitchFamily="49" charset="-122"/>
              </a:rPr>
              <a:t>个。</a:t>
            </a:r>
          </a:p>
          <a:p>
            <a:pPr algn="just" eaLnBrk="1" hangingPunct="1">
              <a:lnSpc>
                <a:spcPct val="90000"/>
              </a:lnSpc>
            </a:pPr>
            <a:endParaRPr lang="en-US" altLang="zh-CN" sz="2800" b="1" dirty="0">
              <a:latin typeface="隶书" panose="02010509060101010101" pitchFamily="49" charset="-122"/>
              <a:ea typeface="隶书" panose="02010509060101010101" pitchFamily="49" charset="-122"/>
            </a:endParaRPr>
          </a:p>
        </p:txBody>
      </p:sp>
      <p:sp>
        <p:nvSpPr>
          <p:cNvPr id="6" name="Rectangle 2">
            <a:extLst>
              <a:ext uri="{FF2B5EF4-FFF2-40B4-BE49-F238E27FC236}">
                <a16:creationId xmlns:a16="http://schemas.microsoft.com/office/drawing/2014/main" id="{723241A9-00A2-40E8-8DF9-B502604B1F52}"/>
              </a:ext>
            </a:extLst>
          </p:cNvPr>
          <p:cNvSpPr txBox="1">
            <a:spLocks noChangeArrowheads="1"/>
          </p:cNvSpPr>
          <p:nvPr/>
        </p:nvSpPr>
        <p:spPr>
          <a:xfrm>
            <a:off x="468313" y="333375"/>
            <a:ext cx="2667000" cy="914400"/>
          </a:xfrm>
          <a:prstGeom prst="rect">
            <a:avLst/>
          </a:prstGeom>
        </p:spPr>
        <p:txBody>
          <a:bodyPr lIns="0" rIns="0" bIns="0" anchor="b">
            <a:normAutofit/>
          </a:bodyPr>
          <a:lstStyle/>
          <a:p>
            <a:pPr fontAlgn="auto">
              <a:spcAft>
                <a:spcPts val="0"/>
              </a:spcAft>
              <a:defRPr/>
            </a:pPr>
            <a:r>
              <a:rPr kumimoji="0" lang="zh-CN" altLang="en-US" sz="4900" dirty="0">
                <a:solidFill>
                  <a:schemeClr val="tx2"/>
                </a:solidFill>
                <a:latin typeface="+mj-lt"/>
                <a:ea typeface="+mj-ea"/>
                <a:cs typeface="+mj-cs"/>
              </a:rPr>
              <a:t>例 </a:t>
            </a:r>
            <a:r>
              <a:rPr kumimoji="0" lang="en-US" altLang="zh-CN" sz="4900" dirty="0">
                <a:solidFill>
                  <a:schemeClr val="tx2"/>
                </a:solidFill>
                <a:latin typeface="+mj-lt"/>
                <a:ea typeface="+mj-ea"/>
                <a:cs typeface="+mj-cs"/>
              </a:rPr>
              <a:t>2</a:t>
            </a:r>
            <a:r>
              <a:rPr kumimoji="0" lang="zh-CN" altLang="en-US" sz="5100" dirty="0">
                <a:solidFill>
                  <a:schemeClr val="tx2"/>
                </a:solidFill>
                <a:latin typeface="宋体" pitchFamily="2" charset="-122"/>
                <a:ea typeface="+mj-ea"/>
                <a:cs typeface="+mj-cs"/>
              </a:rPr>
              <a:t>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11266"/>
                                        </p:tgtEl>
                                        <p:attrNameLst>
                                          <p:attrName>style.visibility</p:attrName>
                                        </p:attrNameLst>
                                      </p:cBhvr>
                                      <p:to>
                                        <p:strVal val="visible"/>
                                      </p:to>
                                    </p:set>
                                    <p:animEffect transition="in" filter="strips(downLeft)">
                                      <p:cBhvr>
                                        <p:cTn id="7" dur="500"/>
                                        <p:tgtEl>
                                          <p:spTgt spid="1126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11267">
                                            <p:txEl>
                                              <p:pRg st="0" end="0"/>
                                            </p:txEl>
                                          </p:spTgt>
                                        </p:tgtEl>
                                        <p:attrNameLst>
                                          <p:attrName>style.visibility</p:attrName>
                                        </p:attrNameLst>
                                      </p:cBhvr>
                                      <p:to>
                                        <p:strVal val="visible"/>
                                      </p:to>
                                    </p:set>
                                    <p:animEffect transition="in" filter="barn(outHorizontal)">
                                      <p:cBhvr>
                                        <p:cTn id="12" dur="500"/>
                                        <p:tgtEl>
                                          <p:spTgt spid="11267">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42" fill="hold" grpId="0" nodeType="clickEffect">
                                  <p:stCondLst>
                                    <p:cond delay="0"/>
                                  </p:stCondLst>
                                  <p:childTnLst>
                                    <p:set>
                                      <p:cBhvr>
                                        <p:cTn id="16" dur="1" fill="hold">
                                          <p:stCondLst>
                                            <p:cond delay="0"/>
                                          </p:stCondLst>
                                        </p:cTn>
                                        <p:tgtEl>
                                          <p:spTgt spid="11267">
                                            <p:txEl>
                                              <p:pRg st="1" end="1"/>
                                            </p:txEl>
                                          </p:spTgt>
                                        </p:tgtEl>
                                        <p:attrNameLst>
                                          <p:attrName>style.visibility</p:attrName>
                                        </p:attrNameLst>
                                      </p:cBhvr>
                                      <p:to>
                                        <p:strVal val="visible"/>
                                      </p:to>
                                    </p:set>
                                    <p:animEffect transition="in" filter="barn(outHorizontal)">
                                      <p:cBhvr>
                                        <p:cTn id="17" dur="500"/>
                                        <p:tgtEl>
                                          <p:spTgt spid="11267">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42" fill="hold" grpId="0" nodeType="clickEffect">
                                  <p:stCondLst>
                                    <p:cond delay="0"/>
                                  </p:stCondLst>
                                  <p:childTnLst>
                                    <p:set>
                                      <p:cBhvr>
                                        <p:cTn id="21" dur="1" fill="hold">
                                          <p:stCondLst>
                                            <p:cond delay="0"/>
                                          </p:stCondLst>
                                        </p:cTn>
                                        <p:tgtEl>
                                          <p:spTgt spid="11267">
                                            <p:txEl>
                                              <p:pRg st="2" end="2"/>
                                            </p:txEl>
                                          </p:spTgt>
                                        </p:tgtEl>
                                        <p:attrNameLst>
                                          <p:attrName>style.visibility</p:attrName>
                                        </p:attrNameLst>
                                      </p:cBhvr>
                                      <p:to>
                                        <p:strVal val="visible"/>
                                      </p:to>
                                    </p:set>
                                    <p:animEffect transition="in" filter="barn(outHorizontal)">
                                      <p:cBhvr>
                                        <p:cTn id="22" dur="500"/>
                                        <p:tgtEl>
                                          <p:spTgt spid="11267">
                                            <p:txEl>
                                              <p:pRg st="2" end="2"/>
                                            </p:txEl>
                                          </p:spTgt>
                                        </p:tgtEl>
                                      </p:cBhvr>
                                    </p:animEffect>
                                  </p:childTnLst>
                                </p:cTn>
                              </p:par>
                              <p:par>
                                <p:cTn id="23" presetID="16" presetClass="entr" presetSubtype="42" fill="hold" grpId="0" nodeType="withEffect">
                                  <p:stCondLst>
                                    <p:cond delay="0"/>
                                  </p:stCondLst>
                                  <p:childTnLst>
                                    <p:set>
                                      <p:cBhvr>
                                        <p:cTn id="24" dur="1" fill="hold">
                                          <p:stCondLst>
                                            <p:cond delay="0"/>
                                          </p:stCondLst>
                                        </p:cTn>
                                        <p:tgtEl>
                                          <p:spTgt spid="11267">
                                            <p:txEl>
                                              <p:pRg st="3" end="3"/>
                                            </p:txEl>
                                          </p:spTgt>
                                        </p:tgtEl>
                                        <p:attrNameLst>
                                          <p:attrName>style.visibility</p:attrName>
                                        </p:attrNameLst>
                                      </p:cBhvr>
                                      <p:to>
                                        <p:strVal val="visible"/>
                                      </p:to>
                                    </p:set>
                                    <p:animEffect transition="in" filter="barn(outHorizontal)">
                                      <p:cBhvr>
                                        <p:cTn id="25" dur="500"/>
                                        <p:tgtEl>
                                          <p:spTgt spid="11267">
                                            <p:txEl>
                                              <p:pRg st="3" end="3"/>
                                            </p:txEl>
                                          </p:spTgt>
                                        </p:tgtEl>
                                      </p:cBhvr>
                                    </p:animEffect>
                                  </p:childTnLst>
                                </p:cTn>
                              </p:par>
                              <p:par>
                                <p:cTn id="26" presetID="16" presetClass="entr" presetSubtype="42" fill="hold" grpId="0" nodeType="withEffect">
                                  <p:stCondLst>
                                    <p:cond delay="0"/>
                                  </p:stCondLst>
                                  <p:childTnLst>
                                    <p:set>
                                      <p:cBhvr>
                                        <p:cTn id="27" dur="1" fill="hold">
                                          <p:stCondLst>
                                            <p:cond delay="0"/>
                                          </p:stCondLst>
                                        </p:cTn>
                                        <p:tgtEl>
                                          <p:spTgt spid="11267">
                                            <p:txEl>
                                              <p:pRg st="4" end="4"/>
                                            </p:txEl>
                                          </p:spTgt>
                                        </p:tgtEl>
                                        <p:attrNameLst>
                                          <p:attrName>style.visibility</p:attrName>
                                        </p:attrNameLst>
                                      </p:cBhvr>
                                      <p:to>
                                        <p:strVal val="visible"/>
                                      </p:to>
                                    </p:set>
                                    <p:animEffect transition="in" filter="barn(outHorizontal)">
                                      <p:cBhvr>
                                        <p:cTn id="28" dur="500"/>
                                        <p:tgtEl>
                                          <p:spTgt spid="11267">
                                            <p:txEl>
                                              <p:pRg st="4" end="4"/>
                                            </p:txEl>
                                          </p:spTgt>
                                        </p:tgtEl>
                                      </p:cBhvr>
                                    </p:animEffect>
                                  </p:childTnLst>
                                </p:cTn>
                              </p:par>
                              <p:par>
                                <p:cTn id="29" presetID="16" presetClass="entr" presetSubtype="42" fill="hold" grpId="0" nodeType="withEffect">
                                  <p:stCondLst>
                                    <p:cond delay="0"/>
                                  </p:stCondLst>
                                  <p:childTnLst>
                                    <p:set>
                                      <p:cBhvr>
                                        <p:cTn id="30" dur="1" fill="hold">
                                          <p:stCondLst>
                                            <p:cond delay="0"/>
                                          </p:stCondLst>
                                        </p:cTn>
                                        <p:tgtEl>
                                          <p:spTgt spid="11267">
                                            <p:txEl>
                                              <p:pRg st="5" end="5"/>
                                            </p:txEl>
                                          </p:spTgt>
                                        </p:tgtEl>
                                        <p:attrNameLst>
                                          <p:attrName>style.visibility</p:attrName>
                                        </p:attrNameLst>
                                      </p:cBhvr>
                                      <p:to>
                                        <p:strVal val="visible"/>
                                      </p:to>
                                    </p:set>
                                    <p:animEffect transition="in" filter="barn(outHorizontal)">
                                      <p:cBhvr>
                                        <p:cTn id="31" dur="500"/>
                                        <p:tgtEl>
                                          <p:spTgt spid="11267">
                                            <p:txEl>
                                              <p:pRg st="5" end="5"/>
                                            </p:txEl>
                                          </p:spTgt>
                                        </p:tgtEl>
                                      </p:cBhvr>
                                    </p:animEffect>
                                  </p:childTnLst>
                                </p:cTn>
                              </p:par>
                              <p:par>
                                <p:cTn id="32" presetID="16" presetClass="entr" presetSubtype="42" fill="hold" grpId="0" nodeType="withEffect">
                                  <p:stCondLst>
                                    <p:cond delay="0"/>
                                  </p:stCondLst>
                                  <p:childTnLst>
                                    <p:set>
                                      <p:cBhvr>
                                        <p:cTn id="33" dur="1" fill="hold">
                                          <p:stCondLst>
                                            <p:cond delay="0"/>
                                          </p:stCondLst>
                                        </p:cTn>
                                        <p:tgtEl>
                                          <p:spTgt spid="11267">
                                            <p:txEl>
                                              <p:pRg st="6" end="6"/>
                                            </p:txEl>
                                          </p:spTgt>
                                        </p:tgtEl>
                                        <p:attrNameLst>
                                          <p:attrName>style.visibility</p:attrName>
                                        </p:attrNameLst>
                                      </p:cBhvr>
                                      <p:to>
                                        <p:strVal val="visible"/>
                                      </p:to>
                                    </p:set>
                                    <p:animEffect transition="in" filter="barn(outHorizontal)">
                                      <p:cBhvr>
                                        <p:cTn id="34" dur="500"/>
                                        <p:tgtEl>
                                          <p:spTgt spid="11267">
                                            <p:txEl>
                                              <p:pRg st="6" end="6"/>
                                            </p:txEl>
                                          </p:spTgt>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6" presetClass="entr" presetSubtype="42" fill="hold" grpId="0" nodeType="clickEffect">
                                  <p:stCondLst>
                                    <p:cond delay="0"/>
                                  </p:stCondLst>
                                  <p:childTnLst>
                                    <p:set>
                                      <p:cBhvr>
                                        <p:cTn id="38" dur="1" fill="hold">
                                          <p:stCondLst>
                                            <p:cond delay="0"/>
                                          </p:stCondLst>
                                        </p:cTn>
                                        <p:tgtEl>
                                          <p:spTgt spid="11267">
                                            <p:txEl>
                                              <p:pRg st="7" end="7"/>
                                            </p:txEl>
                                          </p:spTgt>
                                        </p:tgtEl>
                                        <p:attrNameLst>
                                          <p:attrName>style.visibility</p:attrName>
                                        </p:attrNameLst>
                                      </p:cBhvr>
                                      <p:to>
                                        <p:strVal val="visible"/>
                                      </p:to>
                                    </p:set>
                                    <p:animEffect transition="in" filter="barn(outHorizontal)">
                                      <p:cBhvr>
                                        <p:cTn id="39" dur="500"/>
                                        <p:tgtEl>
                                          <p:spTgt spid="1126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6" grpId="0" autoUpdateAnimBg="0"/>
      <p:bldP spid="11267" grpId="0" build="p"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70DBE61E-1E6A-4472-8C23-0773B71211F2}"/>
              </a:ext>
            </a:extLst>
          </p:cNvPr>
          <p:cNvSpPr>
            <a:spLocks noGrp="1" noChangeArrowheads="1"/>
          </p:cNvSpPr>
          <p:nvPr>
            <p:ph type="title"/>
          </p:nvPr>
        </p:nvSpPr>
        <p:spPr>
          <a:xfrm>
            <a:off x="611188" y="917575"/>
            <a:ext cx="7921625" cy="1143000"/>
          </a:xfrm>
        </p:spPr>
        <p:txBody>
          <a:bodyPr/>
          <a:lstStyle/>
          <a:p>
            <a:pPr eaLnBrk="1" hangingPunct="1">
              <a:defRPr/>
            </a:pPr>
            <a:r>
              <a:rPr lang="zh-CN" altLang="en-US" sz="2800" dirty="0">
                <a:solidFill>
                  <a:schemeClr val="tx1"/>
                </a:solidFill>
                <a:latin typeface="+mj-ea"/>
              </a:rPr>
              <a:t>从</a:t>
            </a:r>
            <a:r>
              <a:rPr lang="en-US" altLang="zh-CN" sz="2800" dirty="0">
                <a:solidFill>
                  <a:schemeClr val="tx1"/>
                </a:solidFill>
                <a:latin typeface="+mj-ea"/>
              </a:rPr>
              <a:t>1</a:t>
            </a:r>
            <a:r>
              <a:rPr lang="zh-CN" altLang="en-US" sz="2800" dirty="0">
                <a:solidFill>
                  <a:schemeClr val="tx1"/>
                </a:solidFill>
                <a:latin typeface="+mj-ea"/>
              </a:rPr>
              <a:t>，</a:t>
            </a:r>
            <a:r>
              <a:rPr lang="en-US" altLang="zh-CN" sz="2800" dirty="0">
                <a:solidFill>
                  <a:schemeClr val="tx1"/>
                </a:solidFill>
                <a:latin typeface="+mj-ea"/>
              </a:rPr>
              <a:t>2</a:t>
            </a:r>
            <a:r>
              <a:rPr lang="zh-CN" altLang="en-US" sz="2800" dirty="0">
                <a:solidFill>
                  <a:schemeClr val="tx1"/>
                </a:solidFill>
                <a:latin typeface="+mj-ea"/>
              </a:rPr>
              <a:t>，</a:t>
            </a:r>
            <a:r>
              <a:rPr lang="en-US" altLang="zh-CN" sz="2800" dirty="0">
                <a:solidFill>
                  <a:schemeClr val="tx1"/>
                </a:solidFill>
                <a:latin typeface="+mj-ea"/>
              </a:rPr>
              <a:t>…</a:t>
            </a:r>
            <a:r>
              <a:rPr lang="zh-CN" altLang="en-US" sz="2800" dirty="0">
                <a:solidFill>
                  <a:schemeClr val="tx1"/>
                </a:solidFill>
                <a:latin typeface="+mj-ea"/>
              </a:rPr>
              <a:t>，</a:t>
            </a:r>
            <a:r>
              <a:rPr lang="en-US" altLang="zh-CN" sz="2800" dirty="0">
                <a:solidFill>
                  <a:schemeClr val="tx1"/>
                </a:solidFill>
                <a:latin typeface="+mj-ea"/>
              </a:rPr>
              <a:t>1000</a:t>
            </a:r>
            <a:r>
              <a:rPr lang="zh-CN" altLang="en-US" sz="2800" dirty="0">
                <a:solidFill>
                  <a:schemeClr val="tx1"/>
                </a:solidFill>
                <a:latin typeface="+mj-ea"/>
              </a:rPr>
              <a:t>中选出三个整数，有多少种选法使得所选的三个整数的和能被</a:t>
            </a:r>
            <a:r>
              <a:rPr lang="en-US" altLang="zh-CN" sz="2800" dirty="0">
                <a:solidFill>
                  <a:schemeClr val="tx1"/>
                </a:solidFill>
                <a:latin typeface="+mj-ea"/>
              </a:rPr>
              <a:t>3</a:t>
            </a:r>
            <a:r>
              <a:rPr lang="zh-CN" altLang="en-US" sz="2800" dirty="0">
                <a:solidFill>
                  <a:schemeClr val="tx1"/>
                </a:solidFill>
                <a:latin typeface="+mj-ea"/>
              </a:rPr>
              <a:t>整除</a:t>
            </a:r>
            <a:r>
              <a:rPr lang="en-US" altLang="zh-CN" sz="2800" dirty="0">
                <a:solidFill>
                  <a:schemeClr val="tx1"/>
                </a:solidFill>
                <a:latin typeface="+mj-ea"/>
              </a:rPr>
              <a:t>?</a:t>
            </a:r>
          </a:p>
        </p:txBody>
      </p:sp>
      <p:sp>
        <p:nvSpPr>
          <p:cNvPr id="12291" name="Rectangle 3">
            <a:extLst>
              <a:ext uri="{FF2B5EF4-FFF2-40B4-BE49-F238E27FC236}">
                <a16:creationId xmlns:a16="http://schemas.microsoft.com/office/drawing/2014/main" id="{400F6864-F427-43C5-B3FC-DD4C33F007C9}"/>
              </a:ext>
            </a:extLst>
          </p:cNvPr>
          <p:cNvSpPr>
            <a:spLocks noGrp="1" noChangeArrowheads="1"/>
          </p:cNvSpPr>
          <p:nvPr>
            <p:ph idx="1"/>
          </p:nvPr>
        </p:nvSpPr>
        <p:spPr>
          <a:xfrm>
            <a:off x="696913" y="2051050"/>
            <a:ext cx="8915400" cy="4473575"/>
          </a:xfrm>
        </p:spPr>
        <p:txBody>
          <a:bodyPr/>
          <a:lstStyle/>
          <a:p>
            <a:pPr eaLnBrk="1" hangingPunct="1">
              <a:lnSpc>
                <a:spcPct val="90000"/>
              </a:lnSpc>
              <a:buFont typeface="Wingdings 2" panose="05020102010507070707" pitchFamily="18" charset="2"/>
              <a:buNone/>
              <a:defRPr/>
            </a:pPr>
            <a:r>
              <a:rPr lang="zh-CN" altLang="en-US" sz="2800" b="1" dirty="0">
                <a:solidFill>
                  <a:srgbClr val="FF0000"/>
                </a:solidFill>
              </a:rPr>
              <a:t>解：</a:t>
            </a:r>
            <a:r>
              <a:rPr lang="zh-CN" altLang="en-US" sz="2400" b="1" dirty="0">
                <a:solidFill>
                  <a:schemeClr val="tx1">
                    <a:lumMod val="85000"/>
                    <a:lumOff val="15000"/>
                  </a:schemeClr>
                </a:solidFill>
                <a:latin typeface="隶书" pitchFamily="49" charset="-122"/>
                <a:ea typeface="隶书" pitchFamily="49" charset="-122"/>
              </a:rPr>
              <a:t>把集合</a:t>
            </a:r>
            <a:r>
              <a:rPr lang="en-US" altLang="zh-CN" sz="2400" b="1" dirty="0">
                <a:solidFill>
                  <a:schemeClr val="tx1">
                    <a:lumMod val="85000"/>
                    <a:lumOff val="15000"/>
                  </a:schemeClr>
                </a:solidFill>
                <a:latin typeface="隶书" pitchFamily="49" charset="-122"/>
                <a:ea typeface="隶书" pitchFamily="49" charset="-122"/>
              </a:rPr>
              <a:t>A=</a:t>
            </a:r>
            <a:r>
              <a:rPr lang="zh-CN" altLang="en-US" sz="2400" b="1" dirty="0">
                <a:solidFill>
                  <a:schemeClr val="tx1">
                    <a:lumMod val="85000"/>
                    <a:lumOff val="15000"/>
                  </a:schemeClr>
                </a:solidFill>
                <a:latin typeface="隶书" pitchFamily="49" charset="-122"/>
                <a:ea typeface="隶书" pitchFamily="49" charset="-122"/>
              </a:rPr>
              <a:t>｛</a:t>
            </a:r>
            <a:r>
              <a:rPr lang="en-US" altLang="zh-CN" sz="2400" b="1" dirty="0">
                <a:solidFill>
                  <a:schemeClr val="tx1">
                    <a:lumMod val="85000"/>
                    <a:lumOff val="15000"/>
                  </a:schemeClr>
                </a:solidFill>
                <a:latin typeface="隶书" pitchFamily="49" charset="-122"/>
                <a:ea typeface="隶书" pitchFamily="49" charset="-122"/>
              </a:rPr>
              <a:t>1,2,…,1000</a:t>
            </a:r>
            <a:r>
              <a:rPr lang="zh-CN" altLang="en-US" sz="2400" b="1" dirty="0">
                <a:solidFill>
                  <a:schemeClr val="tx1">
                    <a:lumMod val="85000"/>
                    <a:lumOff val="15000"/>
                  </a:schemeClr>
                </a:solidFill>
                <a:latin typeface="隶书" pitchFamily="49" charset="-122"/>
                <a:ea typeface="隶书" pitchFamily="49" charset="-122"/>
              </a:rPr>
              <a:t>｝分成三个子集合，</a:t>
            </a:r>
          </a:p>
          <a:p>
            <a:pPr algn="just" eaLnBrk="1" hangingPunct="1">
              <a:lnSpc>
                <a:spcPct val="90000"/>
              </a:lnSpc>
              <a:buFontTx/>
              <a:buNone/>
              <a:defRPr/>
            </a:pPr>
            <a:r>
              <a:rPr lang="zh-CN" altLang="en-US" sz="2400" b="1" dirty="0">
                <a:solidFill>
                  <a:schemeClr val="tx1">
                    <a:lumMod val="85000"/>
                    <a:lumOff val="15000"/>
                  </a:schemeClr>
                </a:solidFill>
                <a:latin typeface="隶书" pitchFamily="49" charset="-122"/>
                <a:ea typeface="隶书" pitchFamily="49" charset="-122"/>
              </a:rPr>
              <a:t> </a:t>
            </a:r>
            <a:r>
              <a:rPr lang="en-US" altLang="zh-CN" sz="2400" b="1" dirty="0">
                <a:solidFill>
                  <a:schemeClr val="tx1">
                    <a:lumMod val="85000"/>
                    <a:lumOff val="15000"/>
                  </a:schemeClr>
                </a:solidFill>
                <a:latin typeface="隶书" pitchFamily="49" charset="-122"/>
                <a:ea typeface="隶书" pitchFamily="49" charset="-122"/>
              </a:rPr>
              <a:t>A</a:t>
            </a:r>
            <a:r>
              <a:rPr lang="en-US" altLang="zh-CN" sz="2400" b="1" baseline="-25000" dirty="0">
                <a:solidFill>
                  <a:schemeClr val="tx1">
                    <a:lumMod val="85000"/>
                    <a:lumOff val="15000"/>
                  </a:schemeClr>
                </a:solidFill>
                <a:latin typeface="隶书" pitchFamily="49" charset="-122"/>
                <a:ea typeface="隶书" pitchFamily="49" charset="-122"/>
              </a:rPr>
              <a:t>1</a:t>
            </a:r>
            <a:r>
              <a:rPr lang="en-US" altLang="zh-CN" sz="2400" b="1" dirty="0">
                <a:solidFill>
                  <a:schemeClr val="tx1">
                    <a:lumMod val="85000"/>
                    <a:lumOff val="15000"/>
                  </a:schemeClr>
                </a:solidFill>
                <a:latin typeface="隶书" pitchFamily="49" charset="-122"/>
                <a:ea typeface="隶书" pitchFamily="49" charset="-122"/>
              </a:rPr>
              <a:t>=</a:t>
            </a:r>
            <a:r>
              <a:rPr lang="zh-CN" altLang="en-US" sz="2400" b="1" dirty="0">
                <a:solidFill>
                  <a:schemeClr val="tx1">
                    <a:lumMod val="85000"/>
                    <a:lumOff val="15000"/>
                  </a:schemeClr>
                </a:solidFill>
                <a:latin typeface="隶书" pitchFamily="49" charset="-122"/>
                <a:ea typeface="隶书" pitchFamily="49" charset="-122"/>
              </a:rPr>
              <a:t>｛</a:t>
            </a:r>
            <a:r>
              <a:rPr lang="en-US" altLang="zh-CN" sz="2400" b="1" dirty="0">
                <a:solidFill>
                  <a:schemeClr val="tx1">
                    <a:lumMod val="85000"/>
                    <a:lumOff val="15000"/>
                  </a:schemeClr>
                </a:solidFill>
                <a:latin typeface="隶书" pitchFamily="49" charset="-122"/>
                <a:ea typeface="隶书" pitchFamily="49" charset="-122"/>
              </a:rPr>
              <a:t>1,4,7,…,1000</a:t>
            </a:r>
            <a:r>
              <a:rPr lang="zh-CN" altLang="en-US" sz="2400" b="1" dirty="0">
                <a:solidFill>
                  <a:schemeClr val="tx1">
                    <a:lumMod val="85000"/>
                    <a:lumOff val="15000"/>
                  </a:schemeClr>
                </a:solidFill>
                <a:latin typeface="隶书" pitchFamily="49" charset="-122"/>
                <a:ea typeface="隶书" pitchFamily="49" charset="-122"/>
              </a:rPr>
              <a:t>｝｜</a:t>
            </a:r>
            <a:r>
              <a:rPr lang="en-US" altLang="zh-CN" sz="2400" b="1" dirty="0">
                <a:solidFill>
                  <a:schemeClr val="tx1">
                    <a:lumMod val="85000"/>
                    <a:lumOff val="15000"/>
                  </a:schemeClr>
                </a:solidFill>
                <a:latin typeface="隶书" pitchFamily="49" charset="-122"/>
                <a:ea typeface="隶书" pitchFamily="49" charset="-122"/>
              </a:rPr>
              <a:t>A</a:t>
            </a:r>
            <a:r>
              <a:rPr lang="en-US" altLang="zh-CN" sz="2400" b="1" baseline="-25000" dirty="0">
                <a:solidFill>
                  <a:schemeClr val="tx1">
                    <a:lumMod val="85000"/>
                    <a:lumOff val="15000"/>
                  </a:schemeClr>
                </a:solidFill>
                <a:latin typeface="隶书" pitchFamily="49" charset="-122"/>
                <a:ea typeface="隶书" pitchFamily="49" charset="-122"/>
              </a:rPr>
              <a:t>1</a:t>
            </a:r>
            <a:r>
              <a:rPr lang="zh-CN" altLang="en-US" sz="2400" b="1" dirty="0">
                <a:solidFill>
                  <a:schemeClr val="tx1">
                    <a:lumMod val="85000"/>
                    <a:lumOff val="15000"/>
                  </a:schemeClr>
                </a:solidFill>
                <a:latin typeface="隶书" pitchFamily="49" charset="-122"/>
                <a:ea typeface="隶书" pitchFamily="49" charset="-122"/>
              </a:rPr>
              <a:t>｜</a:t>
            </a:r>
            <a:r>
              <a:rPr lang="en-US" altLang="zh-CN" sz="2400" b="1" dirty="0">
                <a:solidFill>
                  <a:schemeClr val="tx1">
                    <a:lumMod val="85000"/>
                    <a:lumOff val="15000"/>
                  </a:schemeClr>
                </a:solidFill>
                <a:latin typeface="隶书" pitchFamily="49" charset="-122"/>
                <a:ea typeface="隶书" pitchFamily="49" charset="-122"/>
              </a:rPr>
              <a:t>= 1000/3 +1=334, </a:t>
            </a:r>
          </a:p>
          <a:p>
            <a:pPr algn="just" eaLnBrk="1" hangingPunct="1">
              <a:lnSpc>
                <a:spcPct val="90000"/>
              </a:lnSpc>
              <a:buFontTx/>
              <a:buNone/>
              <a:defRPr/>
            </a:pPr>
            <a:r>
              <a:rPr lang="en-US" altLang="zh-CN" sz="2400" b="1" dirty="0">
                <a:solidFill>
                  <a:schemeClr val="tx1">
                    <a:lumMod val="85000"/>
                    <a:lumOff val="15000"/>
                  </a:schemeClr>
                </a:solidFill>
                <a:latin typeface="隶书" pitchFamily="49" charset="-122"/>
                <a:ea typeface="隶书" pitchFamily="49" charset="-122"/>
              </a:rPr>
              <a:t> A</a:t>
            </a:r>
            <a:r>
              <a:rPr lang="en-US" altLang="zh-CN" sz="2400" b="1" baseline="-25000" dirty="0">
                <a:solidFill>
                  <a:schemeClr val="tx1">
                    <a:lumMod val="85000"/>
                    <a:lumOff val="15000"/>
                  </a:schemeClr>
                </a:solidFill>
                <a:latin typeface="隶书" pitchFamily="49" charset="-122"/>
                <a:ea typeface="隶书" pitchFamily="49" charset="-122"/>
              </a:rPr>
              <a:t>2</a:t>
            </a:r>
            <a:r>
              <a:rPr lang="en-US" altLang="zh-CN" sz="2400" b="1" dirty="0">
                <a:solidFill>
                  <a:schemeClr val="tx1">
                    <a:lumMod val="85000"/>
                    <a:lumOff val="15000"/>
                  </a:schemeClr>
                </a:solidFill>
                <a:latin typeface="隶书" pitchFamily="49" charset="-122"/>
                <a:ea typeface="隶书" pitchFamily="49" charset="-122"/>
              </a:rPr>
              <a:t>=</a:t>
            </a:r>
            <a:r>
              <a:rPr lang="zh-CN" altLang="en-US" sz="2400" b="1" dirty="0">
                <a:solidFill>
                  <a:schemeClr val="tx1">
                    <a:lumMod val="85000"/>
                    <a:lumOff val="15000"/>
                  </a:schemeClr>
                </a:solidFill>
                <a:latin typeface="隶书" pitchFamily="49" charset="-122"/>
                <a:ea typeface="隶书" pitchFamily="49" charset="-122"/>
              </a:rPr>
              <a:t>｛</a:t>
            </a:r>
            <a:r>
              <a:rPr lang="en-US" altLang="zh-CN" sz="2400" b="1" dirty="0">
                <a:solidFill>
                  <a:schemeClr val="tx1">
                    <a:lumMod val="85000"/>
                    <a:lumOff val="15000"/>
                  </a:schemeClr>
                </a:solidFill>
                <a:latin typeface="隶书" pitchFamily="49" charset="-122"/>
                <a:ea typeface="隶书" pitchFamily="49" charset="-122"/>
              </a:rPr>
              <a:t>2,5,8,…,998</a:t>
            </a:r>
            <a:r>
              <a:rPr lang="zh-CN" altLang="en-US" sz="2400" b="1" dirty="0">
                <a:solidFill>
                  <a:schemeClr val="tx1">
                    <a:lumMod val="85000"/>
                    <a:lumOff val="15000"/>
                  </a:schemeClr>
                </a:solidFill>
                <a:latin typeface="隶书" pitchFamily="49" charset="-122"/>
                <a:ea typeface="隶书" pitchFamily="49" charset="-122"/>
              </a:rPr>
              <a:t>｝ ｜</a:t>
            </a:r>
            <a:r>
              <a:rPr lang="en-US" altLang="zh-CN" sz="2400" b="1" dirty="0">
                <a:solidFill>
                  <a:schemeClr val="tx1">
                    <a:lumMod val="85000"/>
                    <a:lumOff val="15000"/>
                  </a:schemeClr>
                </a:solidFill>
                <a:latin typeface="隶书" pitchFamily="49" charset="-122"/>
                <a:ea typeface="隶书" pitchFamily="49" charset="-122"/>
              </a:rPr>
              <a:t>A</a:t>
            </a:r>
            <a:r>
              <a:rPr lang="en-US" altLang="zh-CN" sz="2400" b="1" baseline="-25000" dirty="0">
                <a:solidFill>
                  <a:schemeClr val="tx1">
                    <a:lumMod val="85000"/>
                    <a:lumOff val="15000"/>
                  </a:schemeClr>
                </a:solidFill>
                <a:latin typeface="隶书" pitchFamily="49" charset="-122"/>
                <a:ea typeface="隶书" pitchFamily="49" charset="-122"/>
              </a:rPr>
              <a:t>2</a:t>
            </a:r>
            <a:r>
              <a:rPr lang="zh-CN" altLang="en-US" sz="2400" b="1" dirty="0">
                <a:solidFill>
                  <a:schemeClr val="tx1">
                    <a:lumMod val="85000"/>
                    <a:lumOff val="15000"/>
                  </a:schemeClr>
                </a:solidFill>
                <a:latin typeface="隶书" pitchFamily="49" charset="-122"/>
                <a:ea typeface="隶书" pitchFamily="49" charset="-122"/>
              </a:rPr>
              <a:t>｜</a:t>
            </a:r>
            <a:r>
              <a:rPr lang="en-US" altLang="zh-CN" sz="2400" b="1" dirty="0">
                <a:solidFill>
                  <a:schemeClr val="tx1">
                    <a:lumMod val="85000"/>
                    <a:lumOff val="15000"/>
                  </a:schemeClr>
                </a:solidFill>
                <a:latin typeface="隶书" pitchFamily="49" charset="-122"/>
                <a:ea typeface="隶书" pitchFamily="49" charset="-122"/>
              </a:rPr>
              <a:t>= 998/3  +1=333, </a:t>
            </a:r>
          </a:p>
          <a:p>
            <a:pPr algn="just" eaLnBrk="1" hangingPunct="1">
              <a:lnSpc>
                <a:spcPct val="90000"/>
              </a:lnSpc>
              <a:buFontTx/>
              <a:buNone/>
              <a:defRPr/>
            </a:pPr>
            <a:r>
              <a:rPr lang="en-US" altLang="zh-CN" sz="2400" b="1" dirty="0">
                <a:solidFill>
                  <a:schemeClr val="tx1">
                    <a:lumMod val="85000"/>
                    <a:lumOff val="15000"/>
                  </a:schemeClr>
                </a:solidFill>
                <a:latin typeface="隶书" pitchFamily="49" charset="-122"/>
                <a:ea typeface="隶书" pitchFamily="49" charset="-122"/>
              </a:rPr>
              <a:t> A</a:t>
            </a:r>
            <a:r>
              <a:rPr lang="en-US" altLang="zh-CN" sz="2400" b="1" baseline="-25000" dirty="0">
                <a:solidFill>
                  <a:schemeClr val="tx1">
                    <a:lumMod val="85000"/>
                    <a:lumOff val="15000"/>
                  </a:schemeClr>
                </a:solidFill>
                <a:latin typeface="隶书" pitchFamily="49" charset="-122"/>
                <a:ea typeface="隶书" pitchFamily="49" charset="-122"/>
              </a:rPr>
              <a:t>3</a:t>
            </a:r>
            <a:r>
              <a:rPr lang="en-US" altLang="zh-CN" sz="2400" b="1" dirty="0">
                <a:solidFill>
                  <a:schemeClr val="tx1">
                    <a:lumMod val="85000"/>
                    <a:lumOff val="15000"/>
                  </a:schemeClr>
                </a:solidFill>
                <a:latin typeface="隶书" pitchFamily="49" charset="-122"/>
                <a:ea typeface="隶书" pitchFamily="49" charset="-122"/>
              </a:rPr>
              <a:t>=</a:t>
            </a:r>
            <a:r>
              <a:rPr lang="zh-CN" altLang="en-US" sz="2400" b="1" dirty="0">
                <a:solidFill>
                  <a:schemeClr val="tx1">
                    <a:lumMod val="85000"/>
                    <a:lumOff val="15000"/>
                  </a:schemeClr>
                </a:solidFill>
                <a:latin typeface="隶书" pitchFamily="49" charset="-122"/>
                <a:ea typeface="隶书" pitchFamily="49" charset="-122"/>
              </a:rPr>
              <a:t>｛</a:t>
            </a:r>
            <a:r>
              <a:rPr lang="en-US" altLang="zh-CN" sz="2400" b="1" dirty="0">
                <a:solidFill>
                  <a:schemeClr val="tx1">
                    <a:lumMod val="85000"/>
                    <a:lumOff val="15000"/>
                  </a:schemeClr>
                </a:solidFill>
                <a:latin typeface="隶书" pitchFamily="49" charset="-122"/>
                <a:ea typeface="隶书" pitchFamily="49" charset="-122"/>
              </a:rPr>
              <a:t>3,6,9,…,999</a:t>
            </a:r>
            <a:r>
              <a:rPr lang="zh-CN" altLang="en-US" sz="2400" b="1" dirty="0">
                <a:solidFill>
                  <a:schemeClr val="tx1">
                    <a:lumMod val="85000"/>
                    <a:lumOff val="15000"/>
                  </a:schemeClr>
                </a:solidFill>
                <a:latin typeface="隶书" pitchFamily="49" charset="-122"/>
                <a:ea typeface="隶书" pitchFamily="49" charset="-122"/>
              </a:rPr>
              <a:t>｝ ｜</a:t>
            </a:r>
            <a:r>
              <a:rPr lang="en-US" altLang="zh-CN" sz="2400" b="1" dirty="0">
                <a:solidFill>
                  <a:schemeClr val="tx1">
                    <a:lumMod val="85000"/>
                    <a:lumOff val="15000"/>
                  </a:schemeClr>
                </a:solidFill>
                <a:latin typeface="隶书" pitchFamily="49" charset="-122"/>
                <a:ea typeface="隶书" pitchFamily="49" charset="-122"/>
              </a:rPr>
              <a:t>A</a:t>
            </a:r>
            <a:r>
              <a:rPr lang="en-US" altLang="zh-CN" sz="2400" b="1" baseline="-25000" dirty="0">
                <a:solidFill>
                  <a:schemeClr val="tx1">
                    <a:lumMod val="85000"/>
                    <a:lumOff val="15000"/>
                  </a:schemeClr>
                </a:solidFill>
                <a:latin typeface="隶书" pitchFamily="49" charset="-122"/>
                <a:ea typeface="隶书" pitchFamily="49" charset="-122"/>
              </a:rPr>
              <a:t>3</a:t>
            </a:r>
            <a:r>
              <a:rPr lang="zh-CN" altLang="en-US" sz="2400" b="1" dirty="0">
                <a:solidFill>
                  <a:schemeClr val="tx1">
                    <a:lumMod val="85000"/>
                    <a:lumOff val="15000"/>
                  </a:schemeClr>
                </a:solidFill>
                <a:latin typeface="隶书" pitchFamily="49" charset="-122"/>
                <a:ea typeface="隶书" pitchFamily="49" charset="-122"/>
              </a:rPr>
              <a:t>｜</a:t>
            </a:r>
            <a:r>
              <a:rPr lang="en-US" altLang="zh-CN" sz="2400" b="1" dirty="0">
                <a:solidFill>
                  <a:schemeClr val="tx1">
                    <a:lumMod val="85000"/>
                    <a:lumOff val="15000"/>
                  </a:schemeClr>
                </a:solidFill>
                <a:latin typeface="隶书" pitchFamily="49" charset="-122"/>
                <a:ea typeface="隶书" pitchFamily="49" charset="-122"/>
              </a:rPr>
              <a:t>= 999/3    =333 </a:t>
            </a:r>
          </a:p>
          <a:p>
            <a:pPr algn="just" eaLnBrk="1" hangingPunct="1">
              <a:lnSpc>
                <a:spcPct val="90000"/>
              </a:lnSpc>
              <a:buFontTx/>
              <a:buNone/>
              <a:defRPr/>
            </a:pPr>
            <a:r>
              <a:rPr lang="en-US" altLang="zh-CN" sz="2400" b="1" dirty="0">
                <a:solidFill>
                  <a:schemeClr val="tx1">
                    <a:lumMod val="85000"/>
                    <a:lumOff val="15000"/>
                  </a:schemeClr>
                </a:solidFill>
                <a:latin typeface="隶书" pitchFamily="49" charset="-122"/>
                <a:ea typeface="隶书" pitchFamily="49" charset="-122"/>
              </a:rPr>
              <a:t>a</a:t>
            </a:r>
            <a:r>
              <a:rPr lang="en-US" altLang="zh-CN" sz="2400" b="1" baseline="-25000" dirty="0">
                <a:solidFill>
                  <a:schemeClr val="tx1">
                    <a:lumMod val="85000"/>
                    <a:lumOff val="15000"/>
                  </a:schemeClr>
                </a:solidFill>
                <a:latin typeface="隶书" pitchFamily="49" charset="-122"/>
                <a:ea typeface="隶书" pitchFamily="49" charset="-122"/>
              </a:rPr>
              <a:t>1</a:t>
            </a:r>
            <a:r>
              <a:rPr lang="en-US" altLang="zh-CN" sz="2400" b="1" dirty="0">
                <a:solidFill>
                  <a:schemeClr val="tx1">
                    <a:lumMod val="85000"/>
                    <a:lumOff val="15000"/>
                  </a:schemeClr>
                </a:solidFill>
                <a:latin typeface="隶书" pitchFamily="49" charset="-122"/>
                <a:ea typeface="隶书" pitchFamily="49" charset="-122"/>
              </a:rPr>
              <a:t>+a</a:t>
            </a:r>
            <a:r>
              <a:rPr lang="en-US" altLang="zh-CN" sz="2400" b="1" baseline="-25000" dirty="0">
                <a:solidFill>
                  <a:schemeClr val="tx1">
                    <a:lumMod val="85000"/>
                    <a:lumOff val="15000"/>
                  </a:schemeClr>
                </a:solidFill>
                <a:latin typeface="隶书" pitchFamily="49" charset="-122"/>
                <a:ea typeface="隶书" pitchFamily="49" charset="-122"/>
              </a:rPr>
              <a:t>2</a:t>
            </a:r>
            <a:r>
              <a:rPr lang="en-US" altLang="zh-CN" sz="2400" b="1" dirty="0">
                <a:solidFill>
                  <a:schemeClr val="tx1">
                    <a:lumMod val="85000"/>
                    <a:lumOff val="15000"/>
                  </a:schemeClr>
                </a:solidFill>
                <a:latin typeface="隶书" pitchFamily="49" charset="-122"/>
                <a:ea typeface="隶书" pitchFamily="49" charset="-122"/>
              </a:rPr>
              <a:t>+a</a:t>
            </a:r>
            <a:r>
              <a:rPr lang="en-US" altLang="zh-CN" sz="2400" b="1" baseline="-25000" dirty="0">
                <a:solidFill>
                  <a:schemeClr val="tx1">
                    <a:lumMod val="85000"/>
                    <a:lumOff val="15000"/>
                  </a:schemeClr>
                </a:solidFill>
                <a:latin typeface="隶书" pitchFamily="49" charset="-122"/>
                <a:ea typeface="隶书" pitchFamily="49" charset="-122"/>
              </a:rPr>
              <a:t>3</a:t>
            </a:r>
            <a:r>
              <a:rPr lang="zh-CN" altLang="en-US" sz="2400" b="1" dirty="0">
                <a:solidFill>
                  <a:schemeClr val="tx1">
                    <a:lumMod val="85000"/>
                    <a:lumOff val="15000"/>
                  </a:schemeClr>
                </a:solidFill>
                <a:latin typeface="隶书" pitchFamily="49" charset="-122"/>
                <a:ea typeface="隶书" pitchFamily="49" charset="-122"/>
              </a:rPr>
              <a:t>能被</a:t>
            </a:r>
            <a:r>
              <a:rPr lang="en-US" altLang="zh-CN" sz="2400" b="1" dirty="0">
                <a:solidFill>
                  <a:schemeClr val="tx1">
                    <a:lumMod val="85000"/>
                    <a:lumOff val="15000"/>
                  </a:schemeClr>
                </a:solidFill>
                <a:latin typeface="隶书" pitchFamily="49" charset="-122"/>
                <a:ea typeface="隶书" pitchFamily="49" charset="-122"/>
              </a:rPr>
              <a:t>3</a:t>
            </a:r>
            <a:r>
              <a:rPr lang="zh-CN" altLang="en-US" sz="2400" b="1" dirty="0">
                <a:solidFill>
                  <a:schemeClr val="tx1">
                    <a:lumMod val="85000"/>
                    <a:lumOff val="15000"/>
                  </a:schemeClr>
                </a:solidFill>
                <a:latin typeface="隶书" pitchFamily="49" charset="-122"/>
                <a:ea typeface="隶书" pitchFamily="49" charset="-122"/>
              </a:rPr>
              <a:t>整除 </a:t>
            </a:r>
            <a:r>
              <a:rPr lang="en-US" altLang="zh-CN" sz="2400" b="1" dirty="0">
                <a:solidFill>
                  <a:schemeClr val="tx1">
                    <a:lumMod val="85000"/>
                    <a:lumOff val="15000"/>
                  </a:schemeClr>
                </a:solidFill>
                <a:latin typeface="隶书" pitchFamily="49" charset="-122"/>
                <a:ea typeface="隶书" pitchFamily="49" charset="-122"/>
              </a:rPr>
              <a:t>,</a:t>
            </a:r>
            <a:r>
              <a:rPr lang="zh-CN" altLang="en-US" sz="2400" b="1" dirty="0">
                <a:solidFill>
                  <a:schemeClr val="tx1">
                    <a:lumMod val="85000"/>
                    <a:lumOff val="15000"/>
                  </a:schemeClr>
                </a:solidFill>
                <a:latin typeface="隶书" pitchFamily="49" charset="-122"/>
                <a:ea typeface="隶书" pitchFamily="49" charset="-122"/>
              </a:rPr>
              <a:t>则只有下面两种情形： </a:t>
            </a:r>
          </a:p>
          <a:p>
            <a:pPr algn="just" eaLnBrk="1" hangingPunct="1">
              <a:lnSpc>
                <a:spcPct val="90000"/>
              </a:lnSpc>
              <a:buFontTx/>
              <a:buNone/>
              <a:defRPr/>
            </a:pPr>
            <a:r>
              <a:rPr lang="en-US" altLang="zh-CN" sz="2400" b="1" dirty="0">
                <a:solidFill>
                  <a:schemeClr val="tx1">
                    <a:lumMod val="85000"/>
                    <a:lumOff val="15000"/>
                  </a:schemeClr>
                </a:solidFill>
                <a:latin typeface="隶书" pitchFamily="49" charset="-122"/>
                <a:ea typeface="隶书" pitchFamily="49" charset="-122"/>
              </a:rPr>
              <a:t>(1)a</a:t>
            </a:r>
            <a:r>
              <a:rPr lang="en-US" altLang="zh-CN" sz="2400" b="1" baseline="-25000" dirty="0">
                <a:solidFill>
                  <a:schemeClr val="tx1">
                    <a:lumMod val="85000"/>
                    <a:lumOff val="15000"/>
                  </a:schemeClr>
                </a:solidFill>
                <a:latin typeface="隶书" pitchFamily="49" charset="-122"/>
                <a:ea typeface="隶书" pitchFamily="49" charset="-122"/>
              </a:rPr>
              <a:t>1</a:t>
            </a:r>
            <a:r>
              <a:rPr lang="zh-CN" altLang="en-US" sz="2400" b="1" dirty="0">
                <a:solidFill>
                  <a:schemeClr val="tx1">
                    <a:lumMod val="85000"/>
                    <a:lumOff val="15000"/>
                  </a:schemeClr>
                </a:solidFill>
                <a:latin typeface="隶书" pitchFamily="49" charset="-122"/>
                <a:ea typeface="隶书" pitchFamily="49" charset="-122"/>
              </a:rPr>
              <a:t>，</a:t>
            </a:r>
            <a:r>
              <a:rPr lang="en-US" altLang="zh-CN" sz="2400" b="1" dirty="0">
                <a:solidFill>
                  <a:schemeClr val="tx1">
                    <a:lumMod val="85000"/>
                    <a:lumOff val="15000"/>
                  </a:schemeClr>
                </a:solidFill>
                <a:latin typeface="隶书" pitchFamily="49" charset="-122"/>
                <a:ea typeface="隶书" pitchFamily="49" charset="-122"/>
              </a:rPr>
              <a:t>a</a:t>
            </a:r>
            <a:r>
              <a:rPr lang="en-US" altLang="zh-CN" sz="2400" b="1" baseline="-25000" dirty="0">
                <a:solidFill>
                  <a:schemeClr val="tx1">
                    <a:lumMod val="85000"/>
                    <a:lumOff val="15000"/>
                  </a:schemeClr>
                </a:solidFill>
                <a:latin typeface="隶书" pitchFamily="49" charset="-122"/>
                <a:ea typeface="隶书" pitchFamily="49" charset="-122"/>
              </a:rPr>
              <a:t>2</a:t>
            </a:r>
            <a:r>
              <a:rPr lang="zh-CN" altLang="en-US" sz="2400" b="1" dirty="0">
                <a:solidFill>
                  <a:schemeClr val="tx1">
                    <a:lumMod val="85000"/>
                    <a:lumOff val="15000"/>
                  </a:schemeClr>
                </a:solidFill>
                <a:latin typeface="隶书" pitchFamily="49" charset="-122"/>
                <a:ea typeface="隶书" pitchFamily="49" charset="-122"/>
              </a:rPr>
              <a:t>和</a:t>
            </a:r>
            <a:r>
              <a:rPr lang="en-US" altLang="zh-CN" sz="2400" b="1" dirty="0">
                <a:solidFill>
                  <a:schemeClr val="tx1">
                    <a:lumMod val="85000"/>
                    <a:lumOff val="15000"/>
                  </a:schemeClr>
                </a:solidFill>
                <a:latin typeface="隶书" pitchFamily="49" charset="-122"/>
                <a:ea typeface="隶书" pitchFamily="49" charset="-122"/>
              </a:rPr>
              <a:t>a</a:t>
            </a:r>
            <a:r>
              <a:rPr lang="en-US" altLang="zh-CN" sz="2400" b="1" baseline="-25000" dirty="0">
                <a:solidFill>
                  <a:schemeClr val="tx1">
                    <a:lumMod val="85000"/>
                    <a:lumOff val="15000"/>
                  </a:schemeClr>
                </a:solidFill>
                <a:latin typeface="隶书" pitchFamily="49" charset="-122"/>
                <a:ea typeface="隶书" pitchFamily="49" charset="-122"/>
              </a:rPr>
              <a:t>3</a:t>
            </a:r>
            <a:r>
              <a:rPr lang="zh-CN" altLang="en-US" sz="2400" b="1" dirty="0">
                <a:solidFill>
                  <a:schemeClr val="tx1">
                    <a:lumMod val="85000"/>
                    <a:lumOff val="15000"/>
                  </a:schemeClr>
                </a:solidFill>
                <a:latin typeface="隶书" pitchFamily="49" charset="-122"/>
                <a:ea typeface="隶书" pitchFamily="49" charset="-122"/>
              </a:rPr>
              <a:t>取自</a:t>
            </a:r>
            <a:r>
              <a:rPr lang="zh-CN" altLang="en-US" sz="2400" b="1" dirty="0">
                <a:solidFill>
                  <a:srgbClr val="FF0000"/>
                </a:solidFill>
                <a:latin typeface="隶书" pitchFamily="49" charset="-122"/>
                <a:ea typeface="隶书" pitchFamily="49" charset="-122"/>
              </a:rPr>
              <a:t>同一子集</a:t>
            </a:r>
            <a:r>
              <a:rPr lang="en-US" altLang="zh-CN" sz="2400" b="1" dirty="0">
                <a:solidFill>
                  <a:schemeClr val="tx1">
                    <a:lumMod val="85000"/>
                    <a:lumOff val="15000"/>
                  </a:schemeClr>
                </a:solidFill>
                <a:latin typeface="隶书" pitchFamily="49" charset="-122"/>
                <a:ea typeface="隶书" pitchFamily="49" charset="-122"/>
              </a:rPr>
              <a:t>A</a:t>
            </a:r>
            <a:r>
              <a:rPr lang="en-US" altLang="zh-CN" sz="2400" b="1" baseline="-25000" dirty="0">
                <a:solidFill>
                  <a:schemeClr val="tx1">
                    <a:lumMod val="85000"/>
                    <a:lumOff val="15000"/>
                  </a:schemeClr>
                </a:solidFill>
                <a:latin typeface="隶书" pitchFamily="49" charset="-122"/>
                <a:ea typeface="隶书" pitchFamily="49" charset="-122"/>
              </a:rPr>
              <a:t>i</a:t>
            </a:r>
            <a:r>
              <a:rPr lang="en-US" altLang="zh-CN" sz="2400" b="1" dirty="0">
                <a:solidFill>
                  <a:schemeClr val="tx1">
                    <a:lumMod val="85000"/>
                    <a:lumOff val="15000"/>
                  </a:schemeClr>
                </a:solidFill>
                <a:latin typeface="隶书" pitchFamily="49" charset="-122"/>
                <a:ea typeface="隶书" pitchFamily="49" charset="-122"/>
              </a:rPr>
              <a:t>(</a:t>
            </a:r>
            <a:r>
              <a:rPr lang="en-US" altLang="zh-CN" sz="2400" b="1" dirty="0" err="1">
                <a:solidFill>
                  <a:schemeClr val="tx1">
                    <a:lumMod val="85000"/>
                    <a:lumOff val="15000"/>
                  </a:schemeClr>
                </a:solidFill>
                <a:latin typeface="隶书" pitchFamily="49" charset="-122"/>
                <a:ea typeface="隶书" pitchFamily="49" charset="-122"/>
              </a:rPr>
              <a:t>i</a:t>
            </a:r>
            <a:r>
              <a:rPr lang="en-US" altLang="zh-CN" sz="2400" b="1" dirty="0">
                <a:solidFill>
                  <a:schemeClr val="tx1">
                    <a:lumMod val="85000"/>
                    <a:lumOff val="15000"/>
                  </a:schemeClr>
                </a:solidFill>
                <a:latin typeface="隶书" pitchFamily="49" charset="-122"/>
                <a:ea typeface="隶书" pitchFamily="49" charset="-122"/>
              </a:rPr>
              <a:t>=1,2,3)</a:t>
            </a:r>
            <a:r>
              <a:rPr lang="zh-CN" altLang="en-US" sz="2400" b="1" dirty="0">
                <a:solidFill>
                  <a:schemeClr val="tx1">
                    <a:lumMod val="85000"/>
                    <a:lumOff val="15000"/>
                  </a:schemeClr>
                </a:solidFill>
                <a:latin typeface="隶书" pitchFamily="49" charset="-122"/>
                <a:ea typeface="隶书" pitchFamily="49" charset="-122"/>
              </a:rPr>
              <a:t>中。 </a:t>
            </a:r>
          </a:p>
          <a:p>
            <a:pPr algn="ctr" eaLnBrk="1" hangingPunct="1">
              <a:lnSpc>
                <a:spcPct val="90000"/>
              </a:lnSpc>
              <a:buFontTx/>
              <a:buNone/>
              <a:defRPr/>
            </a:pPr>
            <a:r>
              <a:rPr lang="zh-CN" altLang="en-US" sz="2400" b="1" dirty="0">
                <a:solidFill>
                  <a:schemeClr val="tx1">
                    <a:lumMod val="85000"/>
                    <a:lumOff val="15000"/>
                  </a:schemeClr>
                </a:solidFill>
                <a:latin typeface="隶书" pitchFamily="49" charset="-122"/>
                <a:ea typeface="隶书" pitchFamily="49" charset="-122"/>
              </a:rPr>
              <a:t>选法的种数为</a:t>
            </a:r>
            <a:r>
              <a:rPr lang="en-US" altLang="zh-CN" sz="2400" b="1" dirty="0">
                <a:solidFill>
                  <a:srgbClr val="FF0000"/>
                </a:solidFill>
                <a:latin typeface="隶书" pitchFamily="49" charset="-122"/>
                <a:ea typeface="隶书" pitchFamily="49" charset="-122"/>
              </a:rPr>
              <a:t>C(334,3)+2·C(333,3)</a:t>
            </a:r>
            <a:r>
              <a:rPr lang="en-US" altLang="zh-CN" sz="2400" b="1" dirty="0">
                <a:solidFill>
                  <a:schemeClr val="tx1">
                    <a:lumMod val="85000"/>
                    <a:lumOff val="15000"/>
                  </a:schemeClr>
                </a:solidFill>
                <a:latin typeface="隶书" pitchFamily="49" charset="-122"/>
                <a:ea typeface="隶书" pitchFamily="49" charset="-122"/>
              </a:rPr>
              <a:t></a:t>
            </a:r>
          </a:p>
          <a:p>
            <a:pPr algn="just" eaLnBrk="1" hangingPunct="1">
              <a:lnSpc>
                <a:spcPct val="90000"/>
              </a:lnSpc>
              <a:buFontTx/>
              <a:buNone/>
              <a:defRPr/>
            </a:pPr>
            <a:r>
              <a:rPr lang="en-US" altLang="zh-CN" sz="2400" b="1" dirty="0">
                <a:solidFill>
                  <a:schemeClr val="tx1">
                    <a:lumMod val="85000"/>
                    <a:lumOff val="15000"/>
                  </a:schemeClr>
                </a:solidFill>
                <a:latin typeface="隶书" pitchFamily="49" charset="-122"/>
                <a:ea typeface="隶书" pitchFamily="49" charset="-122"/>
              </a:rPr>
              <a:t>(2) a</a:t>
            </a:r>
            <a:r>
              <a:rPr lang="en-US" altLang="zh-CN" sz="2400" b="1" baseline="-25000" dirty="0">
                <a:solidFill>
                  <a:schemeClr val="tx1">
                    <a:lumMod val="85000"/>
                    <a:lumOff val="15000"/>
                  </a:schemeClr>
                </a:solidFill>
                <a:latin typeface="隶书" pitchFamily="49" charset="-122"/>
                <a:ea typeface="隶书" pitchFamily="49" charset="-122"/>
              </a:rPr>
              <a:t>1</a:t>
            </a:r>
            <a:r>
              <a:rPr lang="zh-CN" altLang="en-US" sz="2400" b="1" dirty="0">
                <a:solidFill>
                  <a:schemeClr val="tx1">
                    <a:lumMod val="85000"/>
                    <a:lumOff val="15000"/>
                  </a:schemeClr>
                </a:solidFill>
                <a:latin typeface="隶书" pitchFamily="49" charset="-122"/>
                <a:ea typeface="隶书" pitchFamily="49" charset="-122"/>
              </a:rPr>
              <a:t>，</a:t>
            </a:r>
            <a:r>
              <a:rPr lang="en-US" altLang="zh-CN" sz="2400" b="1" dirty="0">
                <a:solidFill>
                  <a:schemeClr val="tx1">
                    <a:lumMod val="85000"/>
                    <a:lumOff val="15000"/>
                  </a:schemeClr>
                </a:solidFill>
                <a:latin typeface="隶书" pitchFamily="49" charset="-122"/>
                <a:ea typeface="隶书" pitchFamily="49" charset="-122"/>
              </a:rPr>
              <a:t>a</a:t>
            </a:r>
            <a:r>
              <a:rPr lang="en-US" altLang="zh-CN" sz="2400" b="1" baseline="-25000" dirty="0">
                <a:solidFill>
                  <a:schemeClr val="tx1">
                    <a:lumMod val="85000"/>
                    <a:lumOff val="15000"/>
                  </a:schemeClr>
                </a:solidFill>
                <a:latin typeface="隶书" pitchFamily="49" charset="-122"/>
                <a:ea typeface="隶书" pitchFamily="49" charset="-122"/>
              </a:rPr>
              <a:t>2</a:t>
            </a:r>
            <a:r>
              <a:rPr lang="zh-CN" altLang="en-US" sz="2400" b="1" dirty="0">
                <a:solidFill>
                  <a:schemeClr val="tx1">
                    <a:lumMod val="85000"/>
                    <a:lumOff val="15000"/>
                  </a:schemeClr>
                </a:solidFill>
                <a:latin typeface="隶书" pitchFamily="49" charset="-122"/>
                <a:ea typeface="隶书" pitchFamily="49" charset="-122"/>
              </a:rPr>
              <a:t>和</a:t>
            </a:r>
            <a:r>
              <a:rPr lang="en-US" altLang="zh-CN" sz="2400" b="1" dirty="0">
                <a:solidFill>
                  <a:schemeClr val="tx1">
                    <a:lumMod val="85000"/>
                    <a:lumOff val="15000"/>
                  </a:schemeClr>
                </a:solidFill>
                <a:latin typeface="隶书" pitchFamily="49" charset="-122"/>
                <a:ea typeface="隶书" pitchFamily="49" charset="-122"/>
              </a:rPr>
              <a:t>a</a:t>
            </a:r>
            <a:r>
              <a:rPr lang="en-US" altLang="zh-CN" sz="2400" b="1" baseline="-25000" dirty="0">
                <a:solidFill>
                  <a:schemeClr val="tx1">
                    <a:lumMod val="85000"/>
                    <a:lumOff val="15000"/>
                  </a:schemeClr>
                </a:solidFill>
                <a:latin typeface="隶书" pitchFamily="49" charset="-122"/>
                <a:ea typeface="隶书" pitchFamily="49" charset="-122"/>
              </a:rPr>
              <a:t>3</a:t>
            </a:r>
            <a:r>
              <a:rPr lang="zh-CN" altLang="en-US" sz="2400" b="1" dirty="0">
                <a:solidFill>
                  <a:schemeClr val="tx1">
                    <a:lumMod val="85000"/>
                    <a:lumOff val="15000"/>
                  </a:schemeClr>
                </a:solidFill>
                <a:latin typeface="隶书" pitchFamily="49" charset="-122"/>
                <a:ea typeface="隶书" pitchFamily="49" charset="-122"/>
              </a:rPr>
              <a:t>分别取自</a:t>
            </a:r>
            <a:r>
              <a:rPr lang="zh-CN" altLang="en-US" sz="2400" b="1" dirty="0">
                <a:solidFill>
                  <a:srgbClr val="FF0000"/>
                </a:solidFill>
                <a:latin typeface="隶书" pitchFamily="49" charset="-122"/>
                <a:ea typeface="隶书" pitchFamily="49" charset="-122"/>
              </a:rPr>
              <a:t>不同的子集</a:t>
            </a:r>
            <a:r>
              <a:rPr lang="en-US" altLang="zh-CN" sz="2400" b="1" dirty="0">
                <a:solidFill>
                  <a:schemeClr val="tx1">
                    <a:lumMod val="85000"/>
                    <a:lumOff val="15000"/>
                  </a:schemeClr>
                </a:solidFill>
                <a:latin typeface="隶书" pitchFamily="49" charset="-122"/>
                <a:ea typeface="隶书" pitchFamily="49" charset="-122"/>
              </a:rPr>
              <a:t>A</a:t>
            </a:r>
            <a:r>
              <a:rPr lang="en-US" altLang="zh-CN" sz="2400" b="1" baseline="-25000" dirty="0">
                <a:solidFill>
                  <a:schemeClr val="tx1">
                    <a:lumMod val="85000"/>
                    <a:lumOff val="15000"/>
                  </a:schemeClr>
                </a:solidFill>
                <a:latin typeface="隶书" pitchFamily="49" charset="-122"/>
                <a:ea typeface="隶书" pitchFamily="49" charset="-122"/>
              </a:rPr>
              <a:t>1</a:t>
            </a:r>
            <a:r>
              <a:rPr lang="zh-CN" altLang="en-US" sz="2400" b="1" dirty="0">
                <a:solidFill>
                  <a:schemeClr val="tx1">
                    <a:lumMod val="85000"/>
                    <a:lumOff val="15000"/>
                  </a:schemeClr>
                </a:solidFill>
                <a:latin typeface="隶书" pitchFamily="49" charset="-122"/>
                <a:ea typeface="隶书" pitchFamily="49" charset="-122"/>
              </a:rPr>
              <a:t>，</a:t>
            </a:r>
            <a:r>
              <a:rPr lang="en-US" altLang="zh-CN" sz="2400" b="1" dirty="0">
                <a:solidFill>
                  <a:schemeClr val="tx1">
                    <a:lumMod val="85000"/>
                    <a:lumOff val="15000"/>
                  </a:schemeClr>
                </a:solidFill>
                <a:latin typeface="隶书" pitchFamily="49" charset="-122"/>
                <a:ea typeface="隶书" pitchFamily="49" charset="-122"/>
              </a:rPr>
              <a:t>A</a:t>
            </a:r>
            <a:r>
              <a:rPr lang="en-US" altLang="zh-CN" sz="2400" b="1" baseline="-25000" dirty="0">
                <a:solidFill>
                  <a:schemeClr val="tx1">
                    <a:lumMod val="85000"/>
                    <a:lumOff val="15000"/>
                  </a:schemeClr>
                </a:solidFill>
                <a:latin typeface="隶书" pitchFamily="49" charset="-122"/>
                <a:ea typeface="隶书" pitchFamily="49" charset="-122"/>
              </a:rPr>
              <a:t>2</a:t>
            </a:r>
            <a:r>
              <a:rPr lang="zh-CN" altLang="en-US" sz="2400" b="1" dirty="0">
                <a:solidFill>
                  <a:schemeClr val="tx1">
                    <a:lumMod val="85000"/>
                    <a:lumOff val="15000"/>
                  </a:schemeClr>
                </a:solidFill>
                <a:latin typeface="隶书" pitchFamily="49" charset="-122"/>
                <a:ea typeface="隶书" pitchFamily="49" charset="-122"/>
              </a:rPr>
              <a:t>和</a:t>
            </a:r>
            <a:r>
              <a:rPr lang="en-US" altLang="zh-CN" sz="2400" b="1" dirty="0">
                <a:solidFill>
                  <a:schemeClr val="tx1">
                    <a:lumMod val="85000"/>
                    <a:lumOff val="15000"/>
                  </a:schemeClr>
                </a:solidFill>
                <a:latin typeface="隶书" pitchFamily="49" charset="-122"/>
                <a:ea typeface="隶书" pitchFamily="49" charset="-122"/>
              </a:rPr>
              <a:t>A</a:t>
            </a:r>
            <a:r>
              <a:rPr lang="en-US" altLang="zh-CN" sz="2400" b="1" baseline="-25000" dirty="0">
                <a:solidFill>
                  <a:schemeClr val="tx1">
                    <a:lumMod val="85000"/>
                    <a:lumOff val="15000"/>
                  </a:schemeClr>
                </a:solidFill>
                <a:latin typeface="隶书" pitchFamily="49" charset="-122"/>
                <a:ea typeface="隶书" pitchFamily="49" charset="-122"/>
              </a:rPr>
              <a:t>3</a:t>
            </a:r>
            <a:r>
              <a:rPr lang="zh-CN" altLang="en-US" sz="2400" b="1" dirty="0">
                <a:solidFill>
                  <a:schemeClr val="tx1">
                    <a:lumMod val="85000"/>
                    <a:lumOff val="15000"/>
                  </a:schemeClr>
                </a:solidFill>
                <a:latin typeface="隶书" pitchFamily="49" charset="-122"/>
                <a:ea typeface="隶书" pitchFamily="49" charset="-122"/>
              </a:rPr>
              <a:t>中。  </a:t>
            </a:r>
          </a:p>
          <a:p>
            <a:pPr algn="ctr" eaLnBrk="1" hangingPunct="1">
              <a:lnSpc>
                <a:spcPct val="90000"/>
              </a:lnSpc>
              <a:buFontTx/>
              <a:buNone/>
              <a:defRPr/>
            </a:pPr>
            <a:r>
              <a:rPr lang="zh-CN" altLang="en-US" sz="2400" b="1" dirty="0">
                <a:solidFill>
                  <a:schemeClr val="tx1">
                    <a:lumMod val="85000"/>
                    <a:lumOff val="15000"/>
                  </a:schemeClr>
                </a:solidFill>
                <a:latin typeface="隶书" pitchFamily="49" charset="-122"/>
                <a:ea typeface="隶书" pitchFamily="49" charset="-122"/>
              </a:rPr>
              <a:t>选法的种数为</a:t>
            </a:r>
            <a:r>
              <a:rPr lang="en-US" altLang="zh-CN" sz="2400" b="1" dirty="0">
                <a:solidFill>
                  <a:srgbClr val="FF0000"/>
                </a:solidFill>
                <a:latin typeface="隶书" pitchFamily="49" charset="-122"/>
                <a:ea typeface="隶书" pitchFamily="49" charset="-122"/>
              </a:rPr>
              <a:t>C(334,1)·C(333,1)·C(333,1) </a:t>
            </a:r>
          </a:p>
          <a:p>
            <a:pPr algn="just" eaLnBrk="1" hangingPunct="1">
              <a:lnSpc>
                <a:spcPct val="90000"/>
              </a:lnSpc>
              <a:buFontTx/>
              <a:buNone/>
              <a:defRPr/>
            </a:pPr>
            <a:r>
              <a:rPr lang="zh-CN" altLang="en-US" sz="2400" b="1" dirty="0">
                <a:solidFill>
                  <a:schemeClr val="tx1">
                    <a:lumMod val="85000"/>
                    <a:lumOff val="15000"/>
                  </a:schemeClr>
                </a:solidFill>
                <a:latin typeface="隶书" pitchFamily="49" charset="-122"/>
                <a:ea typeface="隶书" pitchFamily="49" charset="-122"/>
              </a:rPr>
              <a:t>由加法规则知，符合题意的选法种数为</a:t>
            </a:r>
          </a:p>
          <a:p>
            <a:pPr algn="ctr" eaLnBrk="1" hangingPunct="1">
              <a:lnSpc>
                <a:spcPct val="90000"/>
              </a:lnSpc>
              <a:buFontTx/>
              <a:buNone/>
              <a:defRPr/>
            </a:pPr>
            <a:r>
              <a:rPr lang="en-US" altLang="zh-CN" sz="2400" b="1" dirty="0">
                <a:solidFill>
                  <a:srgbClr val="FF0000"/>
                </a:solidFill>
                <a:latin typeface="隶书" pitchFamily="49" charset="-122"/>
                <a:ea typeface="隶书" pitchFamily="49" charset="-122"/>
              </a:rPr>
              <a:t>C(334,3)+2·C(333,3)+334*333 *333</a:t>
            </a:r>
          </a:p>
        </p:txBody>
      </p:sp>
      <p:sp>
        <p:nvSpPr>
          <p:cNvPr id="5" name="Rectangle 2">
            <a:extLst>
              <a:ext uri="{FF2B5EF4-FFF2-40B4-BE49-F238E27FC236}">
                <a16:creationId xmlns:a16="http://schemas.microsoft.com/office/drawing/2014/main" id="{F68C98F1-039F-4687-8393-D648CF14067C}"/>
              </a:ext>
            </a:extLst>
          </p:cNvPr>
          <p:cNvSpPr txBox="1">
            <a:spLocks noChangeArrowheads="1"/>
          </p:cNvSpPr>
          <p:nvPr/>
        </p:nvSpPr>
        <p:spPr>
          <a:xfrm>
            <a:off x="468313" y="333375"/>
            <a:ext cx="2667000" cy="914400"/>
          </a:xfrm>
          <a:prstGeom prst="rect">
            <a:avLst/>
          </a:prstGeom>
        </p:spPr>
        <p:txBody>
          <a:bodyPr lIns="0" rIns="0" bIns="0" anchor="b">
            <a:normAutofit/>
          </a:bodyPr>
          <a:lstStyle/>
          <a:p>
            <a:pPr fontAlgn="auto">
              <a:spcAft>
                <a:spcPts val="0"/>
              </a:spcAft>
              <a:defRPr/>
            </a:pPr>
            <a:r>
              <a:rPr kumimoji="0" lang="zh-CN" altLang="en-US" sz="4900" dirty="0">
                <a:solidFill>
                  <a:schemeClr val="tx2"/>
                </a:solidFill>
                <a:latin typeface="+mj-lt"/>
                <a:ea typeface="+mj-ea"/>
                <a:cs typeface="+mj-cs"/>
              </a:rPr>
              <a:t>例 </a:t>
            </a:r>
            <a:r>
              <a:rPr kumimoji="0" lang="en-US" altLang="zh-CN" sz="4900" dirty="0">
                <a:solidFill>
                  <a:schemeClr val="tx2"/>
                </a:solidFill>
                <a:latin typeface="+mj-lt"/>
                <a:ea typeface="+mj-ea"/>
                <a:cs typeface="+mj-cs"/>
              </a:rPr>
              <a:t>3</a:t>
            </a:r>
            <a:r>
              <a:rPr kumimoji="0" lang="zh-CN" altLang="en-US" sz="5100" dirty="0">
                <a:solidFill>
                  <a:schemeClr val="tx2"/>
                </a:solidFill>
                <a:latin typeface="宋体" pitchFamily="2" charset="-122"/>
                <a:ea typeface="+mj-ea"/>
                <a:cs typeface="+mj-cs"/>
              </a:rPr>
              <a:t>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2290"/>
                                        </p:tgtEl>
                                        <p:attrNameLst>
                                          <p:attrName>style.visibility</p:attrName>
                                        </p:attrNameLst>
                                      </p:cBhvr>
                                      <p:to>
                                        <p:strVal val="visible"/>
                                      </p:to>
                                    </p:set>
                                    <p:animEffect transition="in" filter="box(in)">
                                      <p:cBhvr>
                                        <p:cTn id="7" dur="500"/>
                                        <p:tgtEl>
                                          <p:spTgt spid="1229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12291">
                                            <p:txEl>
                                              <p:pRg st="0" end="0"/>
                                            </p:txEl>
                                          </p:spTgt>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12291">
                                            <p:txEl>
                                              <p:pRg st="1" end="1"/>
                                            </p:txEl>
                                          </p:spTgt>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12291">
                                            <p:txEl>
                                              <p:pRg st="2" end="2"/>
                                            </p:txEl>
                                          </p:spTgt>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grpId="0" nodeType="clickEffect">
                                  <p:stCondLst>
                                    <p:cond delay="0"/>
                                  </p:stCondLst>
                                  <p:childTnLst>
                                    <p:set>
                                      <p:cBhvr>
                                        <p:cTn id="23" dur="1" fill="hold">
                                          <p:stCondLst>
                                            <p:cond delay="499"/>
                                          </p:stCondLst>
                                        </p:cTn>
                                        <p:tgtEl>
                                          <p:spTgt spid="12291">
                                            <p:txEl>
                                              <p:pRg st="3" end="3"/>
                                            </p:txEl>
                                          </p:spTgt>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grpId="0" nodeType="clickEffect">
                                  <p:stCondLst>
                                    <p:cond delay="0"/>
                                  </p:stCondLst>
                                  <p:childTnLst>
                                    <p:set>
                                      <p:cBhvr>
                                        <p:cTn id="27" dur="1" fill="hold">
                                          <p:stCondLst>
                                            <p:cond delay="499"/>
                                          </p:stCondLst>
                                        </p:cTn>
                                        <p:tgtEl>
                                          <p:spTgt spid="12291">
                                            <p:txEl>
                                              <p:pRg st="4" end="4"/>
                                            </p:txEl>
                                          </p:spTgt>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grpId="0" nodeType="clickEffect">
                                  <p:stCondLst>
                                    <p:cond delay="0"/>
                                  </p:stCondLst>
                                  <p:childTnLst>
                                    <p:set>
                                      <p:cBhvr>
                                        <p:cTn id="31" dur="1" fill="hold">
                                          <p:stCondLst>
                                            <p:cond delay="499"/>
                                          </p:stCondLst>
                                        </p:cTn>
                                        <p:tgtEl>
                                          <p:spTgt spid="12291">
                                            <p:txEl>
                                              <p:pRg st="5" end="5"/>
                                            </p:txEl>
                                          </p:spTgt>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grpId="0" nodeType="clickEffect">
                                  <p:stCondLst>
                                    <p:cond delay="0"/>
                                  </p:stCondLst>
                                  <p:childTnLst>
                                    <p:set>
                                      <p:cBhvr>
                                        <p:cTn id="35" dur="1" fill="hold">
                                          <p:stCondLst>
                                            <p:cond delay="499"/>
                                          </p:stCondLst>
                                        </p:cTn>
                                        <p:tgtEl>
                                          <p:spTgt spid="12291">
                                            <p:txEl>
                                              <p:pRg st="6" end="6"/>
                                            </p:txEl>
                                          </p:spTgt>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grpId="0" nodeType="clickEffect">
                                  <p:stCondLst>
                                    <p:cond delay="0"/>
                                  </p:stCondLst>
                                  <p:childTnLst>
                                    <p:set>
                                      <p:cBhvr>
                                        <p:cTn id="39" dur="1" fill="hold">
                                          <p:stCondLst>
                                            <p:cond delay="499"/>
                                          </p:stCondLst>
                                        </p:cTn>
                                        <p:tgtEl>
                                          <p:spTgt spid="12291">
                                            <p:txEl>
                                              <p:pRg st="7" end="7"/>
                                            </p:txEl>
                                          </p:spTgt>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1" presetClass="entr" presetSubtype="0" fill="hold" grpId="0" nodeType="clickEffect">
                                  <p:stCondLst>
                                    <p:cond delay="0"/>
                                  </p:stCondLst>
                                  <p:childTnLst>
                                    <p:set>
                                      <p:cBhvr>
                                        <p:cTn id="43" dur="1" fill="hold">
                                          <p:stCondLst>
                                            <p:cond delay="499"/>
                                          </p:stCondLst>
                                        </p:cTn>
                                        <p:tgtEl>
                                          <p:spTgt spid="12291">
                                            <p:txEl>
                                              <p:pRg st="8" end="8"/>
                                            </p:txEl>
                                          </p:spTgt>
                                        </p:tgtEl>
                                        <p:attrNameLst>
                                          <p:attrName>style.visibility</p:attrName>
                                        </p:attrNameLst>
                                      </p:cBhvr>
                                      <p:to>
                                        <p:strVal val="visible"/>
                                      </p:to>
                                    </p:set>
                                  </p:childTnLst>
                                </p:cTn>
                              </p:par>
                            </p:childTnLst>
                          </p:cTn>
                        </p:par>
                      </p:childTnLst>
                    </p:cTn>
                  </p:par>
                  <p:par>
                    <p:cTn id="44" fill="hold" nodeType="clickPar">
                      <p:stCondLst>
                        <p:cond delay="indefinite"/>
                      </p:stCondLst>
                      <p:childTnLst>
                        <p:par>
                          <p:cTn id="45" fill="hold" nodeType="withGroup">
                            <p:stCondLst>
                              <p:cond delay="0"/>
                            </p:stCondLst>
                            <p:childTnLst>
                              <p:par>
                                <p:cTn id="46" presetID="1" presetClass="entr" presetSubtype="0" fill="hold" grpId="0" nodeType="clickEffect">
                                  <p:stCondLst>
                                    <p:cond delay="0"/>
                                  </p:stCondLst>
                                  <p:childTnLst>
                                    <p:set>
                                      <p:cBhvr>
                                        <p:cTn id="47" dur="1" fill="hold">
                                          <p:stCondLst>
                                            <p:cond delay="499"/>
                                          </p:stCondLst>
                                        </p:cTn>
                                        <p:tgtEl>
                                          <p:spTgt spid="12291">
                                            <p:txEl>
                                              <p:pRg st="9" end="9"/>
                                            </p:txEl>
                                          </p:spTgt>
                                        </p:tgtEl>
                                        <p:attrNameLst>
                                          <p:attrName>style.visibility</p:attrName>
                                        </p:attrNameLst>
                                      </p:cBhvr>
                                      <p:to>
                                        <p:strVal val="visible"/>
                                      </p:to>
                                    </p:set>
                                  </p:childTnLst>
                                </p:cTn>
                              </p:par>
                            </p:childTnLst>
                          </p:cTn>
                        </p:par>
                      </p:childTnLst>
                    </p:cTn>
                  </p:par>
                  <p:par>
                    <p:cTn id="48" fill="hold" nodeType="clickPar">
                      <p:stCondLst>
                        <p:cond delay="indefinite"/>
                      </p:stCondLst>
                      <p:childTnLst>
                        <p:par>
                          <p:cTn id="49" fill="hold" nodeType="withGroup">
                            <p:stCondLst>
                              <p:cond delay="0"/>
                            </p:stCondLst>
                            <p:childTnLst>
                              <p:par>
                                <p:cTn id="50" presetID="1" presetClass="entr" presetSubtype="0" fill="hold" grpId="0" nodeType="clickEffect">
                                  <p:stCondLst>
                                    <p:cond delay="0"/>
                                  </p:stCondLst>
                                  <p:childTnLst>
                                    <p:set>
                                      <p:cBhvr>
                                        <p:cTn id="51" dur="1" fill="hold">
                                          <p:stCondLst>
                                            <p:cond delay="499"/>
                                          </p:stCondLst>
                                        </p:cTn>
                                        <p:tgtEl>
                                          <p:spTgt spid="12291">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autoUpdateAnimBg="0"/>
      <p:bldP spid="12291" grpId="0" build="p"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B8545842-0A77-47B4-9DF2-B1CE413E914D}"/>
              </a:ext>
            </a:extLst>
          </p:cNvPr>
          <p:cNvSpPr>
            <a:spLocks noGrp="1" noChangeArrowheads="1"/>
          </p:cNvSpPr>
          <p:nvPr>
            <p:ph type="title"/>
          </p:nvPr>
        </p:nvSpPr>
        <p:spPr>
          <a:xfrm>
            <a:off x="611188" y="1268413"/>
            <a:ext cx="7543800" cy="1143000"/>
          </a:xfrm>
        </p:spPr>
        <p:txBody>
          <a:bodyPr/>
          <a:lstStyle/>
          <a:p>
            <a:pPr eaLnBrk="1" hangingPunct="1">
              <a:defRPr/>
            </a:pPr>
            <a:r>
              <a:rPr lang="zh-CN" altLang="en-US" sz="2800" b="1" dirty="0">
                <a:solidFill>
                  <a:srgbClr val="FF0000"/>
                </a:solidFill>
                <a:latin typeface="+mj-ea"/>
              </a:rPr>
              <a:t>定义</a:t>
            </a:r>
            <a:r>
              <a:rPr lang="en-US" altLang="zh-CN" sz="2800" b="1" dirty="0">
                <a:solidFill>
                  <a:srgbClr val="FF0000"/>
                </a:solidFill>
                <a:latin typeface="+mj-ea"/>
              </a:rPr>
              <a:t>1.5 </a:t>
            </a:r>
            <a:r>
              <a:rPr lang="zh-CN" altLang="en-US" sz="2800" b="1" dirty="0">
                <a:solidFill>
                  <a:schemeClr val="tx1"/>
                </a:solidFill>
                <a:latin typeface="+mj-ea"/>
              </a:rPr>
              <a:t>从重集</a:t>
            </a:r>
            <a:r>
              <a:rPr lang="en-US" altLang="zh-CN" sz="2800" b="1" dirty="0">
                <a:solidFill>
                  <a:schemeClr val="tx1"/>
                </a:solidFill>
                <a:latin typeface="+mj-ea"/>
              </a:rPr>
              <a:t>B=</a:t>
            </a:r>
            <a:r>
              <a:rPr lang="zh-CN" altLang="en-US" sz="2800" b="1" dirty="0">
                <a:solidFill>
                  <a:schemeClr val="tx1"/>
                </a:solidFill>
                <a:latin typeface="+mj-ea"/>
              </a:rPr>
              <a:t>｛</a:t>
            </a:r>
            <a:r>
              <a:rPr lang="en-US" altLang="zh-CN" sz="2800" b="1" dirty="0">
                <a:solidFill>
                  <a:schemeClr val="tx1"/>
                </a:solidFill>
                <a:latin typeface="+mj-ea"/>
              </a:rPr>
              <a:t>k</a:t>
            </a:r>
            <a:r>
              <a:rPr lang="en-US" altLang="zh-CN" sz="2800" b="1" baseline="-25000" dirty="0">
                <a:solidFill>
                  <a:schemeClr val="tx1"/>
                </a:solidFill>
                <a:latin typeface="+mj-ea"/>
              </a:rPr>
              <a:t>1</a:t>
            </a:r>
            <a:r>
              <a:rPr lang="en-US" altLang="zh-CN" sz="2800" b="1" dirty="0">
                <a:solidFill>
                  <a:schemeClr val="tx1"/>
                </a:solidFill>
                <a:latin typeface="+mj-ea"/>
              </a:rPr>
              <a:t>·b</a:t>
            </a:r>
            <a:r>
              <a:rPr lang="en-US" altLang="zh-CN" sz="2800" b="1" baseline="-25000" dirty="0">
                <a:solidFill>
                  <a:schemeClr val="tx1"/>
                </a:solidFill>
                <a:latin typeface="+mj-ea"/>
              </a:rPr>
              <a:t>1</a:t>
            </a:r>
            <a:r>
              <a:rPr lang="en-US" altLang="zh-CN" sz="2800" b="1" dirty="0">
                <a:solidFill>
                  <a:schemeClr val="tx1"/>
                </a:solidFill>
                <a:latin typeface="+mj-ea"/>
              </a:rPr>
              <a:t>,k</a:t>
            </a:r>
            <a:r>
              <a:rPr lang="en-US" altLang="zh-CN" sz="2800" b="1" baseline="-25000" dirty="0">
                <a:solidFill>
                  <a:schemeClr val="tx1"/>
                </a:solidFill>
                <a:latin typeface="+mj-ea"/>
              </a:rPr>
              <a:t>2</a:t>
            </a:r>
            <a:r>
              <a:rPr lang="en-US" altLang="zh-CN" sz="2800" b="1" dirty="0">
                <a:solidFill>
                  <a:schemeClr val="tx1"/>
                </a:solidFill>
                <a:latin typeface="+mj-ea"/>
              </a:rPr>
              <a:t>·b</a:t>
            </a:r>
            <a:r>
              <a:rPr lang="en-US" altLang="zh-CN" sz="2800" b="1" baseline="-25000" dirty="0">
                <a:solidFill>
                  <a:schemeClr val="tx1"/>
                </a:solidFill>
                <a:latin typeface="+mj-ea"/>
              </a:rPr>
              <a:t>2</a:t>
            </a:r>
            <a:r>
              <a:rPr lang="en-US" altLang="zh-CN" sz="2800" b="1" dirty="0">
                <a:solidFill>
                  <a:schemeClr val="tx1"/>
                </a:solidFill>
                <a:latin typeface="+mj-ea"/>
              </a:rPr>
              <a:t>,…,</a:t>
            </a:r>
            <a:r>
              <a:rPr lang="en-US" altLang="zh-CN" sz="2800" b="1" dirty="0" err="1">
                <a:solidFill>
                  <a:schemeClr val="tx1"/>
                </a:solidFill>
                <a:latin typeface="+mj-ea"/>
              </a:rPr>
              <a:t>k</a:t>
            </a:r>
            <a:r>
              <a:rPr lang="en-US" altLang="zh-CN" sz="2800" b="1" baseline="-25000" dirty="0" err="1">
                <a:solidFill>
                  <a:schemeClr val="tx1"/>
                </a:solidFill>
                <a:latin typeface="+mj-ea"/>
              </a:rPr>
              <a:t>n</a:t>
            </a:r>
            <a:r>
              <a:rPr lang="en-US" altLang="zh-CN" sz="2800" b="1" dirty="0" err="1">
                <a:solidFill>
                  <a:schemeClr val="tx1"/>
                </a:solidFill>
                <a:latin typeface="+mj-ea"/>
              </a:rPr>
              <a:t>·b</a:t>
            </a:r>
            <a:r>
              <a:rPr lang="en-US" altLang="zh-CN" sz="2800" b="1" baseline="-25000" dirty="0" err="1">
                <a:solidFill>
                  <a:schemeClr val="tx1"/>
                </a:solidFill>
                <a:latin typeface="+mj-ea"/>
              </a:rPr>
              <a:t>n</a:t>
            </a:r>
            <a:r>
              <a:rPr lang="zh-CN" altLang="en-US" sz="2800" b="1" dirty="0">
                <a:solidFill>
                  <a:schemeClr val="tx1"/>
                </a:solidFill>
                <a:latin typeface="+mj-ea"/>
              </a:rPr>
              <a:t>｝中选取</a:t>
            </a:r>
            <a:r>
              <a:rPr lang="en-US" altLang="zh-CN" sz="2800" b="1" dirty="0">
                <a:solidFill>
                  <a:schemeClr val="tx1"/>
                </a:solidFill>
                <a:latin typeface="+mj-ea"/>
              </a:rPr>
              <a:t>r</a:t>
            </a:r>
            <a:r>
              <a:rPr lang="zh-CN" altLang="en-US" sz="2800" b="1" dirty="0">
                <a:solidFill>
                  <a:schemeClr val="tx1"/>
                </a:solidFill>
                <a:latin typeface="+mj-ea"/>
              </a:rPr>
              <a:t>个元素不考虑次序组合起来，称为从</a:t>
            </a:r>
            <a:r>
              <a:rPr lang="en-US" altLang="zh-CN" sz="2800" b="1" dirty="0">
                <a:solidFill>
                  <a:schemeClr val="tx1"/>
                </a:solidFill>
                <a:latin typeface="+mj-ea"/>
              </a:rPr>
              <a:t>B</a:t>
            </a:r>
            <a:r>
              <a:rPr lang="zh-CN" altLang="en-US" sz="2800" b="1" dirty="0">
                <a:solidFill>
                  <a:schemeClr val="tx1"/>
                </a:solidFill>
                <a:latin typeface="+mj-ea"/>
              </a:rPr>
              <a:t>中取</a:t>
            </a:r>
            <a:r>
              <a:rPr lang="en-US" altLang="zh-CN" sz="2800" b="1" dirty="0">
                <a:solidFill>
                  <a:schemeClr val="tx1"/>
                </a:solidFill>
                <a:latin typeface="+mj-ea"/>
              </a:rPr>
              <a:t>r</a:t>
            </a:r>
            <a:r>
              <a:rPr lang="zh-CN" altLang="en-US" sz="2800" b="1" dirty="0">
                <a:solidFill>
                  <a:schemeClr val="tx1"/>
                </a:solidFill>
                <a:latin typeface="+mj-ea"/>
              </a:rPr>
              <a:t>个元素的重复组合 </a:t>
            </a:r>
            <a:endParaRPr lang="en-US" altLang="zh-CN" sz="2800" b="1" dirty="0">
              <a:solidFill>
                <a:schemeClr val="tx1"/>
              </a:solidFill>
              <a:latin typeface="+mj-ea"/>
            </a:endParaRPr>
          </a:p>
        </p:txBody>
      </p:sp>
      <p:sp>
        <p:nvSpPr>
          <p:cNvPr id="13315" name="Rectangle 3">
            <a:extLst>
              <a:ext uri="{FF2B5EF4-FFF2-40B4-BE49-F238E27FC236}">
                <a16:creationId xmlns:a16="http://schemas.microsoft.com/office/drawing/2014/main" id="{04C019D1-C90C-43DD-BF16-661B20D9D559}"/>
              </a:ext>
            </a:extLst>
          </p:cNvPr>
          <p:cNvSpPr>
            <a:spLocks noGrp="1" noChangeArrowheads="1"/>
          </p:cNvSpPr>
          <p:nvPr>
            <p:ph idx="1"/>
          </p:nvPr>
        </p:nvSpPr>
        <p:spPr>
          <a:xfrm>
            <a:off x="214313" y="2714625"/>
            <a:ext cx="8610600" cy="3929063"/>
          </a:xfrm>
        </p:spPr>
        <p:txBody>
          <a:bodyPr/>
          <a:lstStyle/>
          <a:p>
            <a:pPr eaLnBrk="1" hangingPunct="1">
              <a:lnSpc>
                <a:spcPct val="150000"/>
              </a:lnSpc>
              <a:spcBef>
                <a:spcPct val="0"/>
              </a:spcBef>
              <a:buFontTx/>
              <a:buNone/>
            </a:pPr>
            <a:r>
              <a:rPr lang="zh-CN" altLang="en-US" sz="2800" b="1" dirty="0">
                <a:solidFill>
                  <a:srgbClr val="FF0000"/>
                </a:solidFill>
                <a:latin typeface="隶书" panose="02010509060101010101" pitchFamily="49" charset="-122"/>
                <a:ea typeface="隶书" panose="02010509060101010101" pitchFamily="49" charset="-122"/>
              </a:rPr>
              <a:t>定理</a:t>
            </a:r>
            <a:r>
              <a:rPr lang="en-US" altLang="zh-CN" sz="2800" b="1" dirty="0">
                <a:solidFill>
                  <a:srgbClr val="FF0000"/>
                </a:solidFill>
                <a:latin typeface="隶书" panose="02010509060101010101" pitchFamily="49" charset="-122"/>
                <a:ea typeface="隶书" panose="02010509060101010101" pitchFamily="49" charset="-122"/>
              </a:rPr>
              <a:t>1.6 </a:t>
            </a:r>
            <a:r>
              <a:rPr lang="en-US" altLang="zh-CN" sz="2800" dirty="0">
                <a:latin typeface="隶书" panose="02010509060101010101" pitchFamily="49" charset="-122"/>
                <a:ea typeface="隶书" panose="02010509060101010101" pitchFamily="49" charset="-122"/>
              </a:rPr>
              <a:t>B=</a:t>
            </a:r>
            <a:r>
              <a:rPr lang="zh-CN" altLang="en-US" sz="2800" dirty="0">
                <a:latin typeface="隶书" panose="02010509060101010101" pitchFamily="49" charset="-122"/>
                <a:ea typeface="隶书" panose="02010509060101010101" pitchFamily="49" charset="-122"/>
              </a:rPr>
              <a:t>｛∞</a:t>
            </a:r>
            <a:r>
              <a:rPr lang="en-US" altLang="zh-CN" sz="2800" dirty="0">
                <a:latin typeface="隶书" panose="02010509060101010101" pitchFamily="49" charset="-122"/>
                <a:ea typeface="隶书" panose="02010509060101010101" pitchFamily="49" charset="-122"/>
              </a:rPr>
              <a:t>·b</a:t>
            </a:r>
            <a:r>
              <a:rPr lang="en-US" altLang="zh-CN" sz="2800" baseline="-25000" dirty="0">
                <a:latin typeface="隶书" panose="02010509060101010101" pitchFamily="49" charset="-122"/>
                <a:ea typeface="隶书" panose="02010509060101010101" pitchFamily="49" charset="-122"/>
                <a:cs typeface="Courier New" panose="02070309020205020404" pitchFamily="49" charset="0"/>
              </a:rPr>
              <a:t>1</a:t>
            </a:r>
            <a:r>
              <a:rPr lang="en-US" altLang="zh-CN" sz="2800" dirty="0">
                <a:latin typeface="隶书" panose="02010509060101010101" pitchFamily="49" charset="-122"/>
                <a:ea typeface="隶书" panose="02010509060101010101" pitchFamily="49" charset="-122"/>
              </a:rPr>
              <a:t>,∞·b</a:t>
            </a:r>
            <a:r>
              <a:rPr lang="en-US" altLang="zh-CN" sz="2800" baseline="-25000" dirty="0">
                <a:latin typeface="隶书" panose="02010509060101010101" pitchFamily="49" charset="-122"/>
                <a:ea typeface="隶书" panose="02010509060101010101" pitchFamily="49" charset="-122"/>
              </a:rPr>
              <a:t>2</a:t>
            </a:r>
            <a:r>
              <a:rPr lang="en-US" altLang="zh-CN" sz="2800" dirty="0">
                <a:latin typeface="隶书" panose="02010509060101010101" pitchFamily="49" charset="-122"/>
                <a:ea typeface="隶书" panose="02010509060101010101" pitchFamily="49" charset="-122"/>
              </a:rPr>
              <a:t>,…,∞·b</a:t>
            </a:r>
            <a:r>
              <a:rPr lang="en-US" altLang="zh-CN" sz="2800" baseline="-25000" dirty="0">
                <a:latin typeface="隶书" panose="02010509060101010101" pitchFamily="49" charset="-122"/>
                <a:ea typeface="隶书" panose="02010509060101010101" pitchFamily="49" charset="-122"/>
              </a:rPr>
              <a:t>n</a:t>
            </a:r>
            <a:r>
              <a:rPr lang="zh-CN" altLang="en-US" sz="2800" dirty="0">
                <a:latin typeface="隶书" panose="02010509060101010101" pitchFamily="49" charset="-122"/>
                <a:ea typeface="隶书" panose="02010509060101010101" pitchFamily="49" charset="-122"/>
              </a:rPr>
              <a:t>｝</a:t>
            </a:r>
            <a:r>
              <a:rPr lang="zh-CN" altLang="en-US" sz="2800" b="1" dirty="0">
                <a:latin typeface="隶书" panose="02010509060101010101" pitchFamily="49" charset="-122"/>
                <a:ea typeface="隶书" panose="02010509060101010101" pitchFamily="49" charset="-122"/>
              </a:rPr>
              <a:t>的</a:t>
            </a:r>
            <a:r>
              <a:rPr lang="en-US" altLang="zh-CN" sz="2800" b="1" dirty="0">
                <a:latin typeface="隶书" panose="02010509060101010101" pitchFamily="49" charset="-122"/>
                <a:ea typeface="隶书" panose="02010509060101010101" pitchFamily="49" charset="-122"/>
              </a:rPr>
              <a:t>r</a:t>
            </a:r>
            <a:r>
              <a:rPr lang="zh-CN" altLang="en-US" sz="2800" b="1" dirty="0">
                <a:latin typeface="隶书" panose="02010509060101010101" pitchFamily="49" charset="-122"/>
                <a:ea typeface="隶书" panose="02010509060101010101" pitchFamily="49" charset="-122"/>
              </a:rPr>
              <a:t>组合数为</a:t>
            </a:r>
            <a:endParaRPr lang="en-US" altLang="zh-CN" sz="2800" b="1" dirty="0">
              <a:latin typeface="隶书" panose="02010509060101010101" pitchFamily="49" charset="-122"/>
              <a:ea typeface="隶书" panose="02010509060101010101" pitchFamily="49" charset="-122"/>
            </a:endParaRPr>
          </a:p>
          <a:p>
            <a:pPr algn="ctr" eaLnBrk="1" hangingPunct="1">
              <a:lnSpc>
                <a:spcPct val="150000"/>
              </a:lnSpc>
              <a:spcBef>
                <a:spcPct val="0"/>
              </a:spcBef>
              <a:buFontTx/>
              <a:buNone/>
            </a:pPr>
            <a:r>
              <a:rPr lang="en-US" altLang="zh-CN" sz="2800" dirty="0">
                <a:solidFill>
                  <a:srgbClr val="FF0000"/>
                </a:solidFill>
                <a:latin typeface="隶书" panose="02010509060101010101" pitchFamily="49" charset="-122"/>
                <a:ea typeface="隶书" panose="02010509060101010101" pitchFamily="49" charset="-122"/>
              </a:rPr>
              <a:t>           F(</a:t>
            </a:r>
            <a:r>
              <a:rPr lang="en-US" altLang="zh-CN" sz="2800" dirty="0" err="1">
                <a:solidFill>
                  <a:srgbClr val="FF0000"/>
                </a:solidFill>
                <a:latin typeface="隶书" panose="02010509060101010101" pitchFamily="49" charset="-122"/>
                <a:ea typeface="隶书" panose="02010509060101010101" pitchFamily="49" charset="-122"/>
              </a:rPr>
              <a:t>n,r</a:t>
            </a:r>
            <a:r>
              <a:rPr lang="en-US" altLang="zh-CN" sz="2800" dirty="0">
                <a:solidFill>
                  <a:srgbClr val="FF0000"/>
                </a:solidFill>
                <a:latin typeface="隶书" panose="02010509060101010101" pitchFamily="49" charset="-122"/>
                <a:ea typeface="隶书" panose="02010509060101010101" pitchFamily="49" charset="-122"/>
              </a:rPr>
              <a:t>)= C(n+r-1,r )         </a:t>
            </a:r>
            <a:r>
              <a:rPr lang="en-US" altLang="zh-CN" sz="2800" dirty="0">
                <a:latin typeface="隶书" panose="02010509060101010101" pitchFamily="49" charset="-122"/>
                <a:ea typeface="隶书" panose="02010509060101010101" pitchFamily="49" charset="-122"/>
              </a:rPr>
              <a:t>(1.11) </a:t>
            </a:r>
          </a:p>
          <a:p>
            <a:pPr eaLnBrk="1" hangingPunct="1">
              <a:buFont typeface="Wingdings 2" panose="05020102010507070707" pitchFamily="18" charset="2"/>
              <a:buNone/>
            </a:pPr>
            <a:r>
              <a:rPr lang="zh-CN" altLang="en-US" sz="2800" b="1" dirty="0">
                <a:latin typeface="隶书" panose="02010509060101010101" pitchFamily="49" charset="-122"/>
                <a:ea typeface="隶书" panose="02010509060101010101" pitchFamily="49" charset="-122"/>
              </a:rPr>
              <a:t>证明：设</a:t>
            </a:r>
            <a:r>
              <a:rPr lang="en-US" altLang="zh-CN" sz="2800" b="1" dirty="0">
                <a:latin typeface="隶书" panose="02010509060101010101" pitchFamily="49" charset="-122"/>
                <a:ea typeface="隶书" panose="02010509060101010101" pitchFamily="49" charset="-122"/>
              </a:rPr>
              <a:t>n</a:t>
            </a:r>
            <a:r>
              <a:rPr lang="zh-CN" altLang="en-US" sz="2800" b="1" dirty="0">
                <a:latin typeface="隶书" panose="02010509060101010101" pitchFamily="49" charset="-122"/>
                <a:ea typeface="隶书" panose="02010509060101010101" pitchFamily="49" charset="-122"/>
              </a:rPr>
              <a:t>个元素</a:t>
            </a:r>
            <a:r>
              <a:rPr lang="en-US" altLang="zh-CN" sz="2800" b="1" dirty="0">
                <a:latin typeface="隶书" panose="02010509060101010101" pitchFamily="49" charset="-122"/>
                <a:ea typeface="隶书" panose="02010509060101010101" pitchFamily="49" charset="-122"/>
              </a:rPr>
              <a:t>b</a:t>
            </a:r>
            <a:r>
              <a:rPr lang="en-US" altLang="zh-CN" sz="2800" b="1" baseline="-25000" dirty="0">
                <a:latin typeface="隶书" panose="02010509060101010101" pitchFamily="49" charset="-122"/>
                <a:ea typeface="隶书" panose="02010509060101010101" pitchFamily="49" charset="-122"/>
              </a:rPr>
              <a:t>1</a:t>
            </a:r>
            <a:r>
              <a:rPr lang="zh-CN" altLang="en-US" sz="2800" b="1" dirty="0">
                <a:latin typeface="隶书" panose="02010509060101010101" pitchFamily="49" charset="-122"/>
                <a:ea typeface="隶书" panose="02010509060101010101" pitchFamily="49" charset="-122"/>
              </a:rPr>
              <a:t>，</a:t>
            </a:r>
            <a:r>
              <a:rPr lang="en-US" altLang="zh-CN" sz="2800" b="1" dirty="0">
                <a:latin typeface="隶书" panose="02010509060101010101" pitchFamily="49" charset="-122"/>
                <a:ea typeface="隶书" panose="02010509060101010101" pitchFamily="49" charset="-122"/>
              </a:rPr>
              <a:t>b</a:t>
            </a:r>
            <a:r>
              <a:rPr lang="en-US" altLang="zh-CN" sz="2800" b="1" baseline="-25000" dirty="0">
                <a:latin typeface="隶书" panose="02010509060101010101" pitchFamily="49" charset="-122"/>
                <a:ea typeface="隶书" panose="02010509060101010101" pitchFamily="49" charset="-122"/>
              </a:rPr>
              <a:t>2</a:t>
            </a:r>
            <a:r>
              <a:rPr lang="zh-CN" altLang="en-US" sz="2800" b="1" dirty="0">
                <a:latin typeface="隶书" panose="02010509060101010101" pitchFamily="49" charset="-122"/>
                <a:ea typeface="隶书" panose="02010509060101010101" pitchFamily="49" charset="-122"/>
              </a:rPr>
              <a:t>，</a:t>
            </a:r>
            <a:r>
              <a:rPr lang="en-US" altLang="zh-CN" sz="2800" b="1" dirty="0">
                <a:latin typeface="隶书" panose="02010509060101010101" pitchFamily="49" charset="-122"/>
                <a:ea typeface="隶书" panose="02010509060101010101" pitchFamily="49" charset="-122"/>
              </a:rPr>
              <a:t>…</a:t>
            </a:r>
            <a:r>
              <a:rPr lang="zh-CN" altLang="en-US" sz="2800" b="1" dirty="0">
                <a:latin typeface="隶书" panose="02010509060101010101" pitchFamily="49" charset="-122"/>
                <a:ea typeface="隶书" panose="02010509060101010101" pitchFamily="49" charset="-122"/>
              </a:rPr>
              <a:t>，</a:t>
            </a:r>
            <a:r>
              <a:rPr lang="en-US" altLang="zh-CN" sz="2800" b="1" dirty="0">
                <a:latin typeface="隶书" panose="02010509060101010101" pitchFamily="49" charset="-122"/>
                <a:ea typeface="隶书" panose="02010509060101010101" pitchFamily="49" charset="-122"/>
              </a:rPr>
              <a:t>b</a:t>
            </a:r>
            <a:r>
              <a:rPr lang="en-US" altLang="zh-CN" sz="2800" b="1" baseline="-25000" dirty="0">
                <a:latin typeface="隶书" panose="02010509060101010101" pitchFamily="49" charset="-122"/>
                <a:ea typeface="隶书" panose="02010509060101010101" pitchFamily="49" charset="-122"/>
              </a:rPr>
              <a:t>n</a:t>
            </a:r>
            <a:r>
              <a:rPr lang="zh-CN" altLang="en-US" sz="2800" b="1" dirty="0">
                <a:latin typeface="隶书" panose="02010509060101010101" pitchFamily="49" charset="-122"/>
                <a:ea typeface="隶书" panose="02010509060101010101" pitchFamily="49" charset="-122"/>
              </a:rPr>
              <a:t>和自然数</a:t>
            </a:r>
            <a:r>
              <a:rPr lang="en-US" altLang="zh-CN" sz="2800" b="1" dirty="0">
                <a:latin typeface="隶书" panose="02010509060101010101" pitchFamily="49" charset="-122"/>
                <a:ea typeface="隶书" panose="02010509060101010101" pitchFamily="49" charset="-122"/>
              </a:rPr>
              <a:t>1</a:t>
            </a:r>
            <a:r>
              <a:rPr lang="zh-CN" altLang="en-US" sz="2800" b="1" dirty="0">
                <a:latin typeface="隶书" panose="02010509060101010101" pitchFamily="49" charset="-122"/>
                <a:ea typeface="隶书" panose="02010509060101010101" pitchFamily="49" charset="-122"/>
              </a:rPr>
              <a:t>，</a:t>
            </a:r>
            <a:r>
              <a:rPr lang="en-US" altLang="zh-CN" sz="2800" b="1" dirty="0">
                <a:latin typeface="隶书" panose="02010509060101010101" pitchFamily="49" charset="-122"/>
                <a:ea typeface="隶书" panose="02010509060101010101" pitchFamily="49" charset="-122"/>
              </a:rPr>
              <a:t>2</a:t>
            </a:r>
            <a:r>
              <a:rPr lang="zh-CN" altLang="en-US" sz="2800" b="1" dirty="0">
                <a:latin typeface="隶书" panose="02010509060101010101" pitchFamily="49" charset="-122"/>
                <a:ea typeface="隶书" panose="02010509060101010101" pitchFamily="49" charset="-122"/>
              </a:rPr>
              <a:t>，</a:t>
            </a:r>
            <a:r>
              <a:rPr lang="en-US" altLang="zh-CN" sz="2800" b="1" dirty="0">
                <a:latin typeface="隶书" panose="02010509060101010101" pitchFamily="49" charset="-122"/>
                <a:ea typeface="隶书" panose="02010509060101010101" pitchFamily="49" charset="-122"/>
              </a:rPr>
              <a:t>…</a:t>
            </a:r>
            <a:r>
              <a:rPr lang="zh-CN" altLang="en-US" sz="2800" b="1" dirty="0">
                <a:latin typeface="隶书" panose="02010509060101010101" pitchFamily="49" charset="-122"/>
                <a:ea typeface="隶书" panose="02010509060101010101" pitchFamily="49" charset="-122"/>
              </a:rPr>
              <a:t>，</a:t>
            </a:r>
            <a:r>
              <a:rPr lang="en-US" altLang="zh-CN" sz="2800" b="1" dirty="0">
                <a:latin typeface="隶书" panose="02010509060101010101" pitchFamily="49" charset="-122"/>
                <a:ea typeface="隶书" panose="02010509060101010101" pitchFamily="49" charset="-122"/>
              </a:rPr>
              <a:t>n</a:t>
            </a:r>
            <a:r>
              <a:rPr lang="zh-CN" altLang="en-US" sz="2800" b="1" dirty="0">
                <a:latin typeface="隶书" panose="02010509060101010101" pitchFamily="49" charset="-122"/>
                <a:ea typeface="隶书" panose="02010509060101010101" pitchFamily="49" charset="-122"/>
              </a:rPr>
              <a:t>一一对应，于是所考虑的任何组合便可看成是一个</a:t>
            </a:r>
            <a:r>
              <a:rPr lang="en-US" altLang="zh-CN" sz="2800" b="1" dirty="0">
                <a:latin typeface="隶书" panose="02010509060101010101" pitchFamily="49" charset="-122"/>
                <a:ea typeface="隶书" panose="02010509060101010101" pitchFamily="49" charset="-122"/>
              </a:rPr>
              <a:t>r</a:t>
            </a:r>
            <a:r>
              <a:rPr lang="zh-CN" altLang="en-US" sz="2800" b="1" dirty="0">
                <a:latin typeface="隶书" panose="02010509060101010101" pitchFamily="49" charset="-122"/>
                <a:ea typeface="隶书" panose="02010509060101010101" pitchFamily="49" charset="-122"/>
              </a:rPr>
              <a:t>个数的组合｛</a:t>
            </a:r>
            <a:r>
              <a:rPr lang="en-US" altLang="zh-CN" sz="2800" b="1" dirty="0">
                <a:latin typeface="隶书" panose="02010509060101010101" pitchFamily="49" charset="-122"/>
                <a:ea typeface="隶书" panose="02010509060101010101" pitchFamily="49" charset="-122"/>
              </a:rPr>
              <a:t>c</a:t>
            </a:r>
            <a:r>
              <a:rPr lang="en-US" altLang="zh-CN" sz="2800" b="1" baseline="-25000" dirty="0">
                <a:latin typeface="隶书" panose="02010509060101010101" pitchFamily="49" charset="-122"/>
                <a:ea typeface="隶书" panose="02010509060101010101" pitchFamily="49" charset="-122"/>
              </a:rPr>
              <a:t>1</a:t>
            </a:r>
            <a:r>
              <a:rPr lang="en-US" altLang="zh-CN" sz="2800" b="1" dirty="0">
                <a:latin typeface="隶书" panose="02010509060101010101" pitchFamily="49" charset="-122"/>
                <a:ea typeface="隶书" panose="02010509060101010101" pitchFamily="49" charset="-122"/>
              </a:rPr>
              <a:t>,c</a:t>
            </a:r>
            <a:r>
              <a:rPr lang="en-US" altLang="zh-CN" sz="2800" b="1" baseline="-25000" dirty="0">
                <a:latin typeface="隶书" panose="02010509060101010101" pitchFamily="49" charset="-122"/>
                <a:ea typeface="隶书" panose="02010509060101010101" pitchFamily="49" charset="-122"/>
              </a:rPr>
              <a:t>2</a:t>
            </a:r>
            <a:r>
              <a:rPr lang="en-US" altLang="zh-CN" sz="2800" b="1" dirty="0">
                <a:latin typeface="隶书" panose="02010509060101010101" pitchFamily="49" charset="-122"/>
                <a:ea typeface="隶书" panose="02010509060101010101" pitchFamily="49" charset="-122"/>
              </a:rPr>
              <a:t>,…,</a:t>
            </a:r>
            <a:r>
              <a:rPr lang="en-US" altLang="zh-CN" sz="2800" b="1" dirty="0" err="1">
                <a:latin typeface="隶书" panose="02010509060101010101" pitchFamily="49" charset="-122"/>
                <a:ea typeface="隶书" panose="02010509060101010101" pitchFamily="49" charset="-122"/>
              </a:rPr>
              <a:t>c</a:t>
            </a:r>
            <a:r>
              <a:rPr lang="en-US" altLang="zh-CN" sz="2800" b="1" baseline="-25000" dirty="0" err="1">
                <a:latin typeface="隶书" panose="02010509060101010101" pitchFamily="49" charset="-122"/>
                <a:ea typeface="隶书" panose="02010509060101010101" pitchFamily="49" charset="-122"/>
              </a:rPr>
              <a:t>r</a:t>
            </a:r>
            <a:r>
              <a:rPr lang="zh-CN" altLang="en-US" sz="2800" b="1" dirty="0">
                <a:latin typeface="隶书" panose="02010509060101010101" pitchFamily="49" charset="-122"/>
                <a:ea typeface="隶书" panose="02010509060101010101" pitchFamily="49" charset="-122"/>
              </a:rPr>
              <a:t>｝。可认为各</a:t>
            </a:r>
            <a:r>
              <a:rPr lang="en-US" altLang="zh-CN" sz="2800" b="1" dirty="0">
                <a:latin typeface="隶书" panose="02010509060101010101" pitchFamily="49" charset="-122"/>
                <a:ea typeface="隶书" panose="02010509060101010101" pitchFamily="49" charset="-122"/>
              </a:rPr>
              <a:t>c</a:t>
            </a:r>
            <a:r>
              <a:rPr lang="en-US" altLang="zh-CN" sz="2800" b="1" baseline="-25000" dirty="0">
                <a:latin typeface="隶书" panose="02010509060101010101" pitchFamily="49" charset="-122"/>
                <a:ea typeface="隶书" panose="02010509060101010101" pitchFamily="49" charset="-122"/>
              </a:rPr>
              <a:t>i</a:t>
            </a:r>
            <a:r>
              <a:rPr lang="zh-CN" altLang="en-US" sz="2800" b="1" dirty="0">
                <a:latin typeface="隶书" panose="02010509060101010101" pitchFamily="49" charset="-122"/>
                <a:ea typeface="隶书" panose="02010509060101010101" pitchFamily="49" charset="-122"/>
              </a:rPr>
              <a:t>是按大小次序排列的，相同的</a:t>
            </a:r>
            <a:r>
              <a:rPr lang="en-US" altLang="zh-CN" sz="2800" b="1" dirty="0">
                <a:latin typeface="隶书" panose="02010509060101010101" pitchFamily="49" charset="-122"/>
                <a:ea typeface="隶书" panose="02010509060101010101" pitchFamily="49" charset="-122"/>
              </a:rPr>
              <a:t>c</a:t>
            </a:r>
            <a:r>
              <a:rPr lang="en-US" altLang="zh-CN" sz="2800" b="1" baseline="-25000" dirty="0">
                <a:latin typeface="隶书" panose="02010509060101010101" pitchFamily="49" charset="-122"/>
                <a:ea typeface="隶书" panose="02010509060101010101" pitchFamily="49" charset="-122"/>
              </a:rPr>
              <a:t>i</a:t>
            </a:r>
            <a:r>
              <a:rPr lang="en-US" altLang="zh-CN" sz="2800" b="1" dirty="0">
                <a:latin typeface="隶书" panose="02010509060101010101" pitchFamily="49" charset="-122"/>
                <a:ea typeface="隶书" panose="02010509060101010101" pitchFamily="49" charset="-122"/>
              </a:rPr>
              <a:t> </a:t>
            </a:r>
            <a:r>
              <a:rPr lang="zh-CN" altLang="en-US" sz="2800" b="1" dirty="0">
                <a:latin typeface="隶书" panose="02010509060101010101" pitchFamily="49" charset="-122"/>
                <a:ea typeface="隶书" panose="02010509060101010101" pitchFamily="49" charset="-122"/>
              </a:rPr>
              <a:t>连续地排在一起。如按</a:t>
            </a:r>
            <a:r>
              <a:rPr lang="en-US" altLang="zh-CN" sz="2800" b="1" dirty="0">
                <a:latin typeface="隶书" panose="02010509060101010101" pitchFamily="49" charset="-122"/>
                <a:ea typeface="隶书" panose="02010509060101010101" pitchFamily="49" charset="-122"/>
              </a:rPr>
              <a:t>c</a:t>
            </a:r>
            <a:r>
              <a:rPr lang="en-US" altLang="zh-CN" sz="2800" b="1" baseline="-25000" dirty="0">
                <a:latin typeface="隶书" panose="02010509060101010101" pitchFamily="49" charset="-122"/>
                <a:ea typeface="隶书" panose="02010509060101010101" pitchFamily="49" charset="-122"/>
              </a:rPr>
              <a:t>1</a:t>
            </a:r>
            <a:r>
              <a:rPr lang="en-US" altLang="zh-CN" sz="2800" b="1" dirty="0">
                <a:latin typeface="隶书" panose="02010509060101010101" pitchFamily="49" charset="-122"/>
                <a:ea typeface="隶书" panose="02010509060101010101" pitchFamily="49" charset="-122"/>
              </a:rPr>
              <a:t>≤c</a:t>
            </a:r>
            <a:r>
              <a:rPr lang="en-US" altLang="zh-CN" sz="2800" b="1" baseline="-25000" dirty="0">
                <a:latin typeface="隶书" panose="02010509060101010101" pitchFamily="49" charset="-122"/>
                <a:ea typeface="隶书" panose="02010509060101010101" pitchFamily="49" charset="-122"/>
              </a:rPr>
              <a:t>2</a:t>
            </a:r>
            <a:r>
              <a:rPr lang="en-US" altLang="zh-CN" sz="2800" b="1" dirty="0">
                <a:latin typeface="隶书" panose="02010509060101010101" pitchFamily="49" charset="-122"/>
                <a:ea typeface="隶书" panose="02010509060101010101" pitchFamily="49" charset="-122"/>
              </a:rPr>
              <a:t>≤…≤</a:t>
            </a:r>
            <a:r>
              <a:rPr lang="en-US" altLang="zh-CN" sz="2800" b="1" dirty="0" err="1">
                <a:latin typeface="隶书" panose="02010509060101010101" pitchFamily="49" charset="-122"/>
                <a:ea typeface="隶书" panose="02010509060101010101" pitchFamily="49" charset="-122"/>
              </a:rPr>
              <a:t>c</a:t>
            </a:r>
            <a:r>
              <a:rPr lang="en-US" altLang="zh-CN" sz="2800" b="1" baseline="-25000" dirty="0" err="1">
                <a:latin typeface="隶书" panose="02010509060101010101" pitchFamily="49" charset="-122"/>
                <a:ea typeface="隶书" panose="02010509060101010101" pitchFamily="49" charset="-122"/>
              </a:rPr>
              <a:t>r</a:t>
            </a:r>
            <a:r>
              <a:rPr lang="zh-CN" altLang="en-US" sz="2800" b="1" dirty="0">
                <a:latin typeface="隶书" panose="02010509060101010101" pitchFamily="49" charset="-122"/>
                <a:ea typeface="隶书" panose="02010509060101010101" pitchFamily="49" charset="-122"/>
              </a:rPr>
              <a:t>排列。 </a:t>
            </a:r>
          </a:p>
          <a:p>
            <a:pPr eaLnBrk="1" hangingPunct="1">
              <a:buFontTx/>
              <a:buNone/>
            </a:pPr>
            <a:endParaRPr lang="en-US" altLang="zh-CN" sz="2900" b="1" dirty="0">
              <a:latin typeface="宋体" panose="02010600030101010101" pitchFamily="2" charset="-122"/>
            </a:endParaRPr>
          </a:p>
        </p:txBody>
      </p:sp>
      <p:sp>
        <p:nvSpPr>
          <p:cNvPr id="5" name="Rectangle 2">
            <a:extLst>
              <a:ext uri="{FF2B5EF4-FFF2-40B4-BE49-F238E27FC236}">
                <a16:creationId xmlns:a16="http://schemas.microsoft.com/office/drawing/2014/main" id="{534B05D8-D95F-4964-977F-2462F76C93D1}"/>
              </a:ext>
            </a:extLst>
          </p:cNvPr>
          <p:cNvSpPr txBox="1">
            <a:spLocks noChangeArrowheads="1"/>
          </p:cNvSpPr>
          <p:nvPr/>
        </p:nvSpPr>
        <p:spPr>
          <a:xfrm>
            <a:off x="468313" y="333375"/>
            <a:ext cx="2667000" cy="914400"/>
          </a:xfrm>
          <a:prstGeom prst="rect">
            <a:avLst/>
          </a:prstGeom>
        </p:spPr>
        <p:txBody>
          <a:bodyPr lIns="0" rIns="0" bIns="0" anchor="b">
            <a:normAutofit/>
          </a:bodyPr>
          <a:lstStyle/>
          <a:p>
            <a:pPr fontAlgn="auto">
              <a:spcAft>
                <a:spcPts val="0"/>
              </a:spcAft>
              <a:defRPr/>
            </a:pPr>
            <a:r>
              <a:rPr kumimoji="0" lang="zh-CN" altLang="en-US" sz="4900" dirty="0">
                <a:solidFill>
                  <a:schemeClr val="tx2"/>
                </a:solidFill>
                <a:latin typeface="+mj-lt"/>
                <a:ea typeface="+mj-ea"/>
                <a:cs typeface="+mj-cs"/>
              </a:rPr>
              <a:t>重复组合</a:t>
            </a:r>
            <a:r>
              <a:rPr kumimoji="0" lang="zh-CN" altLang="en-US" sz="5100" dirty="0">
                <a:solidFill>
                  <a:schemeClr val="tx2"/>
                </a:solidFill>
                <a:latin typeface="宋体" pitchFamily="2" charset="-122"/>
                <a:ea typeface="+mj-ea"/>
                <a:cs typeface="+mj-cs"/>
              </a:rPr>
              <a:t>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3314"/>
                                        </p:tgtEl>
                                        <p:attrNameLst>
                                          <p:attrName>style.visibility</p:attrName>
                                        </p:attrNameLst>
                                      </p:cBhvr>
                                      <p:to>
                                        <p:strVal val="visible"/>
                                      </p:to>
                                    </p:set>
                                    <p:animEffect transition="in" filter="checkerboard(across)">
                                      <p:cBhvr>
                                        <p:cTn id="7" dur="500"/>
                                        <p:tgtEl>
                                          <p:spTgt spid="133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13315">
                                            <p:txEl>
                                              <p:pRg st="0" end="0"/>
                                            </p:txEl>
                                          </p:spTgt>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13315">
                                            <p:txEl>
                                              <p:pRg st="1" end="1"/>
                                            </p:txEl>
                                          </p:spTgt>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1331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autoUpdateAnimBg="0"/>
      <p:bldP spid="13315" grpId="0" build="p"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CD9394F5-0643-40CF-96A0-A5AFFE78EC72}"/>
              </a:ext>
            </a:extLst>
          </p:cNvPr>
          <p:cNvSpPr>
            <a:spLocks noGrp="1" noChangeArrowheads="1"/>
          </p:cNvSpPr>
          <p:nvPr>
            <p:ph idx="1"/>
          </p:nvPr>
        </p:nvSpPr>
        <p:spPr>
          <a:xfrm>
            <a:off x="665163" y="1268413"/>
            <a:ext cx="8083550" cy="5160962"/>
          </a:xfrm>
        </p:spPr>
        <p:txBody>
          <a:bodyPr/>
          <a:lstStyle/>
          <a:p>
            <a:pPr eaLnBrk="1" hangingPunct="1"/>
            <a:r>
              <a:rPr lang="zh-CN" altLang="en-US" sz="2400" b="1">
                <a:latin typeface="隶书" panose="02010509060101010101" pitchFamily="49" charset="-122"/>
                <a:ea typeface="隶书" panose="02010509060101010101" pitchFamily="49" charset="-122"/>
              </a:rPr>
              <a:t>令</a:t>
            </a:r>
            <a:r>
              <a:rPr lang="en-US" altLang="zh-CN" sz="2400" b="1">
                <a:latin typeface="隶书" panose="02010509060101010101" pitchFamily="49" charset="-122"/>
                <a:ea typeface="隶书" panose="02010509060101010101" pitchFamily="49" charset="-122"/>
              </a:rPr>
              <a:t>d</a:t>
            </a:r>
            <a:r>
              <a:rPr lang="en-US" altLang="zh-CN" sz="2400" b="1" baseline="-25000">
                <a:latin typeface="隶书" panose="02010509060101010101" pitchFamily="49" charset="-122"/>
                <a:ea typeface="隶书" panose="02010509060101010101" pitchFamily="49" charset="-122"/>
              </a:rPr>
              <a:t>i</a:t>
            </a:r>
            <a:r>
              <a:rPr lang="en-US" altLang="zh-CN" sz="2400" b="1">
                <a:latin typeface="隶书" panose="02010509060101010101" pitchFamily="49" charset="-122"/>
                <a:ea typeface="隶书" panose="02010509060101010101" pitchFamily="49" charset="-122"/>
              </a:rPr>
              <a:t>=c</a:t>
            </a:r>
            <a:r>
              <a:rPr lang="en-US" altLang="zh-CN" sz="2400" b="1" baseline="-25000">
                <a:latin typeface="隶书" panose="02010509060101010101" pitchFamily="49" charset="-122"/>
                <a:ea typeface="隶书" panose="02010509060101010101" pitchFamily="49" charset="-122"/>
              </a:rPr>
              <a:t>i</a:t>
            </a:r>
            <a:r>
              <a:rPr lang="en-US" altLang="zh-CN" sz="2400" b="1">
                <a:latin typeface="隶书" panose="02010509060101010101" pitchFamily="49" charset="-122"/>
                <a:ea typeface="隶书" panose="02010509060101010101" pitchFamily="49" charset="-122"/>
              </a:rPr>
              <a:t>+i-1(i=1,2,…,r)</a:t>
            </a:r>
            <a:r>
              <a:rPr lang="zh-CN" altLang="en-US" sz="2400" b="1">
                <a:latin typeface="隶书" panose="02010509060101010101" pitchFamily="49" charset="-122"/>
                <a:ea typeface="隶书" panose="02010509060101010101" pitchFamily="49" charset="-122"/>
              </a:rPr>
              <a:t>即</a:t>
            </a:r>
          </a:p>
          <a:p>
            <a:pPr eaLnBrk="1" hangingPunct="1">
              <a:buFontTx/>
              <a:buNone/>
            </a:pPr>
            <a:r>
              <a:rPr lang="zh-CN" altLang="en-US" sz="2400" b="1">
                <a:latin typeface="隶书" panose="02010509060101010101" pitchFamily="49" charset="-122"/>
                <a:ea typeface="隶书" panose="02010509060101010101" pitchFamily="49" charset="-122"/>
              </a:rPr>
              <a:t>     </a:t>
            </a:r>
            <a:r>
              <a:rPr lang="en-US" altLang="zh-CN" sz="2400" b="1">
                <a:latin typeface="隶书" panose="02010509060101010101" pitchFamily="49" charset="-122"/>
                <a:ea typeface="隶书" panose="02010509060101010101" pitchFamily="49" charset="-122"/>
              </a:rPr>
              <a:t>d</a:t>
            </a:r>
            <a:r>
              <a:rPr lang="en-US" altLang="zh-CN" sz="2400" b="1" baseline="-25000">
                <a:latin typeface="隶书" panose="02010509060101010101" pitchFamily="49" charset="-122"/>
                <a:ea typeface="隶书" panose="02010509060101010101" pitchFamily="49" charset="-122"/>
              </a:rPr>
              <a:t>1</a:t>
            </a:r>
            <a:r>
              <a:rPr lang="en-US" altLang="zh-CN" sz="2400" b="1">
                <a:latin typeface="隶书" panose="02010509060101010101" pitchFamily="49" charset="-122"/>
                <a:ea typeface="隶书" panose="02010509060101010101" pitchFamily="49" charset="-122"/>
              </a:rPr>
              <a:t>=c</a:t>
            </a:r>
            <a:r>
              <a:rPr lang="en-US" altLang="zh-CN" sz="2400" b="1" baseline="-25000">
                <a:latin typeface="隶书" panose="02010509060101010101" pitchFamily="49" charset="-122"/>
                <a:ea typeface="隶书" panose="02010509060101010101" pitchFamily="49" charset="-122"/>
              </a:rPr>
              <a:t>1</a:t>
            </a:r>
            <a:r>
              <a:rPr lang="en-US" altLang="zh-CN" sz="2400" b="1">
                <a:latin typeface="隶书" panose="02010509060101010101" pitchFamily="49" charset="-122"/>
                <a:ea typeface="隶书" panose="02010509060101010101" pitchFamily="49" charset="-122"/>
              </a:rPr>
              <a:t>,  d</a:t>
            </a:r>
            <a:r>
              <a:rPr lang="en-US" altLang="zh-CN" sz="2400" b="1" baseline="-25000">
                <a:latin typeface="隶书" panose="02010509060101010101" pitchFamily="49" charset="-122"/>
                <a:ea typeface="隶书" panose="02010509060101010101" pitchFamily="49" charset="-122"/>
              </a:rPr>
              <a:t>2</a:t>
            </a:r>
            <a:r>
              <a:rPr lang="en-US" altLang="zh-CN" sz="2400" b="1">
                <a:latin typeface="隶书" panose="02010509060101010101" pitchFamily="49" charset="-122"/>
                <a:ea typeface="隶书" panose="02010509060101010101" pitchFamily="49" charset="-122"/>
              </a:rPr>
              <a:t>=c</a:t>
            </a:r>
            <a:r>
              <a:rPr lang="en-US" altLang="zh-CN" sz="2400" b="1" baseline="-25000">
                <a:latin typeface="隶书" panose="02010509060101010101" pitchFamily="49" charset="-122"/>
                <a:ea typeface="隶书" panose="02010509060101010101" pitchFamily="49" charset="-122"/>
              </a:rPr>
              <a:t>2</a:t>
            </a:r>
            <a:r>
              <a:rPr lang="en-US" altLang="zh-CN" sz="2400" b="1">
                <a:latin typeface="隶书" panose="02010509060101010101" pitchFamily="49" charset="-122"/>
                <a:ea typeface="隶书" panose="02010509060101010101" pitchFamily="49" charset="-122"/>
              </a:rPr>
              <a:t>+1, … ,d</a:t>
            </a:r>
            <a:r>
              <a:rPr lang="en-US" altLang="zh-CN" sz="2400" b="1" baseline="-25000">
                <a:latin typeface="隶书" panose="02010509060101010101" pitchFamily="49" charset="-122"/>
                <a:ea typeface="隶书" panose="02010509060101010101" pitchFamily="49" charset="-122"/>
              </a:rPr>
              <a:t>r</a:t>
            </a:r>
            <a:r>
              <a:rPr lang="en-US" altLang="zh-CN" sz="2400" b="1">
                <a:latin typeface="隶书" panose="02010509060101010101" pitchFamily="49" charset="-122"/>
                <a:ea typeface="隶书" panose="02010509060101010101" pitchFamily="49" charset="-122"/>
              </a:rPr>
              <a:t>=c</a:t>
            </a:r>
            <a:r>
              <a:rPr lang="en-US" altLang="zh-CN" sz="2400" b="1" baseline="-25000">
                <a:latin typeface="隶书" panose="02010509060101010101" pitchFamily="49" charset="-122"/>
                <a:ea typeface="隶书" panose="02010509060101010101" pitchFamily="49" charset="-122"/>
              </a:rPr>
              <a:t>r</a:t>
            </a:r>
            <a:r>
              <a:rPr lang="en-US" altLang="zh-CN" sz="2400" b="1">
                <a:latin typeface="隶书" panose="02010509060101010101" pitchFamily="49" charset="-122"/>
                <a:ea typeface="隶书" panose="02010509060101010101" pitchFamily="49" charset="-122"/>
              </a:rPr>
              <a:t>+r-1</a:t>
            </a:r>
            <a:r>
              <a:rPr lang="zh-CN" altLang="en-US" sz="2400" b="1">
                <a:latin typeface="隶书" panose="02010509060101010101" pitchFamily="49" charset="-122"/>
                <a:ea typeface="隶书" panose="02010509060101010101" pitchFamily="49" charset="-122"/>
              </a:rPr>
              <a:t>。 </a:t>
            </a:r>
          </a:p>
          <a:p>
            <a:pPr algn="just" eaLnBrk="1" hangingPunct="1"/>
            <a:r>
              <a:rPr lang="zh-CN" altLang="en-US" sz="2400" b="1">
                <a:latin typeface="隶书" panose="02010509060101010101" pitchFamily="49" charset="-122"/>
                <a:ea typeface="隶书" panose="02010509060101010101" pitchFamily="49" charset="-122"/>
              </a:rPr>
              <a:t>由于</a:t>
            </a:r>
            <a:r>
              <a:rPr lang="en-US" altLang="zh-CN" sz="2400" b="1">
                <a:latin typeface="隶书" panose="02010509060101010101" pitchFamily="49" charset="-122"/>
                <a:ea typeface="隶书" panose="02010509060101010101" pitchFamily="49" charset="-122"/>
              </a:rPr>
              <a:t>c</a:t>
            </a:r>
            <a:r>
              <a:rPr lang="en-US" altLang="zh-CN" sz="2400" b="1" baseline="-25000">
                <a:latin typeface="隶书" panose="02010509060101010101" pitchFamily="49" charset="-122"/>
                <a:ea typeface="隶书" panose="02010509060101010101" pitchFamily="49" charset="-122"/>
              </a:rPr>
              <a:t>i</a:t>
            </a:r>
            <a:r>
              <a:rPr lang="zh-CN" altLang="en-US" sz="2400" b="1">
                <a:latin typeface="隶书" panose="02010509060101010101" pitchFamily="49" charset="-122"/>
                <a:ea typeface="隶书" panose="02010509060101010101" pitchFamily="49" charset="-122"/>
              </a:rPr>
              <a:t>最大可取</a:t>
            </a:r>
            <a:r>
              <a:rPr lang="en-US" altLang="zh-CN" sz="2400" b="1">
                <a:latin typeface="隶书" panose="02010509060101010101" pitchFamily="49" charset="-122"/>
                <a:ea typeface="隶书" panose="02010509060101010101" pitchFamily="49" charset="-122"/>
              </a:rPr>
              <a:t>n</a:t>
            </a:r>
            <a:r>
              <a:rPr lang="zh-CN" altLang="en-US" sz="2400" b="1">
                <a:latin typeface="隶书" panose="02010509060101010101" pitchFamily="49" charset="-122"/>
                <a:ea typeface="隶书" panose="02010509060101010101" pitchFamily="49" charset="-122"/>
              </a:rPr>
              <a:t>，故</a:t>
            </a:r>
            <a:r>
              <a:rPr lang="en-US" altLang="zh-CN" sz="2400" b="1">
                <a:latin typeface="隶书" panose="02010509060101010101" pitchFamily="49" charset="-122"/>
                <a:ea typeface="隶书" panose="02010509060101010101" pitchFamily="49" charset="-122"/>
              </a:rPr>
              <a:t>d</a:t>
            </a:r>
            <a:r>
              <a:rPr lang="en-US" altLang="zh-CN" sz="2400" b="1" baseline="-25000">
                <a:latin typeface="隶书" panose="02010509060101010101" pitchFamily="49" charset="-122"/>
                <a:ea typeface="隶书" panose="02010509060101010101" pitchFamily="49" charset="-122"/>
              </a:rPr>
              <a:t>i</a:t>
            </a:r>
            <a:r>
              <a:rPr lang="zh-CN" altLang="en-US" sz="2400" b="1">
                <a:latin typeface="隶书" panose="02010509060101010101" pitchFamily="49" charset="-122"/>
                <a:ea typeface="隶书" panose="02010509060101010101" pitchFamily="49" charset="-122"/>
              </a:rPr>
              <a:t>最大可取</a:t>
            </a:r>
            <a:r>
              <a:rPr lang="en-US" altLang="zh-CN" sz="2400" b="1">
                <a:latin typeface="隶书" panose="02010509060101010101" pitchFamily="49" charset="-122"/>
                <a:ea typeface="隶书" panose="02010509060101010101" pitchFamily="49" charset="-122"/>
              </a:rPr>
              <a:t>n+r-1</a:t>
            </a:r>
            <a:r>
              <a:rPr lang="zh-CN" altLang="en-US" sz="2400" b="1">
                <a:latin typeface="隶书" panose="02010509060101010101" pitchFamily="49" charset="-122"/>
                <a:ea typeface="隶书" panose="02010509060101010101" pitchFamily="49" charset="-122"/>
              </a:rPr>
              <a:t>，这样就得到一个集合｛</a:t>
            </a:r>
            <a:r>
              <a:rPr lang="en-US" altLang="zh-CN" sz="2400" b="1">
                <a:latin typeface="隶书" panose="02010509060101010101" pitchFamily="49" charset="-122"/>
                <a:ea typeface="隶书" panose="02010509060101010101" pitchFamily="49" charset="-122"/>
              </a:rPr>
              <a:t>1,2,…,n+r-1</a:t>
            </a:r>
            <a:r>
              <a:rPr lang="zh-CN" altLang="en-US" sz="2400" b="1">
                <a:latin typeface="隶书" panose="02010509060101010101" pitchFamily="49" charset="-122"/>
                <a:ea typeface="隶书" panose="02010509060101010101" pitchFamily="49" charset="-122"/>
              </a:rPr>
              <a:t>｝的</a:t>
            </a:r>
            <a:r>
              <a:rPr lang="en-US" altLang="zh-CN" sz="2400" b="1">
                <a:latin typeface="隶书" panose="02010509060101010101" pitchFamily="49" charset="-122"/>
                <a:ea typeface="隶书" panose="02010509060101010101" pitchFamily="49" charset="-122"/>
              </a:rPr>
              <a:t>r</a:t>
            </a:r>
            <a:r>
              <a:rPr lang="zh-CN" altLang="en-US" sz="2400" b="1">
                <a:latin typeface="隶书" panose="02010509060101010101" pitchFamily="49" charset="-122"/>
                <a:ea typeface="隶书" panose="02010509060101010101" pitchFamily="49" charset="-122"/>
              </a:rPr>
              <a:t>组合</a:t>
            </a:r>
            <a:r>
              <a:rPr lang="en-US" altLang="zh-CN" sz="2400" b="1">
                <a:latin typeface="隶书" panose="02010509060101010101" pitchFamily="49" charset="-122"/>
                <a:ea typeface="隶书" panose="02010509060101010101" pitchFamily="49" charset="-122"/>
              </a:rPr>
              <a:t>d</a:t>
            </a:r>
            <a:r>
              <a:rPr lang="en-US" altLang="zh-CN" sz="2400" b="1" baseline="-25000">
                <a:latin typeface="隶书" panose="02010509060101010101" pitchFamily="49" charset="-122"/>
                <a:ea typeface="隶书" panose="02010509060101010101" pitchFamily="49" charset="-122"/>
              </a:rPr>
              <a:t>1,</a:t>
            </a:r>
            <a:r>
              <a:rPr lang="en-US" altLang="zh-CN" sz="2400" b="1">
                <a:latin typeface="隶书" panose="02010509060101010101" pitchFamily="49" charset="-122"/>
                <a:ea typeface="隶书" panose="02010509060101010101" pitchFamily="49" charset="-122"/>
              </a:rPr>
              <a:t>d</a:t>
            </a:r>
            <a:r>
              <a:rPr lang="en-US" altLang="zh-CN" sz="2400" b="1" baseline="-25000">
                <a:latin typeface="隶书" panose="02010509060101010101" pitchFamily="49" charset="-122"/>
                <a:ea typeface="隶书" panose="02010509060101010101" pitchFamily="49" charset="-122"/>
              </a:rPr>
              <a:t>2</a:t>
            </a:r>
            <a:r>
              <a:rPr lang="en-US" altLang="zh-CN" sz="2400" b="1">
                <a:latin typeface="隶书" panose="02010509060101010101" pitchFamily="49" charset="-122"/>
                <a:ea typeface="隶书" panose="02010509060101010101" pitchFamily="49" charset="-122"/>
              </a:rPr>
              <a:t>,…, d</a:t>
            </a:r>
            <a:r>
              <a:rPr lang="en-US" altLang="zh-CN" sz="2400" b="1" baseline="-25000">
                <a:latin typeface="隶书" panose="02010509060101010101" pitchFamily="49" charset="-122"/>
                <a:ea typeface="隶书" panose="02010509060101010101" pitchFamily="49" charset="-122"/>
              </a:rPr>
              <a:t>r</a:t>
            </a:r>
            <a:r>
              <a:rPr lang="en-US" altLang="zh-CN" sz="2400" b="1">
                <a:latin typeface="隶书" panose="02010509060101010101" pitchFamily="49" charset="-122"/>
                <a:ea typeface="隶书" panose="02010509060101010101" pitchFamily="49" charset="-122"/>
              </a:rPr>
              <a:t> (d</a:t>
            </a:r>
            <a:r>
              <a:rPr lang="en-US" altLang="zh-CN" sz="2400" b="1" baseline="-25000">
                <a:latin typeface="隶书" panose="02010509060101010101" pitchFamily="49" charset="-122"/>
                <a:ea typeface="隶书" panose="02010509060101010101" pitchFamily="49" charset="-122"/>
              </a:rPr>
              <a:t>1</a:t>
            </a:r>
            <a:r>
              <a:rPr lang="en-US" altLang="zh-CN" sz="2400" b="1">
                <a:latin typeface="隶书" panose="02010509060101010101" pitchFamily="49" charset="-122"/>
                <a:ea typeface="隶书" panose="02010509060101010101" pitchFamily="49" charset="-122"/>
              </a:rPr>
              <a:t>&lt;d</a:t>
            </a:r>
            <a:r>
              <a:rPr lang="en-US" altLang="zh-CN" sz="2400" b="1" baseline="-25000">
                <a:latin typeface="隶书" panose="02010509060101010101" pitchFamily="49" charset="-122"/>
                <a:ea typeface="隶书" panose="02010509060101010101" pitchFamily="49" charset="-122"/>
              </a:rPr>
              <a:t>2</a:t>
            </a:r>
            <a:r>
              <a:rPr lang="en-US" altLang="zh-CN" sz="2400" b="1">
                <a:latin typeface="隶书" panose="02010509060101010101" pitchFamily="49" charset="-122"/>
                <a:ea typeface="隶书" panose="02010509060101010101" pitchFamily="49" charset="-122"/>
              </a:rPr>
              <a:t>&lt;…&lt;d</a:t>
            </a:r>
            <a:r>
              <a:rPr lang="en-US" altLang="zh-CN" sz="2400" b="1" baseline="-25000">
                <a:latin typeface="隶书" panose="02010509060101010101" pitchFamily="49" charset="-122"/>
                <a:ea typeface="隶书" panose="02010509060101010101" pitchFamily="49" charset="-122"/>
              </a:rPr>
              <a:t>r</a:t>
            </a:r>
            <a:r>
              <a:rPr lang="en-US" altLang="zh-CN" sz="2400" b="1">
                <a:latin typeface="隶书" panose="02010509060101010101" pitchFamily="49" charset="-122"/>
                <a:ea typeface="隶书" panose="02010509060101010101" pitchFamily="49" charset="-122"/>
              </a:rPr>
              <a:t>)  </a:t>
            </a:r>
          </a:p>
          <a:p>
            <a:pPr algn="just" eaLnBrk="1" hangingPunct="1"/>
            <a:r>
              <a:rPr lang="zh-CN" altLang="en-US" sz="2400" b="1">
                <a:latin typeface="隶书" panose="02010509060101010101" pitchFamily="49" charset="-122"/>
                <a:ea typeface="隶书" panose="02010509060101010101" pitchFamily="49" charset="-122"/>
              </a:rPr>
              <a:t>易见有一种｛</a:t>
            </a:r>
            <a:r>
              <a:rPr lang="en-US" altLang="zh-CN" sz="2400" b="1">
                <a:latin typeface="隶书" panose="02010509060101010101" pitchFamily="49" charset="-122"/>
                <a:ea typeface="隶书" panose="02010509060101010101" pitchFamily="49" charset="-122"/>
              </a:rPr>
              <a:t>c</a:t>
            </a:r>
            <a:r>
              <a:rPr lang="en-US" altLang="zh-CN" sz="2400" b="1" baseline="-25000">
                <a:latin typeface="隶书" panose="02010509060101010101" pitchFamily="49" charset="-122"/>
                <a:ea typeface="隶书" panose="02010509060101010101" pitchFamily="49" charset="-122"/>
              </a:rPr>
              <a:t>1</a:t>
            </a:r>
            <a:r>
              <a:rPr lang="en-US" altLang="zh-CN" sz="2400" b="1">
                <a:latin typeface="隶书" panose="02010509060101010101" pitchFamily="49" charset="-122"/>
                <a:ea typeface="隶书" panose="02010509060101010101" pitchFamily="49" charset="-122"/>
              </a:rPr>
              <a:t>,c</a:t>
            </a:r>
            <a:r>
              <a:rPr lang="en-US" altLang="zh-CN" sz="2400" b="1" baseline="-25000">
                <a:latin typeface="隶书" panose="02010509060101010101" pitchFamily="49" charset="-122"/>
                <a:ea typeface="隶书" panose="02010509060101010101" pitchFamily="49" charset="-122"/>
              </a:rPr>
              <a:t>2</a:t>
            </a:r>
            <a:r>
              <a:rPr lang="en-US" altLang="zh-CN" sz="2400" b="1">
                <a:latin typeface="隶书" panose="02010509060101010101" pitchFamily="49" charset="-122"/>
                <a:ea typeface="隶书" panose="02010509060101010101" pitchFamily="49" charset="-122"/>
              </a:rPr>
              <a:t>,…,c</a:t>
            </a:r>
            <a:r>
              <a:rPr lang="en-US" altLang="zh-CN" sz="2400" b="1" baseline="-25000">
                <a:latin typeface="隶书" panose="02010509060101010101" pitchFamily="49" charset="-122"/>
                <a:ea typeface="隶书" panose="02010509060101010101" pitchFamily="49" charset="-122"/>
              </a:rPr>
              <a:t>r</a:t>
            </a:r>
            <a:r>
              <a:rPr lang="zh-CN" altLang="en-US" sz="2400" b="1">
                <a:latin typeface="隶书" panose="02010509060101010101" pitchFamily="49" charset="-122"/>
                <a:ea typeface="隶书" panose="02010509060101010101" pitchFamily="49" charset="-122"/>
              </a:rPr>
              <a:t>｝的取法便有一种｛</a:t>
            </a:r>
            <a:r>
              <a:rPr lang="en-US" altLang="zh-CN" sz="2400" b="1">
                <a:latin typeface="隶书" panose="02010509060101010101" pitchFamily="49" charset="-122"/>
                <a:ea typeface="隶书" panose="02010509060101010101" pitchFamily="49" charset="-122"/>
              </a:rPr>
              <a:t>d</a:t>
            </a:r>
            <a:r>
              <a:rPr lang="en-US" altLang="zh-CN" sz="2400" b="1" baseline="-25000">
                <a:latin typeface="隶书" panose="02010509060101010101" pitchFamily="49" charset="-122"/>
                <a:ea typeface="隶书" panose="02010509060101010101" pitchFamily="49" charset="-122"/>
              </a:rPr>
              <a:t>1</a:t>
            </a:r>
            <a:r>
              <a:rPr lang="en-US" altLang="zh-CN" sz="2400" b="1">
                <a:latin typeface="隶书" panose="02010509060101010101" pitchFamily="49" charset="-122"/>
                <a:ea typeface="隶书" panose="02010509060101010101" pitchFamily="49" charset="-122"/>
              </a:rPr>
              <a:t>,d</a:t>
            </a:r>
            <a:r>
              <a:rPr lang="en-US" altLang="zh-CN" sz="2400" b="1" baseline="-25000">
                <a:latin typeface="隶书" panose="02010509060101010101" pitchFamily="49" charset="-122"/>
                <a:ea typeface="隶书" panose="02010509060101010101" pitchFamily="49" charset="-122"/>
              </a:rPr>
              <a:t>2</a:t>
            </a:r>
            <a:r>
              <a:rPr lang="en-US" altLang="zh-CN" sz="2400" b="1">
                <a:latin typeface="隶书" panose="02010509060101010101" pitchFamily="49" charset="-122"/>
                <a:ea typeface="隶书" panose="02010509060101010101" pitchFamily="49" charset="-122"/>
              </a:rPr>
              <a:t>,…,d</a:t>
            </a:r>
            <a:r>
              <a:rPr lang="en-US" altLang="zh-CN" sz="2400" b="1" baseline="-25000">
                <a:latin typeface="隶书" panose="02010509060101010101" pitchFamily="49" charset="-122"/>
                <a:ea typeface="隶书" panose="02010509060101010101" pitchFamily="49" charset="-122"/>
              </a:rPr>
              <a:t>r</a:t>
            </a:r>
            <a:r>
              <a:rPr lang="zh-CN" altLang="en-US" sz="2400" b="1">
                <a:latin typeface="隶书" panose="02010509060101010101" pitchFamily="49" charset="-122"/>
                <a:ea typeface="隶书" panose="02010509060101010101" pitchFamily="49" charset="-122"/>
              </a:rPr>
              <a:t>｝的取法。而这两种取法有一一对应关系，从而这两个组合计数问题是等价的。</a:t>
            </a:r>
            <a:endParaRPr lang="en-US" altLang="zh-CN" sz="2400" b="1">
              <a:latin typeface="隶书" panose="02010509060101010101" pitchFamily="49" charset="-122"/>
              <a:ea typeface="隶书" panose="02010509060101010101" pitchFamily="49" charset="-122"/>
            </a:endParaRPr>
          </a:p>
          <a:p>
            <a:pPr algn="just" eaLnBrk="1" hangingPunct="1"/>
            <a:r>
              <a:rPr lang="zh-CN" altLang="en-US" sz="2400" b="1">
                <a:latin typeface="隶书" panose="02010509060101010101" pitchFamily="49" charset="-122"/>
                <a:ea typeface="隶书" panose="02010509060101010101" pitchFamily="49" charset="-122"/>
              </a:rPr>
              <a:t>这样一来，允许重复的从</a:t>
            </a:r>
            <a:r>
              <a:rPr lang="en-US" altLang="zh-CN" sz="2400" b="1">
                <a:latin typeface="隶书" panose="02010509060101010101" pitchFamily="49" charset="-122"/>
                <a:ea typeface="隶书" panose="02010509060101010101" pitchFamily="49" charset="-122"/>
              </a:rPr>
              <a:t>n</a:t>
            </a:r>
            <a:r>
              <a:rPr lang="zh-CN" altLang="en-US" sz="2400" b="1">
                <a:latin typeface="隶书" panose="02010509060101010101" pitchFamily="49" charset="-122"/>
                <a:ea typeface="隶书" panose="02010509060101010101" pitchFamily="49" charset="-122"/>
              </a:rPr>
              <a:t>个不同元素中取</a:t>
            </a:r>
            <a:r>
              <a:rPr lang="en-US" altLang="zh-CN" sz="2400" b="1">
                <a:latin typeface="隶书" panose="02010509060101010101" pitchFamily="49" charset="-122"/>
                <a:ea typeface="隶书" panose="02010509060101010101" pitchFamily="49" charset="-122"/>
              </a:rPr>
              <a:t>r</a:t>
            </a:r>
            <a:r>
              <a:rPr lang="zh-CN" altLang="en-US" sz="2400" b="1">
                <a:latin typeface="隶书" panose="02010509060101010101" pitchFamily="49" charset="-122"/>
                <a:ea typeface="隶书" panose="02010509060101010101" pitchFamily="49" charset="-122"/>
              </a:rPr>
              <a:t>个元素的组合数和不允许重复的从</a:t>
            </a:r>
            <a:r>
              <a:rPr lang="en-US" altLang="zh-CN" sz="2400" b="1">
                <a:latin typeface="隶书" panose="02010509060101010101" pitchFamily="49" charset="-122"/>
                <a:ea typeface="隶书" panose="02010509060101010101" pitchFamily="49" charset="-122"/>
              </a:rPr>
              <a:t>n+r-1</a:t>
            </a:r>
            <a:r>
              <a:rPr lang="zh-CN" altLang="en-US" sz="2400" b="1">
                <a:latin typeface="隶书" panose="02010509060101010101" pitchFamily="49" charset="-122"/>
                <a:ea typeface="隶书" panose="02010509060101010101" pitchFamily="49" charset="-122"/>
              </a:rPr>
              <a:t>个不同元素中取</a:t>
            </a:r>
            <a:r>
              <a:rPr lang="en-US" altLang="zh-CN" sz="2400" b="1">
                <a:latin typeface="隶书" panose="02010509060101010101" pitchFamily="49" charset="-122"/>
                <a:ea typeface="隶书" panose="02010509060101010101" pitchFamily="49" charset="-122"/>
              </a:rPr>
              <a:t>r</a:t>
            </a:r>
            <a:r>
              <a:rPr lang="zh-CN" altLang="en-US" sz="2400" b="1">
                <a:latin typeface="隶书" panose="02010509060101010101" pitchFamily="49" charset="-122"/>
                <a:ea typeface="隶书" panose="02010509060101010101" pitchFamily="49" charset="-122"/>
              </a:rPr>
              <a:t>个元素的组合数是相同的。故有</a:t>
            </a:r>
          </a:p>
          <a:p>
            <a:pPr algn="ctr" eaLnBrk="1" hangingPunct="1">
              <a:buFont typeface="Wingdings 2" panose="05020102010507070707" pitchFamily="18" charset="2"/>
              <a:buNone/>
            </a:pPr>
            <a:r>
              <a:rPr lang="zh-CN" altLang="en-US" sz="2400" b="1">
                <a:solidFill>
                  <a:srgbClr val="FF0000"/>
                </a:solidFill>
                <a:latin typeface="宋体" panose="02010600030101010101" pitchFamily="2" charset="-122"/>
              </a:rPr>
              <a:t>  </a:t>
            </a:r>
            <a:r>
              <a:rPr lang="en-US" altLang="zh-CN" sz="2800" b="1">
                <a:solidFill>
                  <a:srgbClr val="FF0000"/>
                </a:solidFill>
                <a:latin typeface="宋体" panose="02010600030101010101" pitchFamily="2" charset="-122"/>
              </a:rPr>
              <a:t>F(n,r)=C(n+r-1,r)</a:t>
            </a:r>
            <a:endParaRPr lang="zh-CN" altLang="en-US" sz="2800">
              <a:solidFill>
                <a:srgbClr val="FF0000"/>
              </a:solidFill>
              <a:latin typeface="隶书" panose="02010509060101010101" pitchFamily="49" charset="-122"/>
              <a:ea typeface="隶书" panose="02010509060101010101" pitchFamily="49" charset="-122"/>
            </a:endParaRPr>
          </a:p>
        </p:txBody>
      </p:sp>
      <p:sp>
        <p:nvSpPr>
          <p:cNvPr id="3" name="Rectangle 2">
            <a:extLst>
              <a:ext uri="{FF2B5EF4-FFF2-40B4-BE49-F238E27FC236}">
                <a16:creationId xmlns:a16="http://schemas.microsoft.com/office/drawing/2014/main" id="{81AE6FF9-BCBB-46E4-A676-856C42D9D979}"/>
              </a:ext>
            </a:extLst>
          </p:cNvPr>
          <p:cNvSpPr txBox="1">
            <a:spLocks noChangeArrowheads="1"/>
          </p:cNvSpPr>
          <p:nvPr/>
        </p:nvSpPr>
        <p:spPr>
          <a:xfrm>
            <a:off x="468313" y="333375"/>
            <a:ext cx="2667000" cy="914400"/>
          </a:xfrm>
          <a:prstGeom prst="rect">
            <a:avLst/>
          </a:prstGeom>
        </p:spPr>
        <p:txBody>
          <a:bodyPr lIns="0" rIns="0" bIns="0" anchor="b">
            <a:normAutofit/>
          </a:bodyPr>
          <a:lstStyle/>
          <a:p>
            <a:pPr fontAlgn="auto">
              <a:spcAft>
                <a:spcPts val="0"/>
              </a:spcAft>
              <a:defRPr/>
            </a:pPr>
            <a:r>
              <a:rPr kumimoji="0" lang="zh-CN" altLang="en-US" sz="4900" dirty="0">
                <a:solidFill>
                  <a:schemeClr val="tx2"/>
                </a:solidFill>
                <a:latin typeface="+mj-lt"/>
                <a:ea typeface="+mj-ea"/>
                <a:cs typeface="+mj-cs"/>
              </a:rPr>
              <a:t>重复组合</a:t>
            </a:r>
            <a:r>
              <a:rPr kumimoji="0" lang="zh-CN" altLang="en-US" sz="5100" dirty="0">
                <a:solidFill>
                  <a:schemeClr val="tx2"/>
                </a:solidFill>
                <a:latin typeface="宋体" pitchFamily="2" charset="-122"/>
                <a:ea typeface="+mj-ea"/>
                <a:cs typeface="+mj-cs"/>
              </a:rPr>
              <a:t>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14338">
                                            <p:txEl>
                                              <p:pRg st="0" end="0"/>
                                            </p:txEl>
                                          </p:spTgt>
                                        </p:tgtEl>
                                        <p:attrNameLst>
                                          <p:attrName>style.visibility</p:attrName>
                                        </p:attrNameLst>
                                      </p:cBhvr>
                                      <p:to>
                                        <p:strVal val="visible"/>
                                      </p:to>
                                    </p:set>
                                    <p:anim calcmode="lin" valueType="num">
                                      <p:cBhvr>
                                        <p:cTn id="7" dur="500" fill="hold"/>
                                        <p:tgtEl>
                                          <p:spTgt spid="14338">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14338">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14338">
                                            <p:txEl>
                                              <p:pRg st="1" end="1"/>
                                            </p:txEl>
                                          </p:spTgt>
                                        </p:tgtEl>
                                        <p:attrNameLst>
                                          <p:attrName>style.visibility</p:attrName>
                                        </p:attrNameLst>
                                      </p:cBhvr>
                                      <p:to>
                                        <p:strVal val="visible"/>
                                      </p:to>
                                    </p:set>
                                    <p:anim calcmode="lin" valueType="num">
                                      <p:cBhvr>
                                        <p:cTn id="13" dur="500" fill="hold"/>
                                        <p:tgtEl>
                                          <p:spTgt spid="14338">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14338">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7" presetClass="entr" presetSubtype="10" fill="hold" grpId="0" nodeType="clickEffect">
                                  <p:stCondLst>
                                    <p:cond delay="0"/>
                                  </p:stCondLst>
                                  <p:childTnLst>
                                    <p:set>
                                      <p:cBhvr>
                                        <p:cTn id="18" dur="1" fill="hold">
                                          <p:stCondLst>
                                            <p:cond delay="0"/>
                                          </p:stCondLst>
                                        </p:cTn>
                                        <p:tgtEl>
                                          <p:spTgt spid="14338">
                                            <p:txEl>
                                              <p:pRg st="2" end="2"/>
                                            </p:txEl>
                                          </p:spTgt>
                                        </p:tgtEl>
                                        <p:attrNameLst>
                                          <p:attrName>style.visibility</p:attrName>
                                        </p:attrNameLst>
                                      </p:cBhvr>
                                      <p:to>
                                        <p:strVal val="visible"/>
                                      </p:to>
                                    </p:set>
                                    <p:anim calcmode="lin" valueType="num">
                                      <p:cBhvr>
                                        <p:cTn id="19" dur="500" fill="hold"/>
                                        <p:tgtEl>
                                          <p:spTgt spid="14338">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14338">
                                            <p:txEl>
                                              <p:pRg st="2" end="2"/>
                                            </p:txEl>
                                          </p:spTgt>
                                        </p:tgtEl>
                                        <p:attrNameLst>
                                          <p:attrName>ppt_h</p:attrName>
                                        </p:attrNameLst>
                                      </p:cBhvr>
                                      <p:tavLst>
                                        <p:tav tm="0">
                                          <p:val>
                                            <p:strVal val="#ppt_h"/>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17" presetClass="entr" presetSubtype="10" fill="hold" grpId="0" nodeType="clickEffect">
                                  <p:stCondLst>
                                    <p:cond delay="0"/>
                                  </p:stCondLst>
                                  <p:childTnLst>
                                    <p:set>
                                      <p:cBhvr>
                                        <p:cTn id="24" dur="1" fill="hold">
                                          <p:stCondLst>
                                            <p:cond delay="0"/>
                                          </p:stCondLst>
                                        </p:cTn>
                                        <p:tgtEl>
                                          <p:spTgt spid="14338">
                                            <p:txEl>
                                              <p:pRg st="3" end="3"/>
                                            </p:txEl>
                                          </p:spTgt>
                                        </p:tgtEl>
                                        <p:attrNameLst>
                                          <p:attrName>style.visibility</p:attrName>
                                        </p:attrNameLst>
                                      </p:cBhvr>
                                      <p:to>
                                        <p:strVal val="visible"/>
                                      </p:to>
                                    </p:set>
                                    <p:anim calcmode="lin" valueType="num">
                                      <p:cBhvr>
                                        <p:cTn id="25" dur="500" fill="hold"/>
                                        <p:tgtEl>
                                          <p:spTgt spid="14338">
                                            <p:txEl>
                                              <p:pRg st="3" end="3"/>
                                            </p:txEl>
                                          </p:spTgt>
                                        </p:tgtEl>
                                        <p:attrNameLst>
                                          <p:attrName>ppt_w</p:attrName>
                                        </p:attrNameLst>
                                      </p:cBhvr>
                                      <p:tavLst>
                                        <p:tav tm="0">
                                          <p:val>
                                            <p:fltVal val="0"/>
                                          </p:val>
                                        </p:tav>
                                        <p:tav tm="100000">
                                          <p:val>
                                            <p:strVal val="#ppt_w"/>
                                          </p:val>
                                        </p:tav>
                                      </p:tavLst>
                                    </p:anim>
                                    <p:anim calcmode="lin" valueType="num">
                                      <p:cBhvr>
                                        <p:cTn id="26" dur="500" fill="hold"/>
                                        <p:tgtEl>
                                          <p:spTgt spid="14338">
                                            <p:txEl>
                                              <p:pRg st="3" end="3"/>
                                            </p:txEl>
                                          </p:spTgt>
                                        </p:tgtEl>
                                        <p:attrNameLst>
                                          <p:attrName>ppt_h</p:attrName>
                                        </p:attrNameLst>
                                      </p:cBhvr>
                                      <p:tavLst>
                                        <p:tav tm="0">
                                          <p:val>
                                            <p:strVal val="#ppt_h"/>
                                          </p:val>
                                        </p:tav>
                                        <p:tav tm="100000">
                                          <p:val>
                                            <p:strVal val="#ppt_h"/>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17" presetClass="entr" presetSubtype="10" fill="hold" grpId="0" nodeType="clickEffect">
                                  <p:stCondLst>
                                    <p:cond delay="0"/>
                                  </p:stCondLst>
                                  <p:childTnLst>
                                    <p:set>
                                      <p:cBhvr>
                                        <p:cTn id="30" dur="1" fill="hold">
                                          <p:stCondLst>
                                            <p:cond delay="0"/>
                                          </p:stCondLst>
                                        </p:cTn>
                                        <p:tgtEl>
                                          <p:spTgt spid="14338">
                                            <p:txEl>
                                              <p:pRg st="4" end="4"/>
                                            </p:txEl>
                                          </p:spTgt>
                                        </p:tgtEl>
                                        <p:attrNameLst>
                                          <p:attrName>style.visibility</p:attrName>
                                        </p:attrNameLst>
                                      </p:cBhvr>
                                      <p:to>
                                        <p:strVal val="visible"/>
                                      </p:to>
                                    </p:set>
                                    <p:anim calcmode="lin" valueType="num">
                                      <p:cBhvr>
                                        <p:cTn id="31" dur="500" fill="hold"/>
                                        <p:tgtEl>
                                          <p:spTgt spid="14338">
                                            <p:txEl>
                                              <p:pRg st="4" end="4"/>
                                            </p:txEl>
                                          </p:spTgt>
                                        </p:tgtEl>
                                        <p:attrNameLst>
                                          <p:attrName>ppt_w</p:attrName>
                                        </p:attrNameLst>
                                      </p:cBhvr>
                                      <p:tavLst>
                                        <p:tav tm="0">
                                          <p:val>
                                            <p:fltVal val="0"/>
                                          </p:val>
                                        </p:tav>
                                        <p:tav tm="100000">
                                          <p:val>
                                            <p:strVal val="#ppt_w"/>
                                          </p:val>
                                        </p:tav>
                                      </p:tavLst>
                                    </p:anim>
                                    <p:anim calcmode="lin" valueType="num">
                                      <p:cBhvr>
                                        <p:cTn id="32" dur="500" fill="hold"/>
                                        <p:tgtEl>
                                          <p:spTgt spid="14338">
                                            <p:txEl>
                                              <p:pRg st="4" end="4"/>
                                            </p:txEl>
                                          </p:spTgt>
                                        </p:tgtEl>
                                        <p:attrNameLst>
                                          <p:attrName>ppt_h</p:attrName>
                                        </p:attrNameLst>
                                      </p:cBhvr>
                                      <p:tavLst>
                                        <p:tav tm="0">
                                          <p:val>
                                            <p:strVal val="#ppt_h"/>
                                          </p:val>
                                        </p:tav>
                                        <p:tav tm="100000">
                                          <p:val>
                                            <p:strVal val="#ppt_h"/>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17" presetClass="entr" presetSubtype="10" fill="hold" grpId="0" nodeType="clickEffect">
                                  <p:stCondLst>
                                    <p:cond delay="0"/>
                                  </p:stCondLst>
                                  <p:childTnLst>
                                    <p:set>
                                      <p:cBhvr>
                                        <p:cTn id="36" dur="1" fill="hold">
                                          <p:stCondLst>
                                            <p:cond delay="0"/>
                                          </p:stCondLst>
                                        </p:cTn>
                                        <p:tgtEl>
                                          <p:spTgt spid="14338">
                                            <p:txEl>
                                              <p:pRg st="5" end="5"/>
                                            </p:txEl>
                                          </p:spTgt>
                                        </p:tgtEl>
                                        <p:attrNameLst>
                                          <p:attrName>style.visibility</p:attrName>
                                        </p:attrNameLst>
                                      </p:cBhvr>
                                      <p:to>
                                        <p:strVal val="visible"/>
                                      </p:to>
                                    </p:set>
                                    <p:anim calcmode="lin" valueType="num">
                                      <p:cBhvr>
                                        <p:cTn id="37" dur="500" fill="hold"/>
                                        <p:tgtEl>
                                          <p:spTgt spid="14338">
                                            <p:txEl>
                                              <p:pRg st="5" end="5"/>
                                            </p:txEl>
                                          </p:spTgt>
                                        </p:tgtEl>
                                        <p:attrNameLst>
                                          <p:attrName>ppt_w</p:attrName>
                                        </p:attrNameLst>
                                      </p:cBhvr>
                                      <p:tavLst>
                                        <p:tav tm="0">
                                          <p:val>
                                            <p:fltVal val="0"/>
                                          </p:val>
                                        </p:tav>
                                        <p:tav tm="100000">
                                          <p:val>
                                            <p:strVal val="#ppt_w"/>
                                          </p:val>
                                        </p:tav>
                                      </p:tavLst>
                                    </p:anim>
                                    <p:anim calcmode="lin" valueType="num">
                                      <p:cBhvr>
                                        <p:cTn id="38" dur="500" fill="hold"/>
                                        <p:tgtEl>
                                          <p:spTgt spid="14338">
                                            <p:txEl>
                                              <p:pRg st="5" end="5"/>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build="p"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5DAF814C-8416-48D9-B1BB-3E375EAF16D1}"/>
              </a:ext>
            </a:extLst>
          </p:cNvPr>
          <p:cNvSpPr>
            <a:spLocks noGrp="1" noChangeArrowheads="1"/>
          </p:cNvSpPr>
          <p:nvPr>
            <p:ph idx="1"/>
          </p:nvPr>
        </p:nvSpPr>
        <p:spPr>
          <a:xfrm>
            <a:off x="642938" y="2357438"/>
            <a:ext cx="7848600" cy="3857625"/>
          </a:xfrm>
        </p:spPr>
        <p:txBody>
          <a:bodyPr/>
          <a:lstStyle/>
          <a:p>
            <a:pPr algn="just" eaLnBrk="1" hangingPunct="1">
              <a:buFont typeface="Wingdings 2" panose="05020102010507070707" pitchFamily="18" charset="2"/>
              <a:buNone/>
            </a:pPr>
            <a:r>
              <a:rPr lang="zh-CN" altLang="en-US" sz="4000" b="1">
                <a:solidFill>
                  <a:srgbClr val="FF0000"/>
                </a:solidFill>
                <a:latin typeface="宋体" panose="02010600030101010101" pitchFamily="2" charset="-122"/>
              </a:rPr>
              <a:t>注意：</a:t>
            </a:r>
            <a:r>
              <a:rPr lang="zh-CN" altLang="en-US" sz="3200" b="1">
                <a:latin typeface="隶书" panose="02010509060101010101" pitchFamily="49" charset="-122"/>
                <a:ea typeface="隶书" panose="02010509060101010101" pitchFamily="49" charset="-122"/>
              </a:rPr>
              <a:t>在定理</a:t>
            </a:r>
            <a:r>
              <a:rPr lang="en-US" altLang="zh-CN" sz="3200" b="1">
                <a:latin typeface="隶书" panose="02010509060101010101" pitchFamily="49" charset="-122"/>
                <a:ea typeface="隶书" panose="02010509060101010101" pitchFamily="49" charset="-122"/>
              </a:rPr>
              <a:t>1.6</a:t>
            </a:r>
            <a:r>
              <a:rPr lang="zh-CN" altLang="en-US" sz="3200" b="1">
                <a:latin typeface="隶书" panose="02010509060101010101" pitchFamily="49" charset="-122"/>
                <a:ea typeface="隶书" panose="02010509060101010101" pitchFamily="49" charset="-122"/>
              </a:rPr>
              <a:t>中，如果</a:t>
            </a:r>
            <a:r>
              <a:rPr lang="en-US" altLang="zh-CN" sz="3200" b="1">
                <a:latin typeface="隶书" panose="02010509060101010101" pitchFamily="49" charset="-122"/>
                <a:ea typeface="隶书" panose="02010509060101010101" pitchFamily="49" charset="-122"/>
              </a:rPr>
              <a:t>B</a:t>
            </a:r>
            <a:r>
              <a:rPr lang="zh-CN" altLang="en-US" sz="3200" b="1">
                <a:latin typeface="隶书" panose="02010509060101010101" pitchFamily="49" charset="-122"/>
                <a:ea typeface="隶书" panose="02010509060101010101" pitchFamily="49" charset="-122"/>
              </a:rPr>
              <a:t>的不同元素的重复数至少是</a:t>
            </a:r>
            <a:r>
              <a:rPr lang="en-US" altLang="zh-CN" sz="3200" b="1">
                <a:latin typeface="隶书" panose="02010509060101010101" pitchFamily="49" charset="-122"/>
                <a:ea typeface="隶书" panose="02010509060101010101" pitchFamily="49" charset="-122"/>
              </a:rPr>
              <a:t>r</a:t>
            </a:r>
            <a:r>
              <a:rPr lang="zh-CN" altLang="en-US" sz="3200" b="1">
                <a:latin typeface="隶书" panose="02010509060101010101" pitchFamily="49" charset="-122"/>
                <a:ea typeface="隶书" panose="02010509060101010101" pitchFamily="49" charset="-122"/>
              </a:rPr>
              <a:t>，则结论仍成立。</a:t>
            </a:r>
          </a:p>
          <a:p>
            <a:pPr eaLnBrk="1" hangingPunct="1"/>
            <a:endParaRPr lang="en-US" altLang="zh-CN" b="1"/>
          </a:p>
        </p:txBody>
      </p:sp>
      <p:sp>
        <p:nvSpPr>
          <p:cNvPr id="5" name="Rectangle 2">
            <a:extLst>
              <a:ext uri="{FF2B5EF4-FFF2-40B4-BE49-F238E27FC236}">
                <a16:creationId xmlns:a16="http://schemas.microsoft.com/office/drawing/2014/main" id="{D84B682A-D1F4-4E9E-93C5-ACE7B4B52538}"/>
              </a:ext>
            </a:extLst>
          </p:cNvPr>
          <p:cNvSpPr txBox="1">
            <a:spLocks noChangeArrowheads="1"/>
          </p:cNvSpPr>
          <p:nvPr/>
        </p:nvSpPr>
        <p:spPr>
          <a:xfrm>
            <a:off x="1000125" y="714375"/>
            <a:ext cx="2667000" cy="914400"/>
          </a:xfrm>
          <a:prstGeom prst="rect">
            <a:avLst/>
          </a:prstGeom>
        </p:spPr>
        <p:txBody>
          <a:bodyPr lIns="0" rIns="0" bIns="0" anchor="b">
            <a:normAutofit/>
          </a:bodyPr>
          <a:lstStyle/>
          <a:p>
            <a:pPr fontAlgn="auto">
              <a:spcAft>
                <a:spcPts val="0"/>
              </a:spcAft>
              <a:defRPr/>
            </a:pPr>
            <a:r>
              <a:rPr kumimoji="0" lang="zh-CN" altLang="en-US" sz="4900" dirty="0">
                <a:solidFill>
                  <a:schemeClr val="tx2"/>
                </a:solidFill>
                <a:latin typeface="+mj-lt"/>
                <a:ea typeface="+mj-ea"/>
                <a:cs typeface="+mj-cs"/>
              </a:rPr>
              <a:t>重复组合</a:t>
            </a:r>
            <a:r>
              <a:rPr kumimoji="0" lang="zh-CN" altLang="en-US" sz="5100" dirty="0">
                <a:solidFill>
                  <a:schemeClr val="tx2"/>
                </a:solidFill>
                <a:latin typeface="宋体" pitchFamily="2" charset="-122"/>
                <a:ea typeface="+mj-ea"/>
                <a:cs typeface="+mj-cs"/>
              </a:rPr>
              <a:t> </a:t>
            </a:r>
          </a:p>
        </p:txBody>
      </p:sp>
    </p:spTree>
  </p:cSld>
  <p:clrMapOvr>
    <a:masterClrMapping/>
  </p:clrMapOvr>
  <p:transition>
    <p:random/>
  </p:transition>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B84793A5-6A08-4550-AF2E-105154F9E51F}"/>
              </a:ext>
            </a:extLst>
          </p:cNvPr>
          <p:cNvSpPr>
            <a:spLocks noGrp="1" noChangeArrowheads="1"/>
          </p:cNvSpPr>
          <p:nvPr>
            <p:ph type="title"/>
          </p:nvPr>
        </p:nvSpPr>
        <p:spPr>
          <a:xfrm>
            <a:off x="773113" y="1277938"/>
            <a:ext cx="7543800" cy="1143000"/>
          </a:xfrm>
        </p:spPr>
        <p:txBody>
          <a:bodyPr/>
          <a:lstStyle/>
          <a:p>
            <a:pPr eaLnBrk="1" hangingPunct="1"/>
            <a:r>
              <a:rPr lang="zh-CN" altLang="en-US" sz="2800" b="1">
                <a:solidFill>
                  <a:schemeClr val="tx1"/>
                </a:solidFill>
                <a:latin typeface="宋体" panose="02010600030101010101" pitchFamily="2" charset="-122"/>
              </a:rPr>
              <a:t>某餐厅有</a:t>
            </a:r>
            <a:r>
              <a:rPr lang="en-US" altLang="zh-CN" sz="2800" b="1">
                <a:solidFill>
                  <a:schemeClr val="tx1"/>
                </a:solidFill>
                <a:latin typeface="宋体" panose="02010600030101010101" pitchFamily="2" charset="-122"/>
              </a:rPr>
              <a:t>7</a:t>
            </a:r>
            <a:r>
              <a:rPr lang="zh-CN" altLang="en-US" sz="2800" b="1">
                <a:solidFill>
                  <a:schemeClr val="tx1"/>
                </a:solidFill>
                <a:latin typeface="宋体" panose="02010600030101010101" pitchFamily="2" charset="-122"/>
              </a:rPr>
              <a:t>种不同的菜，为了招待朋友，一个顾客需要买</a:t>
            </a:r>
            <a:r>
              <a:rPr lang="en-US" altLang="zh-CN" sz="2800" b="1">
                <a:solidFill>
                  <a:schemeClr val="tx1"/>
                </a:solidFill>
                <a:latin typeface="宋体" panose="02010600030101010101" pitchFamily="2" charset="-122"/>
              </a:rPr>
              <a:t>14</a:t>
            </a:r>
            <a:r>
              <a:rPr lang="zh-CN" altLang="en-US" sz="2800" b="1">
                <a:solidFill>
                  <a:schemeClr val="tx1"/>
                </a:solidFill>
                <a:latin typeface="宋体" panose="02010600030101010101" pitchFamily="2" charset="-122"/>
              </a:rPr>
              <a:t>个菜，问有多少种买法</a:t>
            </a:r>
            <a:r>
              <a:rPr lang="en-US" altLang="zh-CN" sz="2800" b="1">
                <a:solidFill>
                  <a:schemeClr val="tx1"/>
                </a:solidFill>
                <a:latin typeface="宋体" panose="02010600030101010101" pitchFamily="2" charset="-122"/>
              </a:rPr>
              <a:t>?</a:t>
            </a:r>
            <a:br>
              <a:rPr lang="en-US" altLang="zh-CN" sz="2800" b="1">
                <a:solidFill>
                  <a:schemeClr val="tx1"/>
                </a:solidFill>
                <a:latin typeface="宋体" panose="02010600030101010101" pitchFamily="2" charset="-122"/>
              </a:rPr>
            </a:br>
            <a:endParaRPr lang="en-US" altLang="zh-CN" sz="2800" b="1">
              <a:solidFill>
                <a:schemeClr val="tx1"/>
              </a:solidFill>
              <a:latin typeface="宋体" panose="02010600030101010101" pitchFamily="2" charset="-122"/>
            </a:endParaRPr>
          </a:p>
        </p:txBody>
      </p:sp>
      <p:sp>
        <p:nvSpPr>
          <p:cNvPr id="16387" name="Rectangle 3">
            <a:extLst>
              <a:ext uri="{FF2B5EF4-FFF2-40B4-BE49-F238E27FC236}">
                <a16:creationId xmlns:a16="http://schemas.microsoft.com/office/drawing/2014/main" id="{4CEA99FA-9C45-44AE-8EFF-BE4138EF6646}"/>
              </a:ext>
            </a:extLst>
          </p:cNvPr>
          <p:cNvSpPr>
            <a:spLocks noGrp="1" noChangeArrowheads="1"/>
          </p:cNvSpPr>
          <p:nvPr>
            <p:ph idx="1"/>
          </p:nvPr>
        </p:nvSpPr>
        <p:spPr>
          <a:xfrm>
            <a:off x="647700" y="2082800"/>
            <a:ext cx="7956550" cy="2209800"/>
          </a:xfrm>
        </p:spPr>
        <p:txBody>
          <a:bodyPr/>
          <a:lstStyle/>
          <a:p>
            <a:pPr eaLnBrk="1" hangingPunct="1">
              <a:buFont typeface="Wingdings 2" panose="05020102010507070707" pitchFamily="18" charset="2"/>
              <a:buNone/>
            </a:pPr>
            <a:r>
              <a:rPr lang="zh-CN" altLang="en-US" sz="2800" b="1" dirty="0">
                <a:solidFill>
                  <a:srgbClr val="FF0000"/>
                </a:solidFill>
                <a:latin typeface="隶书" panose="02010509060101010101" pitchFamily="49" charset="-122"/>
                <a:ea typeface="隶书" panose="02010509060101010101" pitchFamily="49" charset="-122"/>
              </a:rPr>
              <a:t>解：</a:t>
            </a:r>
            <a:r>
              <a:rPr lang="zh-CN" altLang="en-US" sz="2400" b="1" dirty="0">
                <a:latin typeface="隶书" panose="02010509060101010101" pitchFamily="49" charset="-122"/>
                <a:ea typeface="隶书" panose="02010509060101010101" pitchFamily="49" charset="-122"/>
              </a:rPr>
              <a:t>这个问题可以归结为集合｛∞</a:t>
            </a:r>
            <a:r>
              <a:rPr lang="en-US" altLang="zh-CN" sz="2400" b="1" dirty="0">
                <a:latin typeface="隶书" panose="02010509060101010101" pitchFamily="49" charset="-122"/>
                <a:ea typeface="隶书" panose="02010509060101010101" pitchFamily="49" charset="-122"/>
              </a:rPr>
              <a:t>·1,∞·2,…,∞·7</a:t>
            </a:r>
            <a:r>
              <a:rPr lang="zh-CN" altLang="en-US" sz="2400" b="1" dirty="0">
                <a:latin typeface="隶书" panose="02010509060101010101" pitchFamily="49" charset="-122"/>
                <a:ea typeface="隶书" panose="02010509060101010101" pitchFamily="49" charset="-122"/>
              </a:rPr>
              <a:t>｝的</a:t>
            </a:r>
            <a:r>
              <a:rPr lang="en-US" altLang="zh-CN" sz="2400" b="1" dirty="0">
                <a:solidFill>
                  <a:srgbClr val="FF0000"/>
                </a:solidFill>
                <a:latin typeface="隶书" panose="02010509060101010101" pitchFamily="49" charset="-122"/>
                <a:ea typeface="隶书" panose="02010509060101010101" pitchFamily="49" charset="-122"/>
              </a:rPr>
              <a:t>14</a:t>
            </a:r>
            <a:r>
              <a:rPr lang="zh-CN" altLang="en-US" sz="2400" b="1" dirty="0">
                <a:latin typeface="隶书" panose="02010509060101010101" pitchFamily="49" charset="-122"/>
                <a:ea typeface="隶书" panose="02010509060101010101" pitchFamily="49" charset="-122"/>
              </a:rPr>
              <a:t>组合。共有</a:t>
            </a:r>
          </a:p>
          <a:p>
            <a:pPr eaLnBrk="1" hangingPunct="1">
              <a:buFontTx/>
              <a:buNone/>
            </a:pPr>
            <a:r>
              <a:rPr lang="zh-CN" altLang="en-US" sz="2400" b="1" dirty="0">
                <a:latin typeface="隶书" panose="02010509060101010101" pitchFamily="49" charset="-122"/>
                <a:ea typeface="隶书" panose="02010509060101010101" pitchFamily="49" charset="-122"/>
              </a:rPr>
              <a:t>                </a:t>
            </a:r>
            <a:r>
              <a:rPr lang="en-US" altLang="zh-CN" sz="2400" b="1" dirty="0">
                <a:solidFill>
                  <a:srgbClr val="FF0000"/>
                </a:solidFill>
                <a:latin typeface="隶书" panose="02010509060101010101" pitchFamily="49" charset="-122"/>
                <a:ea typeface="隶书" panose="02010509060101010101" pitchFamily="49" charset="-122"/>
              </a:rPr>
              <a:t>F(7</a:t>
            </a:r>
            <a:r>
              <a:rPr lang="zh-CN" altLang="en-US" sz="2400" b="1" dirty="0">
                <a:solidFill>
                  <a:srgbClr val="FF0000"/>
                </a:solidFill>
                <a:latin typeface="隶书" panose="02010509060101010101" pitchFamily="49" charset="-122"/>
                <a:ea typeface="隶书" panose="02010509060101010101" pitchFamily="49" charset="-122"/>
              </a:rPr>
              <a:t>，</a:t>
            </a:r>
            <a:r>
              <a:rPr lang="en-US" altLang="zh-CN" sz="2400" b="1" dirty="0">
                <a:solidFill>
                  <a:srgbClr val="FF0000"/>
                </a:solidFill>
                <a:latin typeface="隶书" panose="02010509060101010101" pitchFamily="49" charset="-122"/>
                <a:ea typeface="隶书" panose="02010509060101010101" pitchFamily="49" charset="-122"/>
              </a:rPr>
              <a:t>14)= C(20,14)</a:t>
            </a:r>
            <a:r>
              <a:rPr lang="en-US" altLang="zh-CN" sz="2400" b="1" dirty="0">
                <a:latin typeface="隶书" panose="02010509060101010101" pitchFamily="49" charset="-122"/>
                <a:ea typeface="隶书" panose="02010509060101010101" pitchFamily="49" charset="-122"/>
              </a:rPr>
              <a:t> </a:t>
            </a:r>
            <a:r>
              <a:rPr lang="zh-CN" altLang="en-US" sz="2400" b="1" dirty="0">
                <a:latin typeface="隶书" panose="02010509060101010101" pitchFamily="49" charset="-122"/>
                <a:ea typeface="隶书" panose="02010509060101010101" pitchFamily="49" charset="-122"/>
              </a:rPr>
              <a:t>种买法。 </a:t>
            </a:r>
          </a:p>
        </p:txBody>
      </p:sp>
      <p:sp>
        <p:nvSpPr>
          <p:cNvPr id="16390" name="Rectangle 6">
            <a:extLst>
              <a:ext uri="{FF2B5EF4-FFF2-40B4-BE49-F238E27FC236}">
                <a16:creationId xmlns:a16="http://schemas.microsoft.com/office/drawing/2014/main" id="{185084E9-E25E-4811-91D7-C0FCF2BC7E6A}"/>
              </a:ext>
            </a:extLst>
          </p:cNvPr>
          <p:cNvSpPr>
            <a:spLocks noChangeArrowheads="1"/>
          </p:cNvSpPr>
          <p:nvPr/>
        </p:nvSpPr>
        <p:spPr bwMode="auto">
          <a:xfrm>
            <a:off x="539750" y="3914775"/>
            <a:ext cx="8278813" cy="957263"/>
          </a:xfrm>
          <a:prstGeom prst="rect">
            <a:avLst/>
          </a:prstGeom>
          <a:noFill/>
          <a:ln w="12700" cap="sq">
            <a:noFill/>
            <a:miter lim="800000"/>
            <a:headEnd type="none" w="sm" len="sm"/>
            <a:tailEnd type="none" w="sm" len="sm"/>
          </a:ln>
        </p:spPr>
        <p:txBody>
          <a:bodyPr lIns="90000" tIns="46800" rIns="90000" bIns="46800">
            <a:spAutoFit/>
          </a:bodyPr>
          <a:lstStyle/>
          <a:p>
            <a:pPr>
              <a:defRPr/>
            </a:pPr>
            <a:r>
              <a:rPr lang="zh-CN" altLang="en-US" sz="2800" b="1" dirty="0">
                <a:latin typeface="+mj-ea"/>
                <a:ea typeface="+mj-ea"/>
              </a:rPr>
              <a:t>求</a:t>
            </a:r>
            <a:r>
              <a:rPr lang="en-US" altLang="zh-CN" sz="2800" b="1" dirty="0">
                <a:latin typeface="+mj-ea"/>
                <a:ea typeface="+mj-ea"/>
              </a:rPr>
              <a:t>n</a:t>
            </a:r>
            <a:r>
              <a:rPr lang="zh-CN" altLang="en-US" sz="2800" b="1" dirty="0">
                <a:latin typeface="+mj-ea"/>
                <a:ea typeface="+mj-ea"/>
              </a:rPr>
              <a:t>个无区别的球放入</a:t>
            </a:r>
            <a:r>
              <a:rPr lang="en-US" altLang="zh-CN" sz="2800" b="1" dirty="0">
                <a:latin typeface="+mj-ea"/>
                <a:ea typeface="+mj-ea"/>
              </a:rPr>
              <a:t>r</a:t>
            </a:r>
            <a:r>
              <a:rPr lang="zh-CN" altLang="en-US" sz="2800" b="1" dirty="0">
                <a:latin typeface="+mj-ea"/>
                <a:ea typeface="+mj-ea"/>
              </a:rPr>
              <a:t>个有标志的盒子</a:t>
            </a:r>
            <a:r>
              <a:rPr lang="en-US" altLang="zh-CN" sz="2800" b="1" dirty="0">
                <a:latin typeface="+mj-ea"/>
                <a:ea typeface="+mj-ea"/>
              </a:rPr>
              <a:t>(</a:t>
            </a:r>
            <a:r>
              <a:rPr lang="en-US" altLang="zh-CN" sz="2800" b="1" dirty="0" err="1">
                <a:latin typeface="+mj-ea"/>
                <a:ea typeface="+mj-ea"/>
              </a:rPr>
              <a:t>n≥r</a:t>
            </a:r>
            <a:r>
              <a:rPr lang="en-US" altLang="zh-CN" sz="2800" b="1" dirty="0">
                <a:latin typeface="+mj-ea"/>
                <a:ea typeface="+mj-ea"/>
              </a:rPr>
              <a:t>)</a:t>
            </a:r>
            <a:r>
              <a:rPr lang="zh-CN" altLang="en-US" sz="2800" b="1" dirty="0">
                <a:latin typeface="+mj-ea"/>
                <a:ea typeface="+mj-ea"/>
              </a:rPr>
              <a:t>而无一空盒的方式数。 </a:t>
            </a:r>
          </a:p>
        </p:txBody>
      </p:sp>
      <p:sp>
        <p:nvSpPr>
          <p:cNvPr id="16391" name="Rectangle 7">
            <a:extLst>
              <a:ext uri="{FF2B5EF4-FFF2-40B4-BE49-F238E27FC236}">
                <a16:creationId xmlns:a16="http://schemas.microsoft.com/office/drawing/2014/main" id="{59C8FEE1-C98C-414F-B840-29B5C2CC0184}"/>
              </a:ext>
            </a:extLst>
          </p:cNvPr>
          <p:cNvSpPr>
            <a:spLocks noChangeArrowheads="1"/>
          </p:cNvSpPr>
          <p:nvPr/>
        </p:nvSpPr>
        <p:spPr bwMode="auto">
          <a:xfrm>
            <a:off x="723900" y="4919663"/>
            <a:ext cx="7664450" cy="138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90000" tIns="46800" rIns="90000" bIns="4680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800" b="1">
                <a:solidFill>
                  <a:srgbClr val="FF0000"/>
                </a:solidFill>
                <a:latin typeface="隶书" panose="02010509060101010101" pitchFamily="49" charset="-122"/>
                <a:ea typeface="隶书" panose="02010509060101010101" pitchFamily="49" charset="-122"/>
              </a:rPr>
              <a:t>解：</a:t>
            </a:r>
            <a:r>
              <a:rPr lang="zh-CN" altLang="en-US" sz="2800" b="1">
                <a:latin typeface="隶书" panose="02010509060101010101" pitchFamily="49" charset="-122"/>
                <a:ea typeface="隶书" panose="02010509060101010101" pitchFamily="49" charset="-122"/>
              </a:rPr>
              <a:t>每个盒子不能为空，故每个盒子中可先放一球，这样还剩</a:t>
            </a:r>
            <a:r>
              <a:rPr lang="en-US" altLang="zh-CN" sz="2800" b="1">
                <a:latin typeface="隶书" panose="02010509060101010101" pitchFamily="49" charset="-122"/>
                <a:ea typeface="隶书" panose="02010509060101010101" pitchFamily="49" charset="-122"/>
              </a:rPr>
              <a:t>n-r</a:t>
            </a:r>
            <a:r>
              <a:rPr lang="zh-CN" altLang="en-US" sz="2800" b="1">
                <a:latin typeface="隶书" panose="02010509060101010101" pitchFamily="49" charset="-122"/>
                <a:ea typeface="隶书" panose="02010509060101010101" pitchFamily="49" charset="-122"/>
              </a:rPr>
              <a:t>个球，再将这</a:t>
            </a:r>
            <a:r>
              <a:rPr lang="en-US" altLang="zh-CN" sz="2800" b="1">
                <a:latin typeface="隶书" panose="02010509060101010101" pitchFamily="49" charset="-122"/>
                <a:ea typeface="隶书" panose="02010509060101010101" pitchFamily="49" charset="-122"/>
              </a:rPr>
              <a:t>n-r</a:t>
            </a:r>
            <a:r>
              <a:rPr lang="zh-CN" altLang="en-US" sz="2800" b="1">
                <a:latin typeface="隶书" panose="02010509060101010101" pitchFamily="49" charset="-122"/>
                <a:ea typeface="隶书" panose="02010509060101010101" pitchFamily="49" charset="-122"/>
              </a:rPr>
              <a:t>个球放到</a:t>
            </a:r>
            <a:r>
              <a:rPr lang="en-US" altLang="zh-CN" sz="2800" b="1">
                <a:latin typeface="隶书" panose="02010509060101010101" pitchFamily="49" charset="-122"/>
                <a:ea typeface="隶书" panose="02010509060101010101" pitchFamily="49" charset="-122"/>
              </a:rPr>
              <a:t>r</a:t>
            </a:r>
            <a:r>
              <a:rPr lang="zh-CN" altLang="en-US" sz="2800" b="1">
                <a:latin typeface="隶书" panose="02010509060101010101" pitchFamily="49" charset="-122"/>
                <a:ea typeface="隶书" panose="02010509060101010101" pitchFamily="49" charset="-122"/>
              </a:rPr>
              <a:t>个盒子中去 </a:t>
            </a:r>
          </a:p>
        </p:txBody>
      </p:sp>
      <p:sp>
        <p:nvSpPr>
          <p:cNvPr id="8" name="Rectangle 2">
            <a:extLst>
              <a:ext uri="{FF2B5EF4-FFF2-40B4-BE49-F238E27FC236}">
                <a16:creationId xmlns:a16="http://schemas.microsoft.com/office/drawing/2014/main" id="{48333586-1128-43BE-A506-5B0D7CD3B9E1}"/>
              </a:ext>
            </a:extLst>
          </p:cNvPr>
          <p:cNvSpPr txBox="1">
            <a:spLocks noChangeArrowheads="1"/>
          </p:cNvSpPr>
          <p:nvPr/>
        </p:nvSpPr>
        <p:spPr>
          <a:xfrm>
            <a:off x="468313" y="333375"/>
            <a:ext cx="2667000" cy="914400"/>
          </a:xfrm>
          <a:prstGeom prst="rect">
            <a:avLst/>
          </a:prstGeom>
        </p:spPr>
        <p:txBody>
          <a:bodyPr lIns="0" rIns="0" bIns="0" anchor="b">
            <a:normAutofit/>
          </a:bodyPr>
          <a:lstStyle/>
          <a:p>
            <a:pPr fontAlgn="auto">
              <a:spcAft>
                <a:spcPts val="0"/>
              </a:spcAft>
              <a:defRPr/>
            </a:pPr>
            <a:r>
              <a:rPr kumimoji="0" lang="zh-CN" altLang="en-US" sz="5100" dirty="0">
                <a:solidFill>
                  <a:schemeClr val="tx2"/>
                </a:solidFill>
                <a:latin typeface="宋体" pitchFamily="2" charset="-122"/>
                <a:ea typeface="+mj-ea"/>
                <a:cs typeface="+mj-cs"/>
              </a:rPr>
              <a:t>例四</a:t>
            </a:r>
          </a:p>
        </p:txBody>
      </p:sp>
      <p:sp useBgFill="1">
        <p:nvSpPr>
          <p:cNvPr id="9" name="Rectangle 2">
            <a:extLst>
              <a:ext uri="{FF2B5EF4-FFF2-40B4-BE49-F238E27FC236}">
                <a16:creationId xmlns:a16="http://schemas.microsoft.com/office/drawing/2014/main" id="{A742137F-A287-4377-80C4-42484736EFEE}"/>
              </a:ext>
            </a:extLst>
          </p:cNvPr>
          <p:cNvSpPr txBox="1">
            <a:spLocks noChangeArrowheads="1"/>
          </p:cNvSpPr>
          <p:nvPr/>
        </p:nvSpPr>
        <p:spPr>
          <a:xfrm>
            <a:off x="524906" y="3070958"/>
            <a:ext cx="1296516" cy="914400"/>
          </a:xfrm>
          <a:prstGeom prst="rect">
            <a:avLst/>
          </a:prstGeom>
        </p:spPr>
        <p:txBody>
          <a:bodyPr lIns="0" rIns="0" bIns="0" anchor="b">
            <a:normAutofit/>
          </a:bodyPr>
          <a:lstStyle/>
          <a:p>
            <a:pPr fontAlgn="auto">
              <a:spcAft>
                <a:spcPts val="0"/>
              </a:spcAft>
              <a:defRPr/>
            </a:pPr>
            <a:r>
              <a:rPr kumimoji="0" lang="zh-CN" altLang="en-US" sz="5100" dirty="0">
                <a:solidFill>
                  <a:schemeClr val="tx2"/>
                </a:solidFill>
                <a:latin typeface="宋体" pitchFamily="2" charset="-122"/>
                <a:ea typeface="+mj-ea"/>
                <a:cs typeface="+mj-cs"/>
              </a:rPr>
              <a:t>例五</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6386"/>
                                        </p:tgtEl>
                                        <p:attrNameLst>
                                          <p:attrName>style.visibility</p:attrName>
                                        </p:attrNameLst>
                                      </p:cBhvr>
                                      <p:to>
                                        <p:strVal val="visible"/>
                                      </p:to>
                                    </p:set>
                                    <p:animEffect transition="in" filter="dissolve">
                                      <p:cBhvr>
                                        <p:cTn id="7" dur="500"/>
                                        <p:tgtEl>
                                          <p:spTgt spid="163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5" presetClass="entr" presetSubtype="0" fill="hold" grpId="0" nodeType="clickEffect">
                                  <p:stCondLst>
                                    <p:cond delay="0"/>
                                  </p:stCondLst>
                                  <p:childTnLst>
                                    <p:set>
                                      <p:cBhvr>
                                        <p:cTn id="11" dur="1" fill="hold">
                                          <p:stCondLst>
                                            <p:cond delay="0"/>
                                          </p:stCondLst>
                                        </p:cTn>
                                        <p:tgtEl>
                                          <p:spTgt spid="16387">
                                            <p:txEl>
                                              <p:pRg st="0" end="0"/>
                                            </p:txEl>
                                          </p:spTgt>
                                        </p:tgtEl>
                                        <p:attrNameLst>
                                          <p:attrName>style.visibility</p:attrName>
                                        </p:attrNameLst>
                                      </p:cBhvr>
                                      <p:to>
                                        <p:strVal val="visible"/>
                                      </p:to>
                                    </p:set>
                                    <p:anim calcmode="lin" valueType="num">
                                      <p:cBhvr>
                                        <p:cTn id="12" dur="1000" fill="hold"/>
                                        <p:tgtEl>
                                          <p:spTgt spid="16387">
                                            <p:txEl>
                                              <p:pRg st="0" end="0"/>
                                            </p:txEl>
                                          </p:spTgt>
                                        </p:tgtEl>
                                        <p:attrNameLst>
                                          <p:attrName>ppt_w</p:attrName>
                                        </p:attrNameLst>
                                      </p:cBhvr>
                                      <p:tavLst>
                                        <p:tav tm="0">
                                          <p:val>
                                            <p:fltVal val="0"/>
                                          </p:val>
                                        </p:tav>
                                        <p:tav tm="100000">
                                          <p:val>
                                            <p:strVal val="#ppt_w"/>
                                          </p:val>
                                        </p:tav>
                                      </p:tavLst>
                                    </p:anim>
                                    <p:anim calcmode="lin" valueType="num">
                                      <p:cBhvr>
                                        <p:cTn id="13" dur="1000" fill="hold"/>
                                        <p:tgtEl>
                                          <p:spTgt spid="16387">
                                            <p:txEl>
                                              <p:pRg st="0" end="0"/>
                                            </p:txEl>
                                          </p:spTgt>
                                        </p:tgtEl>
                                        <p:attrNameLst>
                                          <p:attrName>ppt_h</p:attrName>
                                        </p:attrNameLst>
                                      </p:cBhvr>
                                      <p:tavLst>
                                        <p:tav tm="0">
                                          <p:val>
                                            <p:fltVal val="0"/>
                                          </p:val>
                                        </p:tav>
                                        <p:tav tm="100000">
                                          <p:val>
                                            <p:strVal val="#ppt_h"/>
                                          </p:val>
                                        </p:tav>
                                      </p:tavLst>
                                    </p:anim>
                                    <p:anim calcmode="lin" valueType="num">
                                      <p:cBhvr>
                                        <p:cTn id="14" dur="1000" fill="hold"/>
                                        <p:tgtEl>
                                          <p:spTgt spid="16387">
                                            <p:txEl>
                                              <p:pRg st="0" end="0"/>
                                            </p:txEl>
                                          </p:spTgt>
                                        </p:tgtEl>
                                        <p:attrNameLst>
                                          <p:attrName>ppt_x</p:attrName>
                                        </p:attrNameLst>
                                      </p:cBhvr>
                                      <p:tavLst>
                                        <p:tav tm="0" fmla="#ppt_x+(cos(-2*pi*(1-$))*-#ppt_x-sin(-2*pi*(1-$))*(1-#ppt_y))*(1-$)">
                                          <p:val>
                                            <p:fltVal val="0"/>
                                          </p:val>
                                        </p:tav>
                                        <p:tav tm="100000">
                                          <p:val>
                                            <p:fltVal val="1"/>
                                          </p:val>
                                        </p:tav>
                                      </p:tavLst>
                                    </p:anim>
                                    <p:anim calcmode="lin" valueType="num">
                                      <p:cBhvr>
                                        <p:cTn id="15" dur="1000" fill="hold"/>
                                        <p:tgtEl>
                                          <p:spTgt spid="16387">
                                            <p:txEl>
                                              <p:pRg st="0" end="0"/>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15" presetClass="entr" presetSubtype="0" fill="hold" grpId="0" nodeType="clickEffect">
                                  <p:stCondLst>
                                    <p:cond delay="0"/>
                                  </p:stCondLst>
                                  <p:childTnLst>
                                    <p:set>
                                      <p:cBhvr>
                                        <p:cTn id="19" dur="1" fill="hold">
                                          <p:stCondLst>
                                            <p:cond delay="0"/>
                                          </p:stCondLst>
                                        </p:cTn>
                                        <p:tgtEl>
                                          <p:spTgt spid="16387">
                                            <p:txEl>
                                              <p:pRg st="1" end="1"/>
                                            </p:txEl>
                                          </p:spTgt>
                                        </p:tgtEl>
                                        <p:attrNameLst>
                                          <p:attrName>style.visibility</p:attrName>
                                        </p:attrNameLst>
                                      </p:cBhvr>
                                      <p:to>
                                        <p:strVal val="visible"/>
                                      </p:to>
                                    </p:set>
                                    <p:anim calcmode="lin" valueType="num">
                                      <p:cBhvr>
                                        <p:cTn id="20" dur="1000" fill="hold"/>
                                        <p:tgtEl>
                                          <p:spTgt spid="16387">
                                            <p:txEl>
                                              <p:pRg st="1" end="1"/>
                                            </p:txEl>
                                          </p:spTgt>
                                        </p:tgtEl>
                                        <p:attrNameLst>
                                          <p:attrName>ppt_w</p:attrName>
                                        </p:attrNameLst>
                                      </p:cBhvr>
                                      <p:tavLst>
                                        <p:tav tm="0">
                                          <p:val>
                                            <p:fltVal val="0"/>
                                          </p:val>
                                        </p:tav>
                                        <p:tav tm="100000">
                                          <p:val>
                                            <p:strVal val="#ppt_w"/>
                                          </p:val>
                                        </p:tav>
                                      </p:tavLst>
                                    </p:anim>
                                    <p:anim calcmode="lin" valueType="num">
                                      <p:cBhvr>
                                        <p:cTn id="21" dur="1000" fill="hold"/>
                                        <p:tgtEl>
                                          <p:spTgt spid="16387">
                                            <p:txEl>
                                              <p:pRg st="1" end="1"/>
                                            </p:txEl>
                                          </p:spTgt>
                                        </p:tgtEl>
                                        <p:attrNameLst>
                                          <p:attrName>ppt_h</p:attrName>
                                        </p:attrNameLst>
                                      </p:cBhvr>
                                      <p:tavLst>
                                        <p:tav tm="0">
                                          <p:val>
                                            <p:fltVal val="0"/>
                                          </p:val>
                                        </p:tav>
                                        <p:tav tm="100000">
                                          <p:val>
                                            <p:strVal val="#ppt_h"/>
                                          </p:val>
                                        </p:tav>
                                      </p:tavLst>
                                    </p:anim>
                                    <p:anim calcmode="lin" valueType="num">
                                      <p:cBhvr>
                                        <p:cTn id="22" dur="1000" fill="hold"/>
                                        <p:tgtEl>
                                          <p:spTgt spid="16387">
                                            <p:txEl>
                                              <p:pRg st="1" end="1"/>
                                            </p:txEl>
                                          </p:spTgt>
                                        </p:tgtEl>
                                        <p:attrNameLst>
                                          <p:attrName>ppt_x</p:attrName>
                                        </p:attrNameLst>
                                      </p:cBhvr>
                                      <p:tavLst>
                                        <p:tav tm="0" fmla="#ppt_x+(cos(-2*pi*(1-$))*-#ppt_x-sin(-2*pi*(1-$))*(1-#ppt_y))*(1-$)">
                                          <p:val>
                                            <p:fltVal val="0"/>
                                          </p:val>
                                        </p:tav>
                                        <p:tav tm="100000">
                                          <p:val>
                                            <p:fltVal val="1"/>
                                          </p:val>
                                        </p:tav>
                                      </p:tavLst>
                                    </p:anim>
                                    <p:anim calcmode="lin" valueType="num">
                                      <p:cBhvr>
                                        <p:cTn id="23" dur="1000" fill="hold"/>
                                        <p:tgtEl>
                                          <p:spTgt spid="16387">
                                            <p:txEl>
                                              <p:pRg st="1" end="1"/>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16390"/>
                                        </p:tgtEl>
                                        <p:attrNameLst>
                                          <p:attrName>style.visibility</p:attrName>
                                        </p:attrNameLst>
                                      </p:cBhvr>
                                      <p:to>
                                        <p:strVal val="visible"/>
                                      </p:to>
                                    </p:set>
                                    <p:animEffect transition="in" filter="slide(fromBottom)">
                                      <p:cBhvr>
                                        <p:cTn id="32" dur="500"/>
                                        <p:tgtEl>
                                          <p:spTgt spid="1639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499"/>
                                          </p:stCondLst>
                                        </p:cTn>
                                        <p:tgtEl>
                                          <p:spTgt spid="163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6" grpId="0" autoUpdateAnimBg="0"/>
      <p:bldP spid="16387" grpId="0" uiExpand="1" build="p" autoUpdateAnimBg="0"/>
      <p:bldP spid="16390" grpId="0" autoUpdateAnimBg="0"/>
      <p:bldP spid="16391" grpId="0" autoUpdateAnimBg="0"/>
      <p:bldP spid="9" grpId="0" animBg="1"/>
    </p:bld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4F200C6E-E6A8-4D06-9CD7-EB600C024DC5}"/>
              </a:ext>
            </a:extLst>
          </p:cNvPr>
          <p:cNvSpPr>
            <a:spLocks noGrp="1" noChangeArrowheads="1"/>
          </p:cNvSpPr>
          <p:nvPr>
            <p:ph idx="1"/>
          </p:nvPr>
        </p:nvSpPr>
        <p:spPr>
          <a:xfrm>
            <a:off x="395288" y="1773238"/>
            <a:ext cx="8382000" cy="3798887"/>
          </a:xfrm>
        </p:spPr>
        <p:txBody>
          <a:bodyPr/>
          <a:lstStyle/>
          <a:p>
            <a:pPr algn="just" eaLnBrk="1" hangingPunct="1">
              <a:lnSpc>
                <a:spcPct val="90000"/>
              </a:lnSpc>
              <a:buFont typeface="Wingdings 2" panose="05020102010507070707" pitchFamily="18" charset="2"/>
              <a:buNone/>
            </a:pPr>
            <a:r>
              <a:rPr lang="zh-CN" altLang="en-US" sz="2800" b="1" dirty="0">
                <a:latin typeface="隶书" panose="02010509060101010101" pitchFamily="49" charset="-122"/>
                <a:ea typeface="隶书" panose="02010509060101010101" pitchFamily="49" charset="-122"/>
              </a:rPr>
              <a:t>由于这时每盒的球数不受限制，这相当于从重集｛∞</a:t>
            </a:r>
            <a:r>
              <a:rPr lang="en-US" altLang="zh-CN" sz="2800" b="1" dirty="0">
                <a:latin typeface="隶书" panose="02010509060101010101" pitchFamily="49" charset="-122"/>
                <a:ea typeface="隶书" panose="02010509060101010101" pitchFamily="49" charset="-122"/>
              </a:rPr>
              <a:t>·a</a:t>
            </a:r>
            <a:r>
              <a:rPr lang="en-US" altLang="zh-CN" sz="2800" b="1" baseline="-25000" dirty="0">
                <a:latin typeface="隶书" panose="02010509060101010101" pitchFamily="49" charset="-122"/>
                <a:ea typeface="隶书" panose="02010509060101010101" pitchFamily="49" charset="-122"/>
              </a:rPr>
              <a:t>1</a:t>
            </a:r>
            <a:r>
              <a:rPr lang="en-US" altLang="zh-CN" sz="2800" b="1" dirty="0">
                <a:latin typeface="隶书" panose="02010509060101010101" pitchFamily="49" charset="-122"/>
                <a:ea typeface="隶书" panose="02010509060101010101" pitchFamily="49" charset="-122"/>
              </a:rPr>
              <a:t>,∞·a</a:t>
            </a:r>
            <a:r>
              <a:rPr lang="en-US" altLang="zh-CN" sz="2800" b="1" baseline="-25000" dirty="0">
                <a:latin typeface="隶书" panose="02010509060101010101" pitchFamily="49" charset="-122"/>
                <a:ea typeface="隶书" panose="02010509060101010101" pitchFamily="49" charset="-122"/>
              </a:rPr>
              <a:t>2</a:t>
            </a:r>
            <a:r>
              <a:rPr lang="en-US" altLang="zh-CN" sz="2800" b="1" dirty="0">
                <a:latin typeface="隶书" panose="02010509060101010101" pitchFamily="49" charset="-122"/>
                <a:ea typeface="隶书" panose="02010509060101010101" pitchFamily="49" charset="-122"/>
              </a:rPr>
              <a:t> ,…,∞·</a:t>
            </a:r>
            <a:r>
              <a:rPr lang="en-US" altLang="zh-CN" sz="2800" b="1" dirty="0" err="1">
                <a:latin typeface="隶书" panose="02010509060101010101" pitchFamily="49" charset="-122"/>
                <a:ea typeface="隶书" panose="02010509060101010101" pitchFamily="49" charset="-122"/>
              </a:rPr>
              <a:t>a</a:t>
            </a:r>
            <a:r>
              <a:rPr lang="en-US" altLang="zh-CN" sz="2800" b="1" baseline="-25000" dirty="0" err="1">
                <a:latin typeface="隶书" panose="02010509060101010101" pitchFamily="49" charset="-122"/>
                <a:ea typeface="隶书" panose="02010509060101010101" pitchFamily="49" charset="-122"/>
              </a:rPr>
              <a:t>r</a:t>
            </a:r>
            <a:r>
              <a:rPr lang="zh-CN" altLang="en-US" sz="2800" b="1" dirty="0">
                <a:latin typeface="隶书" panose="02010509060101010101" pitchFamily="49" charset="-122"/>
                <a:ea typeface="隶书" panose="02010509060101010101" pitchFamily="49" charset="-122"/>
              </a:rPr>
              <a:t>｝中取</a:t>
            </a:r>
            <a:r>
              <a:rPr lang="en-US" altLang="zh-CN" sz="2800" b="1" dirty="0">
                <a:latin typeface="隶书" panose="02010509060101010101" pitchFamily="49" charset="-122"/>
                <a:ea typeface="隶书" panose="02010509060101010101" pitchFamily="49" charset="-122"/>
              </a:rPr>
              <a:t>n-r</a:t>
            </a:r>
            <a:r>
              <a:rPr lang="zh-CN" altLang="en-US" sz="2800" b="1" dirty="0">
                <a:latin typeface="隶书" panose="02010509060101010101" pitchFamily="49" charset="-122"/>
                <a:ea typeface="隶书" panose="02010509060101010101" pitchFamily="49" charset="-122"/>
              </a:rPr>
              <a:t>个元素的组合，由式</a:t>
            </a:r>
            <a:r>
              <a:rPr lang="en-US" altLang="zh-CN" sz="2800" b="1" dirty="0">
                <a:latin typeface="隶书" panose="02010509060101010101" pitchFamily="49" charset="-122"/>
                <a:ea typeface="隶书" panose="02010509060101010101" pitchFamily="49" charset="-122"/>
              </a:rPr>
              <a:t>(1.11)</a:t>
            </a:r>
            <a:r>
              <a:rPr lang="zh-CN" altLang="en-US" sz="2800" b="1" dirty="0">
                <a:latin typeface="隶书" panose="02010509060101010101" pitchFamily="49" charset="-122"/>
                <a:ea typeface="隶书" panose="02010509060101010101" pitchFamily="49" charset="-122"/>
              </a:rPr>
              <a:t>知，其组合数为</a:t>
            </a:r>
          </a:p>
          <a:p>
            <a:pPr eaLnBrk="1" hangingPunct="1">
              <a:lnSpc>
                <a:spcPct val="90000"/>
              </a:lnSpc>
              <a:buFont typeface="Wingdings 2" panose="05020102010507070707" pitchFamily="18" charset="2"/>
              <a:buNone/>
            </a:pPr>
            <a:r>
              <a:rPr lang="zh-CN" altLang="en-US" sz="2800" dirty="0">
                <a:solidFill>
                  <a:srgbClr val="FF0000"/>
                </a:solidFill>
                <a:latin typeface="隶书" panose="02010509060101010101" pitchFamily="49" charset="-122"/>
                <a:ea typeface="隶书" panose="02010509060101010101" pitchFamily="49" charset="-122"/>
              </a:rPr>
              <a:t>              </a:t>
            </a:r>
            <a:r>
              <a:rPr lang="en-US" altLang="zh-CN" sz="2800" b="1" dirty="0">
                <a:solidFill>
                  <a:srgbClr val="FF0000"/>
                </a:solidFill>
                <a:latin typeface="隶书" panose="02010509060101010101" pitchFamily="49" charset="-122"/>
                <a:ea typeface="隶书" panose="02010509060101010101" pitchFamily="49" charset="-122"/>
              </a:rPr>
              <a:t>F(</a:t>
            </a:r>
            <a:r>
              <a:rPr lang="en-US" altLang="zh-CN" sz="2800" b="1" dirty="0" err="1">
                <a:solidFill>
                  <a:srgbClr val="FF0000"/>
                </a:solidFill>
                <a:latin typeface="隶书" panose="02010509060101010101" pitchFamily="49" charset="-122"/>
                <a:ea typeface="隶书" panose="02010509060101010101" pitchFamily="49" charset="-122"/>
              </a:rPr>
              <a:t>r,n</a:t>
            </a:r>
            <a:r>
              <a:rPr lang="en-US" altLang="zh-CN" sz="2800" b="1" dirty="0">
                <a:solidFill>
                  <a:srgbClr val="FF0000"/>
                </a:solidFill>
                <a:latin typeface="隶书" panose="02010509060101010101" pitchFamily="49" charset="-122"/>
                <a:ea typeface="隶书" panose="02010509060101010101" pitchFamily="49" charset="-122"/>
              </a:rPr>
              <a:t>-r)</a:t>
            </a:r>
          </a:p>
          <a:p>
            <a:pPr eaLnBrk="1" hangingPunct="1">
              <a:lnSpc>
                <a:spcPct val="90000"/>
              </a:lnSpc>
              <a:buFont typeface="Wingdings 2" panose="05020102010507070707" pitchFamily="18" charset="2"/>
              <a:buNone/>
            </a:pPr>
            <a:r>
              <a:rPr lang="en-US" altLang="zh-CN" sz="2800" b="1" dirty="0">
                <a:solidFill>
                  <a:srgbClr val="FF0000"/>
                </a:solidFill>
                <a:latin typeface="隶书" panose="02010509060101010101" pitchFamily="49" charset="-122"/>
                <a:ea typeface="隶书" panose="02010509060101010101" pitchFamily="49" charset="-122"/>
              </a:rPr>
              <a:t>              =C(r+n-r-1,n-r)</a:t>
            </a:r>
          </a:p>
          <a:p>
            <a:pPr eaLnBrk="1" hangingPunct="1">
              <a:lnSpc>
                <a:spcPct val="90000"/>
              </a:lnSpc>
              <a:buFont typeface="Wingdings 2" panose="05020102010507070707" pitchFamily="18" charset="2"/>
              <a:buNone/>
            </a:pPr>
            <a:r>
              <a:rPr lang="en-US" altLang="zh-CN" sz="2800" b="1" dirty="0">
                <a:solidFill>
                  <a:srgbClr val="FF0000"/>
                </a:solidFill>
                <a:latin typeface="隶书" panose="02010509060101010101" pitchFamily="49" charset="-122"/>
                <a:ea typeface="隶书" panose="02010509060101010101" pitchFamily="49" charset="-122"/>
              </a:rPr>
              <a:t>              =C(n-1,n-r)</a:t>
            </a:r>
          </a:p>
          <a:p>
            <a:pPr eaLnBrk="1" hangingPunct="1">
              <a:lnSpc>
                <a:spcPct val="90000"/>
              </a:lnSpc>
              <a:buFont typeface="Wingdings 2" panose="05020102010507070707" pitchFamily="18" charset="2"/>
              <a:buNone/>
            </a:pPr>
            <a:r>
              <a:rPr lang="en-US" altLang="zh-CN" sz="2800" b="1" dirty="0">
                <a:solidFill>
                  <a:srgbClr val="FF0000"/>
                </a:solidFill>
                <a:latin typeface="隶书" panose="02010509060101010101" pitchFamily="49" charset="-122"/>
                <a:ea typeface="隶书" panose="02010509060101010101" pitchFamily="49" charset="-122"/>
              </a:rPr>
              <a:t>              =C(n-1,r-1) </a:t>
            </a:r>
          </a:p>
        </p:txBody>
      </p:sp>
      <p:sp>
        <p:nvSpPr>
          <p:cNvPr id="3" name="Rectangle 2">
            <a:extLst>
              <a:ext uri="{FF2B5EF4-FFF2-40B4-BE49-F238E27FC236}">
                <a16:creationId xmlns:a16="http://schemas.microsoft.com/office/drawing/2014/main" id="{DB51D7BA-F1D7-43A1-B7E1-002CEA5AD7C6}"/>
              </a:ext>
            </a:extLst>
          </p:cNvPr>
          <p:cNvSpPr txBox="1">
            <a:spLocks noChangeArrowheads="1"/>
          </p:cNvSpPr>
          <p:nvPr/>
        </p:nvSpPr>
        <p:spPr>
          <a:xfrm>
            <a:off x="857250" y="642938"/>
            <a:ext cx="2643188" cy="914400"/>
          </a:xfrm>
          <a:prstGeom prst="rect">
            <a:avLst/>
          </a:prstGeom>
        </p:spPr>
        <p:txBody>
          <a:bodyPr lIns="0" rIns="0" bIns="0" anchor="b">
            <a:normAutofit/>
          </a:bodyPr>
          <a:lstStyle/>
          <a:p>
            <a:pPr fontAlgn="auto">
              <a:spcAft>
                <a:spcPts val="0"/>
              </a:spcAft>
              <a:defRPr/>
            </a:pPr>
            <a:r>
              <a:rPr kumimoji="0" lang="zh-CN" altLang="en-US" sz="5100" dirty="0">
                <a:solidFill>
                  <a:schemeClr val="tx2"/>
                </a:solidFill>
                <a:latin typeface="宋体" pitchFamily="2" charset="-122"/>
                <a:ea typeface="+mj-ea"/>
                <a:cs typeface="+mj-cs"/>
              </a:rPr>
              <a:t>例五</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7410">
                                            <p:txEl>
                                              <p:pRg st="0" end="0"/>
                                            </p:txEl>
                                          </p:spTgt>
                                        </p:tgtEl>
                                        <p:attrNameLst>
                                          <p:attrName>style.visibility</p:attrName>
                                        </p:attrNameLst>
                                      </p:cBhvr>
                                      <p:to>
                                        <p:strVal val="visible"/>
                                      </p:to>
                                    </p:set>
                                    <p:animEffect transition="in" filter="checkerboard(across)">
                                      <p:cBhvr>
                                        <p:cTn id="7" dur="500"/>
                                        <p:tgtEl>
                                          <p:spTgt spid="1741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7410">
                                            <p:txEl>
                                              <p:pRg st="1" end="1"/>
                                            </p:txEl>
                                          </p:spTgt>
                                        </p:tgtEl>
                                        <p:attrNameLst>
                                          <p:attrName>style.visibility</p:attrName>
                                        </p:attrNameLst>
                                      </p:cBhvr>
                                      <p:to>
                                        <p:strVal val="visible"/>
                                      </p:to>
                                    </p:set>
                                    <p:animEffect transition="in" filter="checkerboard(across)">
                                      <p:cBhvr>
                                        <p:cTn id="12" dur="500"/>
                                        <p:tgtEl>
                                          <p:spTgt spid="1741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7410">
                                            <p:txEl>
                                              <p:pRg st="2" end="2"/>
                                            </p:txEl>
                                          </p:spTgt>
                                        </p:tgtEl>
                                        <p:attrNameLst>
                                          <p:attrName>style.visibility</p:attrName>
                                        </p:attrNameLst>
                                      </p:cBhvr>
                                      <p:to>
                                        <p:strVal val="visible"/>
                                      </p:to>
                                    </p:set>
                                    <p:animEffect transition="in" filter="checkerboard(across)">
                                      <p:cBhvr>
                                        <p:cTn id="17" dur="500"/>
                                        <p:tgtEl>
                                          <p:spTgt spid="17410">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7410">
                                            <p:txEl>
                                              <p:pRg st="3" end="3"/>
                                            </p:txEl>
                                          </p:spTgt>
                                        </p:tgtEl>
                                        <p:attrNameLst>
                                          <p:attrName>style.visibility</p:attrName>
                                        </p:attrNameLst>
                                      </p:cBhvr>
                                      <p:to>
                                        <p:strVal val="visible"/>
                                      </p:to>
                                    </p:set>
                                    <p:animEffect transition="in" filter="checkerboard(across)">
                                      <p:cBhvr>
                                        <p:cTn id="22" dur="500"/>
                                        <p:tgtEl>
                                          <p:spTgt spid="17410">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17410">
                                            <p:txEl>
                                              <p:pRg st="4" end="4"/>
                                            </p:txEl>
                                          </p:spTgt>
                                        </p:tgtEl>
                                        <p:attrNameLst>
                                          <p:attrName>style.visibility</p:attrName>
                                        </p:attrNameLst>
                                      </p:cBhvr>
                                      <p:to>
                                        <p:strVal val="visible"/>
                                      </p:to>
                                    </p:set>
                                    <p:animEffect transition="in" filter="checkerboard(across)">
                                      <p:cBhvr>
                                        <p:cTn id="27" dur="500"/>
                                        <p:tgtEl>
                                          <p:spTgt spid="1741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build="p"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A632F18B-8B44-49E1-B79F-35B0171B0B9F}"/>
              </a:ext>
            </a:extLst>
          </p:cNvPr>
          <p:cNvSpPr>
            <a:spLocks noGrp="1" noChangeArrowheads="1"/>
          </p:cNvSpPr>
          <p:nvPr>
            <p:ph type="title"/>
          </p:nvPr>
        </p:nvSpPr>
        <p:spPr>
          <a:xfrm>
            <a:off x="684213" y="241300"/>
            <a:ext cx="7696200" cy="4267200"/>
          </a:xfrm>
        </p:spPr>
        <p:txBody>
          <a:bodyPr/>
          <a:lstStyle/>
          <a:p>
            <a:pPr eaLnBrk="1" hangingPunct="1">
              <a:defRPr/>
            </a:pPr>
            <a:r>
              <a:rPr lang="zh-CN" altLang="en-US" sz="2800" b="1" dirty="0">
                <a:solidFill>
                  <a:schemeClr val="tx1"/>
                </a:solidFill>
                <a:latin typeface="+mj-ea"/>
              </a:rPr>
              <a:t> 在由数</a:t>
            </a:r>
            <a:r>
              <a:rPr lang="en-US" altLang="zh-CN" sz="2800" b="1" dirty="0">
                <a:solidFill>
                  <a:schemeClr val="tx1"/>
                </a:solidFill>
                <a:latin typeface="+mj-ea"/>
              </a:rPr>
              <a:t>0</a:t>
            </a:r>
            <a:r>
              <a:rPr lang="zh-CN" altLang="en-US" sz="2800" b="1" dirty="0">
                <a:solidFill>
                  <a:schemeClr val="tx1"/>
                </a:solidFill>
                <a:latin typeface="+mj-ea"/>
              </a:rPr>
              <a:t>，</a:t>
            </a:r>
            <a:r>
              <a:rPr lang="en-US" altLang="zh-CN" sz="2800" b="1" dirty="0">
                <a:solidFill>
                  <a:schemeClr val="tx1"/>
                </a:solidFill>
                <a:latin typeface="+mj-ea"/>
              </a:rPr>
              <a:t>1</a:t>
            </a:r>
            <a:r>
              <a:rPr lang="zh-CN" altLang="en-US" sz="2800" b="1" dirty="0">
                <a:solidFill>
                  <a:schemeClr val="tx1"/>
                </a:solidFill>
                <a:latin typeface="+mj-ea"/>
              </a:rPr>
              <a:t>，</a:t>
            </a:r>
            <a:r>
              <a:rPr lang="en-US" altLang="zh-CN" sz="2800" b="1" dirty="0">
                <a:solidFill>
                  <a:schemeClr val="tx1"/>
                </a:solidFill>
                <a:latin typeface="+mj-ea"/>
              </a:rPr>
              <a:t>…</a:t>
            </a:r>
            <a:r>
              <a:rPr lang="zh-CN" altLang="en-US" sz="2800" b="1" dirty="0">
                <a:solidFill>
                  <a:schemeClr val="tx1"/>
                </a:solidFill>
                <a:latin typeface="+mj-ea"/>
              </a:rPr>
              <a:t>，</a:t>
            </a:r>
            <a:r>
              <a:rPr lang="en-US" altLang="zh-CN" sz="2800" b="1" dirty="0">
                <a:solidFill>
                  <a:schemeClr val="tx1"/>
                </a:solidFill>
                <a:latin typeface="+mj-ea"/>
              </a:rPr>
              <a:t>9</a:t>
            </a:r>
            <a:r>
              <a:rPr lang="zh-CN" altLang="en-US" sz="2800" b="1" dirty="0">
                <a:solidFill>
                  <a:schemeClr val="tx1"/>
                </a:solidFill>
                <a:latin typeface="+mj-ea"/>
              </a:rPr>
              <a:t>组成的</a:t>
            </a:r>
            <a:r>
              <a:rPr lang="en-US" altLang="zh-CN" sz="2800" b="1" dirty="0">
                <a:solidFill>
                  <a:schemeClr val="tx1"/>
                </a:solidFill>
                <a:latin typeface="+mj-ea"/>
              </a:rPr>
              <a:t>r</a:t>
            </a:r>
            <a:r>
              <a:rPr lang="zh-CN" altLang="en-US" sz="2800" b="1" dirty="0">
                <a:solidFill>
                  <a:schemeClr val="tx1"/>
                </a:solidFill>
                <a:latin typeface="+mj-ea"/>
              </a:rPr>
              <a:t>位整数所组成的集合中，如果将一个整数重新排列而得到另一个整数，则称这两个整数是等价的。</a:t>
            </a:r>
            <a:r>
              <a:rPr lang="zh-CN" altLang="en-US" sz="2800" b="1" dirty="0">
                <a:solidFill>
                  <a:schemeClr val="tx1"/>
                </a:solidFill>
                <a:latin typeface="隶书" pitchFamily="49" charset="-122"/>
              </a:rPr>
              <a:t>那么</a:t>
            </a:r>
            <a:br>
              <a:rPr lang="zh-CN" altLang="en-US" sz="2800" b="1" dirty="0">
                <a:solidFill>
                  <a:schemeClr val="tx1"/>
                </a:solidFill>
                <a:latin typeface="隶书" pitchFamily="49" charset="-122"/>
              </a:rPr>
            </a:br>
            <a:r>
              <a:rPr lang="en-US" altLang="zh-CN" sz="2800" b="1" dirty="0">
                <a:solidFill>
                  <a:schemeClr val="tx1"/>
                </a:solidFill>
                <a:latin typeface="隶书" pitchFamily="49" charset="-122"/>
              </a:rPr>
              <a:t>(1)</a:t>
            </a:r>
            <a:r>
              <a:rPr lang="zh-CN" altLang="en-US" sz="2800" b="1" dirty="0">
                <a:solidFill>
                  <a:schemeClr val="tx1"/>
                </a:solidFill>
                <a:latin typeface="隶书" pitchFamily="49" charset="-122"/>
              </a:rPr>
              <a:t>有多少不等价的整数</a:t>
            </a:r>
            <a:r>
              <a:rPr lang="en-US" altLang="zh-CN" sz="2800" b="1" dirty="0">
                <a:solidFill>
                  <a:schemeClr val="tx1"/>
                </a:solidFill>
                <a:latin typeface="隶书" pitchFamily="49" charset="-122"/>
              </a:rPr>
              <a:t>?</a:t>
            </a:r>
            <a:br>
              <a:rPr lang="en-US" altLang="zh-CN" sz="2800" b="1" dirty="0">
                <a:solidFill>
                  <a:schemeClr val="tx1"/>
                </a:solidFill>
                <a:latin typeface="隶书" pitchFamily="49" charset="-122"/>
              </a:rPr>
            </a:br>
            <a:r>
              <a:rPr lang="en-US" altLang="zh-CN" sz="2800" b="1" dirty="0">
                <a:solidFill>
                  <a:schemeClr val="tx1"/>
                </a:solidFill>
                <a:latin typeface="隶书" pitchFamily="49" charset="-122"/>
              </a:rPr>
              <a:t>(2)</a:t>
            </a:r>
            <a:r>
              <a:rPr lang="zh-CN" altLang="en-US" sz="2800" b="1" dirty="0">
                <a:solidFill>
                  <a:schemeClr val="tx1"/>
                </a:solidFill>
                <a:latin typeface="隶书" pitchFamily="49" charset="-122"/>
              </a:rPr>
              <a:t>如果数字</a:t>
            </a:r>
            <a:r>
              <a:rPr lang="en-US" altLang="zh-CN" sz="2800" b="1" dirty="0">
                <a:solidFill>
                  <a:schemeClr val="tx1"/>
                </a:solidFill>
                <a:latin typeface="隶书" pitchFamily="49" charset="-122"/>
              </a:rPr>
              <a:t>0</a:t>
            </a:r>
            <a:r>
              <a:rPr lang="zh-CN" altLang="en-US" sz="2800" b="1" dirty="0">
                <a:solidFill>
                  <a:schemeClr val="tx1"/>
                </a:solidFill>
                <a:latin typeface="隶书" pitchFamily="49" charset="-122"/>
              </a:rPr>
              <a:t>和</a:t>
            </a:r>
            <a:r>
              <a:rPr lang="en-US" altLang="zh-CN" sz="2800" b="1" dirty="0">
                <a:solidFill>
                  <a:schemeClr val="tx1"/>
                </a:solidFill>
                <a:latin typeface="隶书" pitchFamily="49" charset="-122"/>
              </a:rPr>
              <a:t>9</a:t>
            </a:r>
            <a:r>
              <a:rPr lang="zh-CN" altLang="en-US" sz="2800" b="1" dirty="0">
                <a:solidFill>
                  <a:schemeClr val="tx1"/>
                </a:solidFill>
                <a:latin typeface="隶书" pitchFamily="49" charset="-122"/>
              </a:rPr>
              <a:t>最多只能出现一次，又有多少不等价的整数。</a:t>
            </a:r>
            <a:br>
              <a:rPr lang="zh-CN" altLang="en-US" sz="3200" b="1" dirty="0"/>
            </a:br>
            <a:endParaRPr lang="zh-CN" altLang="en-US" sz="3200" b="1" dirty="0"/>
          </a:p>
        </p:txBody>
      </p:sp>
      <p:sp>
        <p:nvSpPr>
          <p:cNvPr id="3" name="Rectangle 2">
            <a:extLst>
              <a:ext uri="{FF2B5EF4-FFF2-40B4-BE49-F238E27FC236}">
                <a16:creationId xmlns:a16="http://schemas.microsoft.com/office/drawing/2014/main" id="{AFE0F8F8-8911-4047-B1D9-F382D3B480D4}"/>
              </a:ext>
            </a:extLst>
          </p:cNvPr>
          <p:cNvSpPr txBox="1">
            <a:spLocks noChangeArrowheads="1"/>
          </p:cNvSpPr>
          <p:nvPr/>
        </p:nvSpPr>
        <p:spPr>
          <a:xfrm>
            <a:off x="1000125" y="428625"/>
            <a:ext cx="2643188" cy="914400"/>
          </a:xfrm>
          <a:prstGeom prst="rect">
            <a:avLst/>
          </a:prstGeom>
        </p:spPr>
        <p:txBody>
          <a:bodyPr lIns="0" rIns="0" bIns="0" anchor="b">
            <a:normAutofit/>
          </a:bodyPr>
          <a:lstStyle/>
          <a:p>
            <a:pPr fontAlgn="auto">
              <a:spcAft>
                <a:spcPts val="0"/>
              </a:spcAft>
              <a:defRPr/>
            </a:pPr>
            <a:r>
              <a:rPr kumimoji="0" lang="zh-CN" altLang="en-US" sz="5100" dirty="0">
                <a:solidFill>
                  <a:schemeClr val="tx2"/>
                </a:solidFill>
                <a:latin typeface="宋体" pitchFamily="2" charset="-122"/>
                <a:ea typeface="+mj-ea"/>
                <a:cs typeface="+mj-cs"/>
              </a:rPr>
              <a:t>例六</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8434"/>
                                        </p:tgtEl>
                                        <p:attrNameLst>
                                          <p:attrName>style.visibility</p:attrName>
                                        </p:attrNameLst>
                                      </p:cBhvr>
                                      <p:to>
                                        <p:strVal val="visible"/>
                                      </p:to>
                                    </p:set>
                                    <p:animEffect transition="in" filter="dissolve">
                                      <p:cBhvr>
                                        <p:cTn id="7" dur="500"/>
                                        <p:tgtEl>
                                          <p:spTgt spid="184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9" name="Rectangle 3">
            <a:extLst>
              <a:ext uri="{FF2B5EF4-FFF2-40B4-BE49-F238E27FC236}">
                <a16:creationId xmlns:a16="http://schemas.microsoft.com/office/drawing/2014/main" id="{7B12A087-11E6-4BAF-B744-CAC034DE136A}"/>
              </a:ext>
            </a:extLst>
          </p:cNvPr>
          <p:cNvSpPr>
            <a:spLocks noGrp="1" noChangeArrowheads="1"/>
          </p:cNvSpPr>
          <p:nvPr>
            <p:ph idx="1"/>
          </p:nvPr>
        </p:nvSpPr>
        <p:spPr>
          <a:xfrm>
            <a:off x="914400" y="1017588"/>
            <a:ext cx="7689850" cy="4572000"/>
          </a:xfrm>
        </p:spPr>
        <p:txBody>
          <a:bodyPr/>
          <a:lstStyle/>
          <a:p>
            <a:pPr algn="just" eaLnBrk="1" hangingPunct="1">
              <a:lnSpc>
                <a:spcPct val="90000"/>
              </a:lnSpc>
              <a:buFont typeface="Wingdings 2" panose="05020102010507070707" pitchFamily="18" charset="2"/>
              <a:buNone/>
            </a:pPr>
            <a:r>
              <a:rPr lang="zh-CN" altLang="en-US" sz="3200" dirty="0">
                <a:solidFill>
                  <a:srgbClr val="FF0000"/>
                </a:solidFill>
                <a:latin typeface="隶书" panose="02010509060101010101" pitchFamily="49" charset="-122"/>
                <a:ea typeface="隶书" panose="02010509060101010101" pitchFamily="49" charset="-122"/>
              </a:rPr>
              <a:t>解：</a:t>
            </a:r>
            <a:endParaRPr lang="en-US" altLang="zh-CN" sz="3200" dirty="0">
              <a:solidFill>
                <a:srgbClr val="FF0000"/>
              </a:solidFill>
              <a:latin typeface="隶书" panose="02010509060101010101" pitchFamily="49" charset="-122"/>
              <a:ea typeface="隶书" panose="02010509060101010101" pitchFamily="49" charset="-122"/>
            </a:endParaRPr>
          </a:p>
          <a:p>
            <a:pPr algn="just" eaLnBrk="1" hangingPunct="1">
              <a:lnSpc>
                <a:spcPct val="90000"/>
              </a:lnSpc>
            </a:pPr>
            <a:r>
              <a:rPr lang="en-US" altLang="zh-CN" sz="2800" b="1" dirty="0">
                <a:latin typeface="隶书" panose="02010509060101010101" pitchFamily="49" charset="-122"/>
                <a:ea typeface="隶书" panose="02010509060101010101" pitchFamily="49" charset="-122"/>
              </a:rPr>
              <a:t>1) </a:t>
            </a:r>
            <a:r>
              <a:rPr lang="zh-CN" altLang="en-US" sz="2800" b="1" dirty="0">
                <a:latin typeface="隶书" panose="02010509060101010101" pitchFamily="49" charset="-122"/>
                <a:ea typeface="隶书" panose="02010509060101010101" pitchFamily="49" charset="-122"/>
              </a:rPr>
              <a:t>由两个整数等价的定义知，一个</a:t>
            </a:r>
            <a:r>
              <a:rPr lang="en-US" altLang="zh-CN" sz="2800" b="1" dirty="0">
                <a:latin typeface="隶书" panose="02010509060101010101" pitchFamily="49" charset="-122"/>
                <a:ea typeface="隶书" panose="02010509060101010101" pitchFamily="49" charset="-122"/>
              </a:rPr>
              <a:t>r</a:t>
            </a:r>
            <a:r>
              <a:rPr lang="zh-CN" altLang="en-US" sz="2800" b="1" dirty="0">
                <a:latin typeface="隶书" panose="02010509060101010101" pitchFamily="49" charset="-122"/>
                <a:ea typeface="隶书" panose="02010509060101010101" pitchFamily="49" charset="-122"/>
              </a:rPr>
              <a:t>位整数只和所取的数字有关，而与这些数字的次序无关。故这是一个组合问题。而且每一整数中的每一位可从数字</a:t>
            </a:r>
            <a:r>
              <a:rPr lang="en-US" altLang="zh-CN" sz="2800" b="1" dirty="0">
                <a:latin typeface="隶书" panose="02010509060101010101" pitchFamily="49" charset="-122"/>
                <a:ea typeface="隶书" panose="02010509060101010101" pitchFamily="49" charset="-122"/>
              </a:rPr>
              <a:t>0</a:t>
            </a:r>
            <a:r>
              <a:rPr lang="zh-CN" altLang="en-US" sz="2800" b="1" dirty="0">
                <a:latin typeface="隶书" panose="02010509060101010101" pitchFamily="49" charset="-122"/>
                <a:ea typeface="隶书" panose="02010509060101010101" pitchFamily="49" charset="-122"/>
              </a:rPr>
              <a:t>，</a:t>
            </a:r>
            <a:r>
              <a:rPr lang="en-US" altLang="zh-CN" sz="2800" b="1" dirty="0">
                <a:latin typeface="隶书" panose="02010509060101010101" pitchFamily="49" charset="-122"/>
                <a:ea typeface="隶书" panose="02010509060101010101" pitchFamily="49" charset="-122"/>
              </a:rPr>
              <a:t>1</a:t>
            </a:r>
            <a:r>
              <a:rPr lang="zh-CN" altLang="en-US" sz="2800" b="1" dirty="0">
                <a:latin typeface="隶书" panose="02010509060101010101" pitchFamily="49" charset="-122"/>
                <a:ea typeface="隶书" panose="02010509060101010101" pitchFamily="49" charset="-122"/>
              </a:rPr>
              <a:t>，</a:t>
            </a:r>
            <a:r>
              <a:rPr lang="en-US" altLang="zh-CN" sz="2800" b="1" dirty="0">
                <a:latin typeface="隶书" panose="02010509060101010101" pitchFamily="49" charset="-122"/>
                <a:ea typeface="隶书" panose="02010509060101010101" pitchFamily="49" charset="-122"/>
              </a:rPr>
              <a:t>…</a:t>
            </a:r>
            <a:r>
              <a:rPr lang="zh-CN" altLang="en-US" sz="2800" b="1" dirty="0">
                <a:latin typeface="隶书" panose="02010509060101010101" pitchFamily="49" charset="-122"/>
                <a:ea typeface="隶书" panose="02010509060101010101" pitchFamily="49" charset="-122"/>
              </a:rPr>
              <a:t>，</a:t>
            </a:r>
            <a:r>
              <a:rPr lang="en-US" altLang="zh-CN" sz="2800" b="1" dirty="0">
                <a:latin typeface="隶书" panose="02010509060101010101" pitchFamily="49" charset="-122"/>
                <a:ea typeface="隶书" panose="02010509060101010101" pitchFamily="49" charset="-122"/>
              </a:rPr>
              <a:t>9</a:t>
            </a:r>
            <a:r>
              <a:rPr lang="zh-CN" altLang="en-US" sz="2800" b="1" dirty="0">
                <a:latin typeface="隶书" panose="02010509060101010101" pitchFamily="49" charset="-122"/>
                <a:ea typeface="隶书" panose="02010509060101010101" pitchFamily="49" charset="-122"/>
              </a:rPr>
              <a:t>中任意选取</a:t>
            </a:r>
          </a:p>
          <a:p>
            <a:pPr algn="just" eaLnBrk="1" hangingPunct="1">
              <a:lnSpc>
                <a:spcPct val="90000"/>
              </a:lnSpc>
            </a:pPr>
            <a:r>
              <a:rPr lang="zh-CN" altLang="en-US" sz="2800" b="1" dirty="0">
                <a:latin typeface="隶书" panose="02010509060101010101" pitchFamily="49" charset="-122"/>
                <a:ea typeface="隶书" panose="02010509060101010101" pitchFamily="49" charset="-122"/>
              </a:rPr>
              <a:t>因此不等价的</a:t>
            </a:r>
            <a:r>
              <a:rPr lang="en-US" altLang="zh-CN" sz="2800" b="1" dirty="0">
                <a:latin typeface="隶书" panose="02010509060101010101" pitchFamily="49" charset="-122"/>
                <a:ea typeface="隶书" panose="02010509060101010101" pitchFamily="49" charset="-122"/>
              </a:rPr>
              <a:t>r</a:t>
            </a:r>
            <a:r>
              <a:rPr lang="zh-CN" altLang="en-US" sz="2800" b="1" dirty="0">
                <a:latin typeface="隶书" panose="02010509060101010101" pitchFamily="49" charset="-122"/>
                <a:ea typeface="隶书" panose="02010509060101010101" pitchFamily="49" charset="-122"/>
              </a:rPr>
              <a:t>位整数可以看作是重集</a:t>
            </a:r>
            <a:r>
              <a:rPr lang="en-US" altLang="zh-CN" sz="2800" b="1" dirty="0">
                <a:latin typeface="隶书" panose="02010509060101010101" pitchFamily="49" charset="-122"/>
                <a:ea typeface="隶书" panose="02010509060101010101" pitchFamily="49" charset="-122"/>
              </a:rPr>
              <a:t>B=</a:t>
            </a:r>
            <a:r>
              <a:rPr lang="zh-CN" altLang="en-US" sz="2800" b="1" dirty="0">
                <a:latin typeface="隶书" panose="02010509060101010101" pitchFamily="49" charset="-122"/>
                <a:ea typeface="隶书" panose="02010509060101010101" pitchFamily="49" charset="-122"/>
              </a:rPr>
              <a:t>｛∞</a:t>
            </a:r>
            <a:r>
              <a:rPr lang="en-US" altLang="zh-CN" sz="2800" b="1" dirty="0">
                <a:latin typeface="隶书" panose="02010509060101010101" pitchFamily="49" charset="-122"/>
                <a:ea typeface="隶书" panose="02010509060101010101" pitchFamily="49" charset="-122"/>
              </a:rPr>
              <a:t>·0,∞·1,…,∞·9</a:t>
            </a:r>
            <a:r>
              <a:rPr lang="zh-CN" altLang="en-US" sz="2800" b="1" dirty="0">
                <a:latin typeface="隶书" panose="02010509060101010101" pitchFamily="49" charset="-122"/>
                <a:ea typeface="隶书" panose="02010509060101010101" pitchFamily="49" charset="-122"/>
              </a:rPr>
              <a:t>｝的</a:t>
            </a:r>
            <a:r>
              <a:rPr lang="en-US" altLang="zh-CN" sz="2800" b="1" dirty="0">
                <a:latin typeface="隶书" panose="02010509060101010101" pitchFamily="49" charset="-122"/>
                <a:ea typeface="隶书" panose="02010509060101010101" pitchFamily="49" charset="-122"/>
              </a:rPr>
              <a:t>r-</a:t>
            </a:r>
            <a:r>
              <a:rPr lang="zh-CN" altLang="en-US" sz="2800" b="1" dirty="0">
                <a:latin typeface="隶书" panose="02010509060101010101" pitchFamily="49" charset="-122"/>
                <a:ea typeface="隶书" panose="02010509060101010101" pitchFamily="49" charset="-122"/>
              </a:rPr>
              <a:t>组合。由式</a:t>
            </a:r>
            <a:r>
              <a:rPr lang="en-US" altLang="zh-CN" sz="2800" b="1" dirty="0">
                <a:latin typeface="隶书" panose="02010509060101010101" pitchFamily="49" charset="-122"/>
                <a:ea typeface="隶书" panose="02010509060101010101" pitchFamily="49" charset="-122"/>
              </a:rPr>
              <a:t>(111)</a:t>
            </a:r>
            <a:r>
              <a:rPr lang="zh-CN" altLang="en-US" sz="2800" b="1" dirty="0">
                <a:latin typeface="隶书" panose="02010509060101010101" pitchFamily="49" charset="-122"/>
                <a:ea typeface="隶书" panose="02010509060101010101" pitchFamily="49" charset="-122"/>
              </a:rPr>
              <a:t>知，其个数为</a:t>
            </a:r>
            <a:endParaRPr lang="zh-CN" altLang="en-US" sz="2800" dirty="0">
              <a:latin typeface="隶书" panose="02010509060101010101" pitchFamily="49" charset="-122"/>
              <a:ea typeface="隶书" panose="02010509060101010101" pitchFamily="49" charset="-122"/>
            </a:endParaRPr>
          </a:p>
          <a:p>
            <a:pPr algn="just" eaLnBrk="1" hangingPunct="1">
              <a:lnSpc>
                <a:spcPct val="90000"/>
              </a:lnSpc>
            </a:pPr>
            <a:endParaRPr lang="zh-CN" altLang="en-US" sz="2800" dirty="0">
              <a:latin typeface="隶书" panose="02010509060101010101" pitchFamily="49" charset="-122"/>
              <a:ea typeface="隶书" panose="02010509060101010101" pitchFamily="49" charset="-122"/>
            </a:endParaRPr>
          </a:p>
          <a:p>
            <a:pPr algn="just" eaLnBrk="1" hangingPunct="1">
              <a:lnSpc>
                <a:spcPct val="90000"/>
              </a:lnSpc>
              <a:buFontTx/>
              <a:buNone/>
            </a:pPr>
            <a:r>
              <a:rPr lang="zh-CN" altLang="en-US" sz="2800" dirty="0">
                <a:latin typeface="隶书" panose="02010509060101010101" pitchFamily="49" charset="-122"/>
                <a:ea typeface="隶书" panose="02010509060101010101" pitchFamily="49" charset="-122"/>
              </a:rPr>
              <a:t>       </a:t>
            </a:r>
            <a:r>
              <a:rPr lang="en-US" altLang="zh-CN" sz="2800" dirty="0">
                <a:latin typeface="隶书" panose="02010509060101010101" pitchFamily="49" charset="-122"/>
                <a:ea typeface="隶书" panose="02010509060101010101" pitchFamily="49" charset="-122"/>
              </a:rPr>
              <a:t>F(10,r)=</a:t>
            </a:r>
          </a:p>
          <a:p>
            <a:pPr algn="just" eaLnBrk="1" hangingPunct="1">
              <a:lnSpc>
                <a:spcPct val="90000"/>
              </a:lnSpc>
              <a:buFontTx/>
              <a:buNone/>
            </a:pPr>
            <a:endParaRPr lang="en-US" altLang="zh-CN" sz="2800" dirty="0">
              <a:latin typeface="隶书" panose="02010509060101010101" pitchFamily="49" charset="-122"/>
              <a:ea typeface="隶书" panose="02010509060101010101" pitchFamily="49" charset="-122"/>
            </a:endParaRPr>
          </a:p>
        </p:txBody>
      </p:sp>
      <p:graphicFrame>
        <p:nvGraphicFramePr>
          <p:cNvPr id="25600" name="Object 0">
            <a:extLst>
              <a:ext uri="{FF2B5EF4-FFF2-40B4-BE49-F238E27FC236}">
                <a16:creationId xmlns:a16="http://schemas.microsoft.com/office/drawing/2014/main" id="{330F1CCB-5A42-4ADA-8658-AA2E48CD44EE}"/>
              </a:ext>
            </a:extLst>
          </p:cNvPr>
          <p:cNvGraphicFramePr>
            <a:graphicFrameLocks noChangeAspect="1"/>
          </p:cNvGraphicFramePr>
          <p:nvPr/>
        </p:nvGraphicFramePr>
        <p:xfrm>
          <a:off x="3713163" y="4483100"/>
          <a:ext cx="2082800" cy="1106488"/>
        </p:xfrm>
        <a:graphic>
          <a:graphicData uri="http://schemas.openxmlformats.org/presentationml/2006/ole">
            <mc:AlternateContent xmlns:mc="http://schemas.openxmlformats.org/markup-compatibility/2006">
              <mc:Choice xmlns:v="urn:schemas-microsoft-com:vml" Requires="v">
                <p:oleObj name="Equation" r:id="rId2" imgW="711000" imgH="457200" progId="Equation.3">
                  <p:embed/>
                </p:oleObj>
              </mc:Choice>
              <mc:Fallback>
                <p:oleObj name="Equation" r:id="rId2" imgW="711000" imgH="457200" progId="Equation.3">
                  <p:embed/>
                  <p:pic>
                    <p:nvPicPr>
                      <p:cNvPr id="25600" name="Object 0">
                        <a:extLst>
                          <a:ext uri="{FF2B5EF4-FFF2-40B4-BE49-F238E27FC236}">
                            <a16:creationId xmlns:a16="http://schemas.microsoft.com/office/drawing/2014/main" id="{330F1CCB-5A42-4ADA-8658-AA2E48CD44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3163" y="4483100"/>
                        <a:ext cx="2082800" cy="1106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62" name="Text Box 6">
            <a:extLst>
              <a:ext uri="{FF2B5EF4-FFF2-40B4-BE49-F238E27FC236}">
                <a16:creationId xmlns:a16="http://schemas.microsoft.com/office/drawing/2014/main" id="{B0588DB5-4094-42F4-99C3-2DD69F0AFFCF}"/>
              </a:ext>
            </a:extLst>
          </p:cNvPr>
          <p:cNvSpPr txBox="1">
            <a:spLocks noChangeArrowheads="1"/>
          </p:cNvSpPr>
          <p:nvPr/>
        </p:nvSpPr>
        <p:spPr bwMode="auto">
          <a:xfrm>
            <a:off x="1212850" y="5646738"/>
            <a:ext cx="7391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solidFill>
                  <a:srgbClr val="FF0000"/>
                </a:solidFill>
                <a:latin typeface="隶书" panose="02010509060101010101" pitchFamily="49" charset="-122"/>
                <a:ea typeface="隶书" panose="02010509060101010101" pitchFamily="49" charset="-122"/>
              </a:rPr>
              <a:t>注意，这里将</a:t>
            </a:r>
            <a:r>
              <a:rPr lang="en-US" altLang="zh-CN" sz="2800" b="1">
                <a:solidFill>
                  <a:srgbClr val="FF0000"/>
                </a:solidFill>
                <a:latin typeface="隶书" panose="02010509060101010101" pitchFamily="49" charset="-122"/>
                <a:ea typeface="隶书" panose="02010509060101010101" pitchFamily="49" charset="-122"/>
              </a:rPr>
              <a:t>r</a:t>
            </a:r>
            <a:r>
              <a:rPr lang="zh-CN" altLang="en-US" sz="2800" b="1">
                <a:solidFill>
                  <a:srgbClr val="FF0000"/>
                </a:solidFill>
                <a:latin typeface="隶书" panose="02010509060101010101" pitchFamily="49" charset="-122"/>
                <a:ea typeface="隶书" panose="02010509060101010101" pitchFamily="49" charset="-122"/>
              </a:rPr>
              <a:t>个</a:t>
            </a:r>
            <a:r>
              <a:rPr lang="en-US" altLang="zh-CN" sz="2800" b="1">
                <a:solidFill>
                  <a:srgbClr val="FF0000"/>
                </a:solidFill>
                <a:latin typeface="隶书" panose="02010509060101010101" pitchFamily="49" charset="-122"/>
                <a:ea typeface="隶书" panose="02010509060101010101" pitchFamily="49" charset="-122"/>
              </a:rPr>
              <a:t>0</a:t>
            </a:r>
            <a:r>
              <a:rPr lang="zh-CN" altLang="en-US" sz="2800" b="1">
                <a:solidFill>
                  <a:srgbClr val="FF0000"/>
                </a:solidFill>
                <a:latin typeface="隶书" panose="02010509060101010101" pitchFamily="49" charset="-122"/>
                <a:ea typeface="隶书" panose="02010509060101010101" pitchFamily="49" charset="-122"/>
              </a:rPr>
              <a:t>组成的数看作是</a:t>
            </a:r>
            <a:r>
              <a:rPr lang="en-US" altLang="zh-CN" sz="2800" b="1">
                <a:solidFill>
                  <a:srgbClr val="FF0000"/>
                </a:solidFill>
                <a:latin typeface="隶书" panose="02010509060101010101" pitchFamily="49" charset="-122"/>
                <a:ea typeface="隶书" panose="02010509060101010101" pitchFamily="49" charset="-122"/>
              </a:rPr>
              <a:t>0</a:t>
            </a:r>
            <a:r>
              <a:rPr lang="zh-CN" altLang="en-US" sz="2800" b="1">
                <a:solidFill>
                  <a:srgbClr val="FF0000"/>
                </a:solidFill>
                <a:latin typeface="隶书" panose="02010509060101010101" pitchFamily="49" charset="-122"/>
                <a:ea typeface="隶书" panose="02010509060101010101" pitchFamily="49" charset="-122"/>
              </a:rPr>
              <a:t>。</a:t>
            </a:r>
          </a:p>
        </p:txBody>
      </p:sp>
      <p:sp>
        <p:nvSpPr>
          <p:cNvPr id="5" name="Rectangle 2">
            <a:extLst>
              <a:ext uri="{FF2B5EF4-FFF2-40B4-BE49-F238E27FC236}">
                <a16:creationId xmlns:a16="http://schemas.microsoft.com/office/drawing/2014/main" id="{825DF8E4-EA68-4DAB-9333-F319340EC098}"/>
              </a:ext>
            </a:extLst>
          </p:cNvPr>
          <p:cNvSpPr txBox="1">
            <a:spLocks noChangeArrowheads="1"/>
          </p:cNvSpPr>
          <p:nvPr/>
        </p:nvSpPr>
        <p:spPr>
          <a:xfrm>
            <a:off x="611188" y="188913"/>
            <a:ext cx="2643187" cy="914400"/>
          </a:xfrm>
          <a:prstGeom prst="rect">
            <a:avLst/>
          </a:prstGeom>
        </p:spPr>
        <p:txBody>
          <a:bodyPr lIns="0" rIns="0" bIns="0" anchor="b">
            <a:normAutofit/>
          </a:bodyPr>
          <a:lstStyle/>
          <a:p>
            <a:pPr fontAlgn="auto">
              <a:spcAft>
                <a:spcPts val="0"/>
              </a:spcAft>
              <a:defRPr/>
            </a:pPr>
            <a:r>
              <a:rPr kumimoji="0" lang="zh-CN" altLang="en-US" sz="5100" dirty="0">
                <a:solidFill>
                  <a:schemeClr val="tx2"/>
                </a:solidFill>
                <a:latin typeface="宋体" pitchFamily="2" charset="-122"/>
                <a:ea typeface="+mj-ea"/>
                <a:cs typeface="+mj-cs"/>
              </a:rPr>
              <a:t>例六</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animEffect transition="in" filter="blinds(horizontal)">
                                      <p:cBhvr>
                                        <p:cTn id="7" dur="500"/>
                                        <p:tgtEl>
                                          <p:spTgt spid="194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9459">
                                            <p:txEl>
                                              <p:pRg st="1" end="1"/>
                                            </p:txEl>
                                          </p:spTgt>
                                        </p:tgtEl>
                                        <p:attrNameLst>
                                          <p:attrName>style.visibility</p:attrName>
                                        </p:attrNameLst>
                                      </p:cBhvr>
                                      <p:to>
                                        <p:strVal val="visible"/>
                                      </p:to>
                                    </p:set>
                                    <p:animEffect transition="in" filter="blinds(horizontal)">
                                      <p:cBhvr>
                                        <p:cTn id="12" dur="500"/>
                                        <p:tgtEl>
                                          <p:spTgt spid="1945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9459">
                                            <p:txEl>
                                              <p:pRg st="2" end="2"/>
                                            </p:txEl>
                                          </p:spTgt>
                                        </p:tgtEl>
                                        <p:attrNameLst>
                                          <p:attrName>style.visibility</p:attrName>
                                        </p:attrNameLst>
                                      </p:cBhvr>
                                      <p:to>
                                        <p:strVal val="visible"/>
                                      </p:to>
                                    </p:set>
                                    <p:animEffect transition="in" filter="blinds(horizontal)">
                                      <p:cBhvr>
                                        <p:cTn id="17" dur="500"/>
                                        <p:tgtEl>
                                          <p:spTgt spid="1945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9459">
                                            <p:txEl>
                                              <p:pRg st="4" end="4"/>
                                            </p:txEl>
                                          </p:spTgt>
                                        </p:tgtEl>
                                        <p:attrNameLst>
                                          <p:attrName>style.visibility</p:attrName>
                                        </p:attrNameLst>
                                      </p:cBhvr>
                                      <p:to>
                                        <p:strVal val="visible"/>
                                      </p:to>
                                    </p:set>
                                    <p:animEffect transition="in" filter="blinds(horizontal)">
                                      <p:cBhvr>
                                        <p:cTn id="22" dur="500"/>
                                        <p:tgtEl>
                                          <p:spTgt spid="19459">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42" fill="hold" nodeType="clickEffect">
                                  <p:stCondLst>
                                    <p:cond delay="0"/>
                                  </p:stCondLst>
                                  <p:childTnLst>
                                    <p:set>
                                      <p:cBhvr>
                                        <p:cTn id="26" dur="1" fill="hold">
                                          <p:stCondLst>
                                            <p:cond delay="0"/>
                                          </p:stCondLst>
                                        </p:cTn>
                                        <p:tgtEl>
                                          <p:spTgt spid="25600"/>
                                        </p:tgtEl>
                                        <p:attrNameLst>
                                          <p:attrName>style.visibility</p:attrName>
                                        </p:attrNameLst>
                                      </p:cBhvr>
                                      <p:to>
                                        <p:strVal val="visible"/>
                                      </p:to>
                                    </p:set>
                                    <p:animEffect transition="in" filter="barn(outHorizontal)">
                                      <p:cBhvr>
                                        <p:cTn id="27" dur="500"/>
                                        <p:tgtEl>
                                          <p:spTgt spid="2560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8" fill="hold" grpId="0" nodeType="clickEffect">
                                  <p:stCondLst>
                                    <p:cond delay="0"/>
                                  </p:stCondLst>
                                  <p:childTnLst>
                                    <p:set>
                                      <p:cBhvr>
                                        <p:cTn id="31" dur="1" fill="hold">
                                          <p:stCondLst>
                                            <p:cond delay="0"/>
                                          </p:stCondLst>
                                        </p:cTn>
                                        <p:tgtEl>
                                          <p:spTgt spid="19462"/>
                                        </p:tgtEl>
                                        <p:attrNameLst>
                                          <p:attrName>style.visibility</p:attrName>
                                        </p:attrNameLst>
                                      </p:cBhvr>
                                      <p:to>
                                        <p:strVal val="visible"/>
                                      </p:to>
                                    </p:set>
                                    <p:anim calcmode="lin" valueType="num">
                                      <p:cBhvr additive="base">
                                        <p:cTn id="32" dur="500" fill="hold"/>
                                        <p:tgtEl>
                                          <p:spTgt spid="19462"/>
                                        </p:tgtEl>
                                        <p:attrNameLst>
                                          <p:attrName>ppt_x</p:attrName>
                                        </p:attrNameLst>
                                      </p:cBhvr>
                                      <p:tavLst>
                                        <p:tav tm="0">
                                          <p:val>
                                            <p:strVal val="0-#ppt_w/2"/>
                                          </p:val>
                                        </p:tav>
                                        <p:tav tm="100000">
                                          <p:val>
                                            <p:strVal val="#ppt_x"/>
                                          </p:val>
                                        </p:tav>
                                      </p:tavLst>
                                    </p:anim>
                                    <p:anim calcmode="lin" valueType="num">
                                      <p:cBhvr additive="base">
                                        <p:cTn id="33" dur="500" fill="hold"/>
                                        <p:tgtEl>
                                          <p:spTgt spid="1946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autoUpdateAnimBg="0"/>
      <p:bldP spid="19462" grpId="0"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Text Box 3">
            <a:extLst>
              <a:ext uri="{FF2B5EF4-FFF2-40B4-BE49-F238E27FC236}">
                <a16:creationId xmlns:a16="http://schemas.microsoft.com/office/drawing/2014/main" id="{A473BB02-91C9-4C4B-9825-0A6B195AE8ED}"/>
              </a:ext>
            </a:extLst>
          </p:cNvPr>
          <p:cNvSpPr txBox="1">
            <a:spLocks noChangeArrowheads="1"/>
          </p:cNvSpPr>
          <p:nvPr/>
        </p:nvSpPr>
        <p:spPr bwMode="auto">
          <a:xfrm>
            <a:off x="1143000" y="1571625"/>
            <a:ext cx="7086600" cy="397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dirty="0">
                <a:latin typeface="隶书" panose="02010509060101010101" pitchFamily="49" charset="-122"/>
                <a:ea typeface="隶书" panose="02010509060101010101" pitchFamily="49" charset="-122"/>
              </a:rPr>
              <a:t>2) </a:t>
            </a:r>
            <a:r>
              <a:rPr lang="zh-CN" altLang="en-US" sz="2800" b="1" dirty="0">
                <a:latin typeface="隶书" panose="02010509060101010101" pitchFamily="49" charset="-122"/>
                <a:ea typeface="隶书" panose="02010509060101010101" pitchFamily="49" charset="-122"/>
              </a:rPr>
              <a:t>数字</a:t>
            </a:r>
            <a:r>
              <a:rPr lang="en-US" altLang="zh-CN" sz="2800" b="1" dirty="0">
                <a:latin typeface="隶书" panose="02010509060101010101" pitchFamily="49" charset="-122"/>
                <a:ea typeface="隶书" panose="02010509060101010101" pitchFamily="49" charset="-122"/>
              </a:rPr>
              <a:t>0</a:t>
            </a:r>
            <a:r>
              <a:rPr lang="zh-CN" altLang="en-US" sz="2800" b="1" dirty="0">
                <a:latin typeface="隶书" panose="02010509060101010101" pitchFamily="49" charset="-122"/>
                <a:ea typeface="隶书" panose="02010509060101010101" pitchFamily="49" charset="-122"/>
              </a:rPr>
              <a:t>和</a:t>
            </a:r>
            <a:r>
              <a:rPr lang="en-US" altLang="zh-CN" sz="2800" b="1" dirty="0">
                <a:latin typeface="隶书" panose="02010509060101010101" pitchFamily="49" charset="-122"/>
                <a:ea typeface="隶书" panose="02010509060101010101" pitchFamily="49" charset="-122"/>
              </a:rPr>
              <a:t>9</a:t>
            </a:r>
            <a:r>
              <a:rPr lang="zh-CN" altLang="en-US" sz="2800" b="1" dirty="0">
                <a:latin typeface="隶书" panose="02010509060101010101" pitchFamily="49" charset="-122"/>
                <a:ea typeface="隶书" panose="02010509060101010101" pitchFamily="49" charset="-122"/>
              </a:rPr>
              <a:t>最多只能出现一次，由下列三种情形组成：</a:t>
            </a:r>
            <a:endParaRPr lang="en-US" altLang="zh-CN" sz="2800" b="1" dirty="0">
              <a:latin typeface="隶书" panose="02010509060101010101" pitchFamily="49" charset="-122"/>
              <a:ea typeface="隶书" panose="02010509060101010101" pitchFamily="49" charset="-122"/>
            </a:endParaRPr>
          </a:p>
          <a:p>
            <a:pPr eaLnBrk="1" hangingPunct="1">
              <a:spcBef>
                <a:spcPct val="50000"/>
              </a:spcBef>
            </a:pPr>
            <a:br>
              <a:rPr lang="zh-CN" altLang="en-US" sz="2800" b="1" dirty="0">
                <a:latin typeface="隶书" panose="02010509060101010101" pitchFamily="49" charset="-122"/>
                <a:ea typeface="隶书" panose="02010509060101010101" pitchFamily="49" charset="-122"/>
              </a:rPr>
            </a:br>
            <a:r>
              <a:rPr lang="en-US" altLang="zh-CN" sz="2800" b="1" dirty="0">
                <a:solidFill>
                  <a:srgbClr val="FF0000"/>
                </a:solidFill>
                <a:latin typeface="隶书" panose="02010509060101010101" pitchFamily="49" charset="-122"/>
                <a:ea typeface="隶书" panose="02010509060101010101" pitchFamily="49" charset="-122"/>
              </a:rPr>
              <a:t>a.</a:t>
            </a:r>
            <a:r>
              <a:rPr lang="zh-CN" altLang="en-US" sz="2800" b="1" dirty="0">
                <a:latin typeface="隶书" panose="02010509060101010101" pitchFamily="49" charset="-122"/>
                <a:ea typeface="隶书" panose="02010509060101010101" pitchFamily="49" charset="-122"/>
              </a:rPr>
              <a:t>数字</a:t>
            </a:r>
            <a:r>
              <a:rPr lang="en-US" altLang="zh-CN" sz="2800" b="1" dirty="0">
                <a:latin typeface="隶书" panose="02010509060101010101" pitchFamily="49" charset="-122"/>
                <a:ea typeface="隶书" panose="02010509060101010101" pitchFamily="49" charset="-122"/>
              </a:rPr>
              <a:t>0</a:t>
            </a:r>
            <a:r>
              <a:rPr lang="zh-CN" altLang="en-US" sz="2800" b="1" dirty="0">
                <a:latin typeface="隶书" panose="02010509060101010101" pitchFamily="49" charset="-122"/>
                <a:ea typeface="隶书" panose="02010509060101010101" pitchFamily="49" charset="-122"/>
              </a:rPr>
              <a:t>和</a:t>
            </a:r>
            <a:r>
              <a:rPr lang="en-US" altLang="zh-CN" sz="2800" b="1" dirty="0">
                <a:latin typeface="隶书" panose="02010509060101010101" pitchFamily="49" charset="-122"/>
                <a:ea typeface="隶书" panose="02010509060101010101" pitchFamily="49" charset="-122"/>
              </a:rPr>
              <a:t>9</a:t>
            </a:r>
            <a:r>
              <a:rPr lang="zh-CN" altLang="en-US" sz="2800" b="1" dirty="0">
                <a:latin typeface="隶书" panose="02010509060101010101" pitchFamily="49" charset="-122"/>
                <a:ea typeface="隶书" panose="02010509060101010101" pitchFamily="49" charset="-122"/>
              </a:rPr>
              <a:t>均不出现，这实际上是重集</a:t>
            </a:r>
            <a:r>
              <a:rPr lang="en-US" altLang="zh-CN" sz="2800" b="1" dirty="0">
                <a:latin typeface="隶书" panose="02010509060101010101" pitchFamily="49" charset="-122"/>
                <a:ea typeface="隶书" panose="02010509060101010101" pitchFamily="49" charset="-122"/>
              </a:rPr>
              <a:t>B=</a:t>
            </a:r>
            <a:r>
              <a:rPr lang="zh-CN" altLang="en-US" sz="2800" b="1" dirty="0">
                <a:latin typeface="隶书" panose="02010509060101010101" pitchFamily="49" charset="-122"/>
                <a:ea typeface="隶书" panose="02010509060101010101" pitchFamily="49" charset="-122"/>
              </a:rPr>
              <a:t>｛∞</a:t>
            </a:r>
            <a:r>
              <a:rPr lang="en-US" altLang="zh-CN" sz="2800" b="1" dirty="0">
                <a:latin typeface="隶书" panose="02010509060101010101" pitchFamily="49" charset="-122"/>
                <a:ea typeface="隶书" panose="02010509060101010101" pitchFamily="49" charset="-122"/>
              </a:rPr>
              <a:t>·1,∞·2,…,∞·8</a:t>
            </a:r>
            <a:r>
              <a:rPr lang="zh-CN" altLang="en-US" sz="2800" b="1" dirty="0">
                <a:latin typeface="隶书" panose="02010509060101010101" pitchFamily="49" charset="-122"/>
                <a:ea typeface="隶书" panose="02010509060101010101" pitchFamily="49" charset="-122"/>
              </a:rPr>
              <a:t>｝的</a:t>
            </a:r>
            <a:r>
              <a:rPr lang="en-US" altLang="zh-CN" sz="2800" b="1" dirty="0">
                <a:latin typeface="隶书" panose="02010509060101010101" pitchFamily="49" charset="-122"/>
                <a:ea typeface="隶书" panose="02010509060101010101" pitchFamily="49" charset="-122"/>
              </a:rPr>
              <a:t>r-</a:t>
            </a:r>
            <a:r>
              <a:rPr lang="zh-CN" altLang="en-US" sz="2800" b="1" dirty="0">
                <a:latin typeface="隶书" panose="02010509060101010101" pitchFamily="49" charset="-122"/>
                <a:ea typeface="隶书" panose="02010509060101010101" pitchFamily="49" charset="-122"/>
              </a:rPr>
              <a:t>组合，其个数为</a:t>
            </a:r>
            <a:endParaRPr lang="en-US" altLang="zh-CN" sz="2800" b="1" dirty="0">
              <a:latin typeface="隶书" panose="02010509060101010101" pitchFamily="49" charset="-122"/>
              <a:ea typeface="隶书" panose="02010509060101010101" pitchFamily="49" charset="-122"/>
            </a:endParaRPr>
          </a:p>
          <a:p>
            <a:pPr eaLnBrk="1" hangingPunct="1">
              <a:spcBef>
                <a:spcPct val="50000"/>
              </a:spcBef>
            </a:pPr>
            <a:br>
              <a:rPr lang="zh-CN" altLang="en-US" sz="2800" dirty="0">
                <a:latin typeface="隶书" panose="02010509060101010101" pitchFamily="49" charset="-122"/>
                <a:ea typeface="隶书" panose="02010509060101010101" pitchFamily="49" charset="-122"/>
              </a:rPr>
            </a:br>
            <a:r>
              <a:rPr lang="en-US" altLang="zh-CN" sz="2800" dirty="0">
                <a:latin typeface="隶书" panose="02010509060101010101" pitchFamily="49" charset="-122"/>
                <a:ea typeface="隶书" panose="02010509060101010101" pitchFamily="49" charset="-122"/>
              </a:rPr>
              <a:t>F(8,r)=         =</a:t>
            </a:r>
          </a:p>
        </p:txBody>
      </p:sp>
      <p:graphicFrame>
        <p:nvGraphicFramePr>
          <p:cNvPr id="2050" name="Object 5">
            <a:extLst>
              <a:ext uri="{FF2B5EF4-FFF2-40B4-BE49-F238E27FC236}">
                <a16:creationId xmlns:a16="http://schemas.microsoft.com/office/drawing/2014/main" id="{8FBEB4B8-0A52-4777-A5CA-887B9B66CE19}"/>
              </a:ext>
            </a:extLst>
          </p:cNvPr>
          <p:cNvGraphicFramePr>
            <a:graphicFrameLocks noChangeAspect="1"/>
          </p:cNvGraphicFramePr>
          <p:nvPr/>
        </p:nvGraphicFramePr>
        <p:xfrm>
          <a:off x="4572000" y="4643438"/>
          <a:ext cx="1066800" cy="1038225"/>
        </p:xfrm>
        <a:graphic>
          <a:graphicData uri="http://schemas.openxmlformats.org/presentationml/2006/ole">
            <mc:AlternateContent xmlns:mc="http://schemas.openxmlformats.org/markup-compatibility/2006">
              <mc:Choice xmlns:v="urn:schemas-microsoft-com:vml" Requires="v">
                <p:oleObj name="Equation" r:id="rId2" imgW="469800" imgH="457200" progId="Equation.3">
                  <p:embed/>
                </p:oleObj>
              </mc:Choice>
              <mc:Fallback>
                <p:oleObj name="Equation" r:id="rId2" imgW="469800" imgH="457200" progId="Equation.3">
                  <p:embed/>
                  <p:pic>
                    <p:nvPicPr>
                      <p:cNvPr id="2050" name="Object 5">
                        <a:extLst>
                          <a:ext uri="{FF2B5EF4-FFF2-40B4-BE49-F238E27FC236}">
                            <a16:creationId xmlns:a16="http://schemas.microsoft.com/office/drawing/2014/main" id="{8FBEB4B8-0A52-4777-A5CA-887B9B66CE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4643438"/>
                        <a:ext cx="1066800" cy="1038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1" name="Object 7">
            <a:extLst>
              <a:ext uri="{FF2B5EF4-FFF2-40B4-BE49-F238E27FC236}">
                <a16:creationId xmlns:a16="http://schemas.microsoft.com/office/drawing/2014/main" id="{5BDC921C-18FC-48F6-BD3E-4DE010830BC8}"/>
              </a:ext>
            </a:extLst>
          </p:cNvPr>
          <p:cNvGraphicFramePr>
            <a:graphicFrameLocks noChangeAspect="1"/>
          </p:cNvGraphicFramePr>
          <p:nvPr/>
        </p:nvGraphicFramePr>
        <p:xfrm>
          <a:off x="2857500" y="4643438"/>
          <a:ext cx="1500188" cy="1038225"/>
        </p:xfrm>
        <a:graphic>
          <a:graphicData uri="http://schemas.openxmlformats.org/presentationml/2006/ole">
            <mc:AlternateContent xmlns:mc="http://schemas.openxmlformats.org/markup-compatibility/2006">
              <mc:Choice xmlns:v="urn:schemas-microsoft-com:vml" Requires="v">
                <p:oleObj name="Equation" r:id="rId4" imgW="660240" imgH="457200" progId="Equation.3">
                  <p:embed/>
                </p:oleObj>
              </mc:Choice>
              <mc:Fallback>
                <p:oleObj name="Equation" r:id="rId4" imgW="660240" imgH="457200" progId="Equation.3">
                  <p:embed/>
                  <p:pic>
                    <p:nvPicPr>
                      <p:cNvPr id="2051" name="Object 7">
                        <a:extLst>
                          <a:ext uri="{FF2B5EF4-FFF2-40B4-BE49-F238E27FC236}">
                            <a16:creationId xmlns:a16="http://schemas.microsoft.com/office/drawing/2014/main" id="{5BDC921C-18FC-48F6-BD3E-4DE010830BC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57500" y="4643438"/>
                        <a:ext cx="1500188" cy="1038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Rectangle 2">
            <a:extLst>
              <a:ext uri="{FF2B5EF4-FFF2-40B4-BE49-F238E27FC236}">
                <a16:creationId xmlns:a16="http://schemas.microsoft.com/office/drawing/2014/main" id="{4D9AE280-F925-4C0A-B0E5-12419C45FA78}"/>
              </a:ext>
            </a:extLst>
          </p:cNvPr>
          <p:cNvSpPr txBox="1">
            <a:spLocks noChangeArrowheads="1"/>
          </p:cNvSpPr>
          <p:nvPr/>
        </p:nvSpPr>
        <p:spPr>
          <a:xfrm>
            <a:off x="1071563" y="500063"/>
            <a:ext cx="2643187" cy="914400"/>
          </a:xfrm>
          <a:prstGeom prst="rect">
            <a:avLst/>
          </a:prstGeom>
        </p:spPr>
        <p:txBody>
          <a:bodyPr lIns="0" rIns="0" bIns="0" anchor="b">
            <a:normAutofit/>
          </a:bodyPr>
          <a:lstStyle/>
          <a:p>
            <a:pPr fontAlgn="auto">
              <a:spcAft>
                <a:spcPts val="0"/>
              </a:spcAft>
              <a:defRPr/>
            </a:pPr>
            <a:r>
              <a:rPr kumimoji="0" lang="zh-CN" altLang="en-US" sz="5100" dirty="0">
                <a:solidFill>
                  <a:schemeClr val="tx2"/>
                </a:solidFill>
                <a:latin typeface="宋体" pitchFamily="2" charset="-122"/>
                <a:ea typeface="+mj-ea"/>
                <a:cs typeface="+mj-cs"/>
              </a:rPr>
              <a:t>例六</a:t>
            </a:r>
          </a:p>
        </p:txBody>
      </p:sp>
    </p:spTree>
  </p:cSld>
  <p:clrMapOvr>
    <a:masterClrMapping/>
  </p:clrMapOvr>
  <p:transition>
    <p:random/>
  </p:transition>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7" name="Rectangle 3">
            <a:extLst>
              <a:ext uri="{FF2B5EF4-FFF2-40B4-BE49-F238E27FC236}">
                <a16:creationId xmlns:a16="http://schemas.microsoft.com/office/drawing/2014/main" id="{46329583-A515-4DD5-9BA0-C59A1EC571F5}"/>
              </a:ext>
            </a:extLst>
          </p:cNvPr>
          <p:cNvSpPr>
            <a:spLocks noGrp="1" noChangeArrowheads="1"/>
          </p:cNvSpPr>
          <p:nvPr>
            <p:ph idx="1"/>
          </p:nvPr>
        </p:nvSpPr>
        <p:spPr>
          <a:xfrm>
            <a:off x="495300" y="838200"/>
            <a:ext cx="8153400" cy="5181600"/>
          </a:xfrm>
        </p:spPr>
        <p:txBody>
          <a:bodyPr/>
          <a:lstStyle/>
          <a:p>
            <a:pPr algn="just" eaLnBrk="1" hangingPunct="1">
              <a:lnSpc>
                <a:spcPct val="90000"/>
              </a:lnSpc>
              <a:buFontTx/>
              <a:buNone/>
            </a:pPr>
            <a:r>
              <a:rPr lang="en-US" altLang="zh-CN" sz="2800" b="1" dirty="0">
                <a:solidFill>
                  <a:srgbClr val="FF0000"/>
                </a:solidFill>
                <a:latin typeface="隶书" panose="02010509060101010101" pitchFamily="49" charset="-122"/>
                <a:ea typeface="隶书" panose="02010509060101010101" pitchFamily="49" charset="-122"/>
              </a:rPr>
              <a:t>b.</a:t>
            </a:r>
            <a:r>
              <a:rPr lang="zh-CN" altLang="en-US" sz="2800" b="1" dirty="0">
                <a:latin typeface="隶书" panose="02010509060101010101" pitchFamily="49" charset="-122"/>
                <a:ea typeface="隶书" panose="02010509060101010101" pitchFamily="49" charset="-122"/>
              </a:rPr>
              <a:t>数字</a:t>
            </a:r>
            <a:r>
              <a:rPr lang="en-US" altLang="zh-CN" sz="2800" b="1" dirty="0">
                <a:latin typeface="隶书" panose="02010509060101010101" pitchFamily="49" charset="-122"/>
                <a:ea typeface="隶书" panose="02010509060101010101" pitchFamily="49" charset="-122"/>
              </a:rPr>
              <a:t>0</a:t>
            </a:r>
            <a:r>
              <a:rPr lang="zh-CN" altLang="en-US" sz="2800" b="1" dirty="0">
                <a:latin typeface="隶书" panose="02010509060101010101" pitchFamily="49" charset="-122"/>
                <a:ea typeface="隶书" panose="02010509060101010101" pitchFamily="49" charset="-122"/>
              </a:rPr>
              <a:t>和</a:t>
            </a:r>
            <a:r>
              <a:rPr lang="en-US" altLang="zh-CN" sz="2800" b="1" dirty="0">
                <a:latin typeface="隶书" panose="02010509060101010101" pitchFamily="49" charset="-122"/>
                <a:ea typeface="隶书" panose="02010509060101010101" pitchFamily="49" charset="-122"/>
              </a:rPr>
              <a:t>9</a:t>
            </a:r>
            <a:r>
              <a:rPr lang="zh-CN" altLang="en-US" sz="2800" b="1" dirty="0">
                <a:latin typeface="隶书" panose="02010509060101010101" pitchFamily="49" charset="-122"/>
                <a:ea typeface="隶书" panose="02010509060101010101" pitchFamily="49" charset="-122"/>
              </a:rPr>
              <a:t>只出现其一，或者数字</a:t>
            </a:r>
            <a:r>
              <a:rPr lang="en-US" altLang="zh-CN" sz="2800" b="1" dirty="0">
                <a:latin typeface="隶书" panose="02010509060101010101" pitchFamily="49" charset="-122"/>
                <a:ea typeface="隶书" panose="02010509060101010101" pitchFamily="49" charset="-122"/>
              </a:rPr>
              <a:t>0</a:t>
            </a:r>
            <a:r>
              <a:rPr lang="zh-CN" altLang="en-US" sz="2800" b="1" dirty="0">
                <a:latin typeface="隶书" panose="02010509060101010101" pitchFamily="49" charset="-122"/>
                <a:ea typeface="隶书" panose="02010509060101010101" pitchFamily="49" charset="-122"/>
              </a:rPr>
              <a:t>出现一次，或者数字</a:t>
            </a:r>
            <a:r>
              <a:rPr lang="en-US" altLang="zh-CN" sz="2800" b="1" dirty="0">
                <a:latin typeface="隶书" panose="02010509060101010101" pitchFamily="49" charset="-122"/>
                <a:ea typeface="隶书" panose="02010509060101010101" pitchFamily="49" charset="-122"/>
              </a:rPr>
              <a:t>9</a:t>
            </a:r>
            <a:r>
              <a:rPr lang="zh-CN" altLang="en-US" sz="2800" b="1" dirty="0">
                <a:latin typeface="隶书" panose="02010509060101010101" pitchFamily="49" charset="-122"/>
                <a:ea typeface="隶书" panose="02010509060101010101" pitchFamily="49" charset="-122"/>
              </a:rPr>
              <a:t>出现一次。</a:t>
            </a:r>
          </a:p>
          <a:p>
            <a:pPr algn="just" eaLnBrk="1" hangingPunct="1">
              <a:lnSpc>
                <a:spcPct val="90000"/>
              </a:lnSpc>
              <a:buFontTx/>
              <a:buNone/>
            </a:pPr>
            <a:r>
              <a:rPr lang="zh-CN" altLang="en-US" sz="2800" b="1" dirty="0">
                <a:latin typeface="隶书" panose="02010509060101010101" pitchFamily="49" charset="-122"/>
                <a:ea typeface="隶书" panose="02010509060101010101" pitchFamily="49" charset="-122"/>
              </a:rPr>
              <a:t>⑴若数字</a:t>
            </a:r>
            <a:r>
              <a:rPr lang="en-US" altLang="zh-CN" sz="2800" b="1" dirty="0">
                <a:latin typeface="隶书" panose="02010509060101010101" pitchFamily="49" charset="-122"/>
                <a:ea typeface="隶书" panose="02010509060101010101" pitchFamily="49" charset="-122"/>
              </a:rPr>
              <a:t>0</a:t>
            </a:r>
            <a:r>
              <a:rPr lang="zh-CN" altLang="en-US" sz="2800" b="1" dirty="0">
                <a:latin typeface="隶书" panose="02010509060101010101" pitchFamily="49" charset="-122"/>
                <a:ea typeface="隶书" panose="02010509060101010101" pitchFamily="49" charset="-122"/>
              </a:rPr>
              <a:t>出现，数字</a:t>
            </a:r>
            <a:r>
              <a:rPr lang="en-US" altLang="zh-CN" sz="2800" b="1" dirty="0">
                <a:latin typeface="隶书" panose="02010509060101010101" pitchFamily="49" charset="-122"/>
                <a:ea typeface="隶书" panose="02010509060101010101" pitchFamily="49" charset="-122"/>
              </a:rPr>
              <a:t>9</a:t>
            </a:r>
            <a:r>
              <a:rPr lang="zh-CN" altLang="en-US" sz="2800" b="1" dirty="0">
                <a:latin typeface="隶书" panose="02010509060101010101" pitchFamily="49" charset="-122"/>
                <a:ea typeface="隶书" panose="02010509060101010101" pitchFamily="49" charset="-122"/>
              </a:rPr>
              <a:t>不出现，这实际上是重集</a:t>
            </a:r>
            <a:r>
              <a:rPr lang="en-US" altLang="zh-CN" sz="2800" b="1" dirty="0">
                <a:latin typeface="隶书" panose="02010509060101010101" pitchFamily="49" charset="-122"/>
                <a:ea typeface="隶书" panose="02010509060101010101" pitchFamily="49" charset="-122"/>
              </a:rPr>
              <a:t>B=</a:t>
            </a:r>
            <a:r>
              <a:rPr lang="zh-CN" altLang="en-US" sz="2800" b="1" dirty="0">
                <a:latin typeface="隶书" panose="02010509060101010101" pitchFamily="49" charset="-122"/>
                <a:ea typeface="隶书" panose="02010509060101010101" pitchFamily="49" charset="-122"/>
              </a:rPr>
              <a:t>｛∞</a:t>
            </a:r>
            <a:r>
              <a:rPr lang="en-US" altLang="zh-CN" sz="2800" b="1" dirty="0">
                <a:latin typeface="隶书" panose="02010509060101010101" pitchFamily="49" charset="-122"/>
                <a:ea typeface="隶书" panose="02010509060101010101" pitchFamily="49" charset="-122"/>
              </a:rPr>
              <a:t>·1,∞·2,…,∞·8</a:t>
            </a:r>
            <a:r>
              <a:rPr lang="zh-CN" altLang="en-US" sz="2800" b="1" dirty="0">
                <a:latin typeface="隶书" panose="02010509060101010101" pitchFamily="49" charset="-122"/>
                <a:ea typeface="隶书" panose="02010509060101010101" pitchFamily="49" charset="-122"/>
              </a:rPr>
              <a:t>｝的</a:t>
            </a:r>
            <a:r>
              <a:rPr lang="en-US" altLang="zh-CN" sz="2800" b="1" dirty="0">
                <a:latin typeface="隶书" panose="02010509060101010101" pitchFamily="49" charset="-122"/>
                <a:ea typeface="隶书" panose="02010509060101010101" pitchFamily="49" charset="-122"/>
              </a:rPr>
              <a:t>(r-1)</a:t>
            </a:r>
            <a:r>
              <a:rPr lang="zh-CN" altLang="en-US" sz="2800" b="1" dirty="0">
                <a:latin typeface="隶书" panose="02010509060101010101" pitchFamily="49" charset="-122"/>
                <a:ea typeface="隶书" panose="02010509060101010101" pitchFamily="49" charset="-122"/>
              </a:rPr>
              <a:t>组合，然后将数字</a:t>
            </a:r>
            <a:r>
              <a:rPr lang="en-US" altLang="zh-CN" sz="2800" b="1" dirty="0">
                <a:latin typeface="隶书" panose="02010509060101010101" pitchFamily="49" charset="-122"/>
                <a:ea typeface="隶书" panose="02010509060101010101" pitchFamily="49" charset="-122"/>
              </a:rPr>
              <a:t>0</a:t>
            </a:r>
            <a:r>
              <a:rPr lang="zh-CN" altLang="en-US" sz="2800" b="1" dirty="0">
                <a:latin typeface="隶书" panose="02010509060101010101" pitchFamily="49" charset="-122"/>
                <a:ea typeface="隶书" panose="02010509060101010101" pitchFamily="49" charset="-122"/>
              </a:rPr>
              <a:t>加入，其个数为</a:t>
            </a:r>
            <a:endParaRPr lang="en-US" altLang="zh-CN" sz="2800" b="1" dirty="0">
              <a:latin typeface="隶书" panose="02010509060101010101" pitchFamily="49" charset="-122"/>
              <a:ea typeface="隶书" panose="02010509060101010101" pitchFamily="49" charset="-122"/>
            </a:endParaRPr>
          </a:p>
          <a:p>
            <a:pPr algn="just" eaLnBrk="1" hangingPunct="1">
              <a:lnSpc>
                <a:spcPct val="90000"/>
              </a:lnSpc>
              <a:buFontTx/>
              <a:buNone/>
            </a:pPr>
            <a:endParaRPr lang="zh-CN" altLang="en-US" sz="2800" dirty="0">
              <a:latin typeface="隶书" panose="02010509060101010101" pitchFamily="49" charset="-122"/>
              <a:ea typeface="隶书" panose="02010509060101010101" pitchFamily="49" charset="-122"/>
            </a:endParaRPr>
          </a:p>
          <a:p>
            <a:pPr algn="just" eaLnBrk="1" hangingPunct="1">
              <a:lnSpc>
                <a:spcPct val="90000"/>
              </a:lnSpc>
              <a:buFontTx/>
              <a:buNone/>
            </a:pPr>
            <a:endParaRPr lang="zh-CN" altLang="en-US" sz="2800" dirty="0">
              <a:latin typeface="隶书" panose="02010509060101010101" pitchFamily="49" charset="-122"/>
              <a:ea typeface="隶书" panose="02010509060101010101" pitchFamily="49" charset="-122"/>
            </a:endParaRPr>
          </a:p>
          <a:p>
            <a:pPr algn="just" eaLnBrk="1" hangingPunct="1">
              <a:lnSpc>
                <a:spcPct val="90000"/>
              </a:lnSpc>
              <a:buFontTx/>
              <a:buNone/>
            </a:pPr>
            <a:endParaRPr lang="zh-CN" altLang="en-US" sz="2800" dirty="0">
              <a:latin typeface="隶书" panose="02010509060101010101" pitchFamily="49" charset="-122"/>
              <a:ea typeface="隶书" panose="02010509060101010101" pitchFamily="49" charset="-122"/>
            </a:endParaRPr>
          </a:p>
          <a:p>
            <a:pPr algn="just" eaLnBrk="1" hangingPunct="1">
              <a:lnSpc>
                <a:spcPct val="90000"/>
              </a:lnSpc>
              <a:buFontTx/>
              <a:buNone/>
            </a:pPr>
            <a:r>
              <a:rPr lang="zh-CN" altLang="en-US" sz="2800" b="1" dirty="0">
                <a:latin typeface="隶书" panose="02010509060101010101" pitchFamily="49" charset="-122"/>
                <a:ea typeface="隶书" panose="02010509060101010101" pitchFamily="49" charset="-122"/>
              </a:rPr>
              <a:t> ⑵同样，数字</a:t>
            </a:r>
            <a:r>
              <a:rPr lang="en-US" altLang="zh-CN" sz="2800" b="1" dirty="0">
                <a:latin typeface="隶书" panose="02010509060101010101" pitchFamily="49" charset="-122"/>
                <a:ea typeface="隶书" panose="02010509060101010101" pitchFamily="49" charset="-122"/>
              </a:rPr>
              <a:t>9</a:t>
            </a:r>
            <a:r>
              <a:rPr lang="zh-CN" altLang="en-US" sz="2800" b="1" dirty="0">
                <a:latin typeface="隶书" panose="02010509060101010101" pitchFamily="49" charset="-122"/>
                <a:ea typeface="隶书" panose="02010509060101010101" pitchFamily="49" charset="-122"/>
              </a:rPr>
              <a:t>出现，数字</a:t>
            </a:r>
            <a:r>
              <a:rPr lang="en-US" altLang="zh-CN" sz="2800" b="1" dirty="0">
                <a:latin typeface="隶书" panose="02010509060101010101" pitchFamily="49" charset="-122"/>
                <a:ea typeface="隶书" panose="02010509060101010101" pitchFamily="49" charset="-122"/>
              </a:rPr>
              <a:t>0</a:t>
            </a:r>
            <a:r>
              <a:rPr lang="zh-CN" altLang="en-US" sz="2800" b="1" dirty="0">
                <a:latin typeface="隶书" panose="02010509060101010101" pitchFamily="49" charset="-122"/>
                <a:ea typeface="隶书" panose="02010509060101010101" pitchFamily="49" charset="-122"/>
              </a:rPr>
              <a:t>不出现，其个数为</a:t>
            </a:r>
          </a:p>
          <a:p>
            <a:pPr algn="just" eaLnBrk="1" hangingPunct="1">
              <a:lnSpc>
                <a:spcPct val="90000"/>
              </a:lnSpc>
              <a:buFontTx/>
              <a:buNone/>
            </a:pPr>
            <a:endParaRPr lang="zh-CN" altLang="en-US" sz="2800" dirty="0">
              <a:latin typeface="隶书" panose="02010509060101010101" pitchFamily="49" charset="-122"/>
              <a:ea typeface="隶书" panose="02010509060101010101" pitchFamily="49" charset="-122"/>
            </a:endParaRPr>
          </a:p>
          <a:p>
            <a:pPr algn="just" eaLnBrk="1" hangingPunct="1">
              <a:lnSpc>
                <a:spcPct val="90000"/>
              </a:lnSpc>
            </a:pPr>
            <a:endParaRPr lang="en-US" altLang="zh-CN" sz="2800" dirty="0">
              <a:latin typeface="隶书" panose="02010509060101010101" pitchFamily="49" charset="-122"/>
              <a:ea typeface="隶书" panose="02010509060101010101" pitchFamily="49" charset="-122"/>
            </a:endParaRPr>
          </a:p>
        </p:txBody>
      </p:sp>
      <p:graphicFrame>
        <p:nvGraphicFramePr>
          <p:cNvPr id="3074" name="Object 6">
            <a:extLst>
              <a:ext uri="{FF2B5EF4-FFF2-40B4-BE49-F238E27FC236}">
                <a16:creationId xmlns:a16="http://schemas.microsoft.com/office/drawing/2014/main" id="{DBBD76C3-E3D9-4CE0-8B10-87E9A36AD14F}"/>
              </a:ext>
            </a:extLst>
          </p:cNvPr>
          <p:cNvGraphicFramePr>
            <a:graphicFrameLocks noChangeAspect="1"/>
          </p:cNvGraphicFramePr>
          <p:nvPr/>
        </p:nvGraphicFramePr>
        <p:xfrm>
          <a:off x="1403350" y="2924175"/>
          <a:ext cx="6229350" cy="1239838"/>
        </p:xfrm>
        <a:graphic>
          <a:graphicData uri="http://schemas.openxmlformats.org/presentationml/2006/ole">
            <mc:AlternateContent xmlns:mc="http://schemas.openxmlformats.org/markup-compatibility/2006">
              <mc:Choice xmlns:v="urn:schemas-microsoft-com:vml" Requires="v">
                <p:oleObj name="Equation" r:id="rId2" imgW="2298600" imgH="457200" progId="Equation.3">
                  <p:embed/>
                </p:oleObj>
              </mc:Choice>
              <mc:Fallback>
                <p:oleObj name="Equation" r:id="rId2" imgW="2298600" imgH="457200" progId="Equation.3">
                  <p:embed/>
                  <p:pic>
                    <p:nvPicPr>
                      <p:cNvPr id="3074" name="Object 6">
                        <a:extLst>
                          <a:ext uri="{FF2B5EF4-FFF2-40B4-BE49-F238E27FC236}">
                            <a16:creationId xmlns:a16="http://schemas.microsoft.com/office/drawing/2014/main" id="{DBBD76C3-E3D9-4CE0-8B10-87E9A36AD1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350" y="2924175"/>
                        <a:ext cx="6229350" cy="1239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5" name="Object 8">
            <a:extLst>
              <a:ext uri="{FF2B5EF4-FFF2-40B4-BE49-F238E27FC236}">
                <a16:creationId xmlns:a16="http://schemas.microsoft.com/office/drawing/2014/main" id="{8E6C465E-9951-449D-8C17-F2D5B77C4A39}"/>
              </a:ext>
            </a:extLst>
          </p:cNvPr>
          <p:cNvGraphicFramePr>
            <a:graphicFrameLocks noChangeAspect="1"/>
          </p:cNvGraphicFramePr>
          <p:nvPr/>
        </p:nvGraphicFramePr>
        <p:xfrm>
          <a:off x="2339975" y="5013325"/>
          <a:ext cx="3338513" cy="1239838"/>
        </p:xfrm>
        <a:graphic>
          <a:graphicData uri="http://schemas.openxmlformats.org/presentationml/2006/ole">
            <mc:AlternateContent xmlns:mc="http://schemas.openxmlformats.org/markup-compatibility/2006">
              <mc:Choice xmlns:v="urn:schemas-microsoft-com:vml" Requires="v">
                <p:oleObj name="Equation" r:id="rId4" imgW="1231560" imgH="457200" progId="Equation.3">
                  <p:embed/>
                </p:oleObj>
              </mc:Choice>
              <mc:Fallback>
                <p:oleObj name="Equation" r:id="rId4" imgW="1231560" imgH="457200" progId="Equation.3">
                  <p:embed/>
                  <p:pic>
                    <p:nvPicPr>
                      <p:cNvPr id="3075" name="Object 8">
                        <a:extLst>
                          <a:ext uri="{FF2B5EF4-FFF2-40B4-BE49-F238E27FC236}">
                            <a16:creationId xmlns:a16="http://schemas.microsoft.com/office/drawing/2014/main" id="{8E6C465E-9951-449D-8C17-F2D5B77C4A3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39975" y="5013325"/>
                        <a:ext cx="3338513" cy="1239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a:extLst>
              <a:ext uri="{FF2B5EF4-FFF2-40B4-BE49-F238E27FC236}">
                <a16:creationId xmlns:a16="http://schemas.microsoft.com/office/drawing/2014/main" id="{1102AC11-8619-4907-9812-AE21BDAB4BAC}"/>
              </a:ext>
            </a:extLst>
          </p:cNvPr>
          <p:cNvSpPr>
            <a:spLocks noChangeArrowheads="1"/>
          </p:cNvSpPr>
          <p:nvPr/>
        </p:nvSpPr>
        <p:spPr bwMode="auto">
          <a:xfrm>
            <a:off x="838200" y="733425"/>
            <a:ext cx="7467600" cy="4833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90000" tIns="46800" rIns="90000" bIns="46800">
            <a:spAutoFit/>
          </a:bodyPr>
          <a:lstStyle>
            <a:lvl1pPr indent="13335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800" b="1" dirty="0">
                <a:solidFill>
                  <a:srgbClr val="FF0000"/>
                </a:solidFill>
                <a:latin typeface="隶书" panose="02010509060101010101" pitchFamily="49" charset="-122"/>
                <a:ea typeface="隶书" panose="02010509060101010101" pitchFamily="49" charset="-122"/>
              </a:rPr>
              <a:t>c.</a:t>
            </a:r>
            <a:r>
              <a:rPr lang="zh-CN" altLang="en-US" sz="2800" b="1" dirty="0">
                <a:latin typeface="隶书" panose="02010509060101010101" pitchFamily="49" charset="-122"/>
                <a:ea typeface="隶书" panose="02010509060101010101" pitchFamily="49" charset="-122"/>
              </a:rPr>
              <a:t>数字</a:t>
            </a:r>
            <a:r>
              <a:rPr lang="en-US" altLang="zh-CN" sz="2800" b="1" dirty="0">
                <a:latin typeface="隶书" panose="02010509060101010101" pitchFamily="49" charset="-122"/>
                <a:ea typeface="隶书" panose="02010509060101010101" pitchFamily="49" charset="-122"/>
              </a:rPr>
              <a:t>0</a:t>
            </a:r>
            <a:r>
              <a:rPr lang="zh-CN" altLang="en-US" sz="2800" b="1" dirty="0">
                <a:latin typeface="隶书" panose="02010509060101010101" pitchFamily="49" charset="-122"/>
                <a:ea typeface="隶书" panose="02010509060101010101" pitchFamily="49" charset="-122"/>
              </a:rPr>
              <a:t>和</a:t>
            </a:r>
            <a:r>
              <a:rPr lang="en-US" altLang="zh-CN" sz="2800" b="1" dirty="0">
                <a:latin typeface="隶书" panose="02010509060101010101" pitchFamily="49" charset="-122"/>
                <a:ea typeface="隶书" panose="02010509060101010101" pitchFamily="49" charset="-122"/>
              </a:rPr>
              <a:t>9</a:t>
            </a:r>
            <a:r>
              <a:rPr lang="zh-CN" altLang="en-US" sz="2800" b="1" dirty="0">
                <a:latin typeface="隶书" panose="02010509060101010101" pitchFamily="49" charset="-122"/>
                <a:ea typeface="隶书" panose="02010509060101010101" pitchFamily="49" charset="-122"/>
              </a:rPr>
              <a:t>都出现一次，这实际上是重集</a:t>
            </a:r>
            <a:r>
              <a:rPr lang="en-US" altLang="zh-CN" sz="2800" b="1" dirty="0">
                <a:latin typeface="隶书" panose="02010509060101010101" pitchFamily="49" charset="-122"/>
                <a:ea typeface="隶书" panose="02010509060101010101" pitchFamily="49" charset="-122"/>
              </a:rPr>
              <a:t>B=</a:t>
            </a:r>
            <a:r>
              <a:rPr lang="zh-CN" altLang="en-US" sz="2800" b="1" dirty="0">
                <a:latin typeface="隶书" panose="02010509060101010101" pitchFamily="49" charset="-122"/>
                <a:ea typeface="隶书" panose="02010509060101010101" pitchFamily="49" charset="-122"/>
              </a:rPr>
              <a:t>｛∞</a:t>
            </a:r>
            <a:r>
              <a:rPr lang="en-US" altLang="zh-CN" sz="2800" b="1" dirty="0">
                <a:latin typeface="隶书" panose="02010509060101010101" pitchFamily="49" charset="-122"/>
                <a:ea typeface="隶书" panose="02010509060101010101" pitchFamily="49" charset="-122"/>
              </a:rPr>
              <a:t>·1,∞·2,…,∞·8</a:t>
            </a:r>
            <a:r>
              <a:rPr lang="zh-CN" altLang="en-US" sz="2800" b="1" dirty="0">
                <a:latin typeface="隶书" panose="02010509060101010101" pitchFamily="49" charset="-122"/>
                <a:ea typeface="隶书" panose="02010509060101010101" pitchFamily="49" charset="-122"/>
              </a:rPr>
              <a:t>｝的</a:t>
            </a:r>
            <a:r>
              <a:rPr lang="en-US" altLang="zh-CN" sz="2800" b="1" dirty="0">
                <a:latin typeface="隶书" panose="02010509060101010101" pitchFamily="49" charset="-122"/>
                <a:ea typeface="隶书" panose="02010509060101010101" pitchFamily="49" charset="-122"/>
              </a:rPr>
              <a:t>(r-2)-</a:t>
            </a:r>
            <a:r>
              <a:rPr lang="zh-CN" altLang="en-US" sz="2800" b="1" dirty="0">
                <a:latin typeface="隶书" panose="02010509060101010101" pitchFamily="49" charset="-122"/>
                <a:ea typeface="隶书" panose="02010509060101010101" pitchFamily="49" charset="-122"/>
              </a:rPr>
              <a:t>组合，然后将</a:t>
            </a:r>
            <a:r>
              <a:rPr lang="en-US" altLang="zh-CN" sz="2800" b="1" dirty="0">
                <a:latin typeface="隶书" panose="02010509060101010101" pitchFamily="49" charset="-122"/>
                <a:ea typeface="隶书" panose="02010509060101010101" pitchFamily="49" charset="-122"/>
              </a:rPr>
              <a:t>0</a:t>
            </a:r>
            <a:r>
              <a:rPr lang="zh-CN" altLang="en-US" sz="2800" b="1" dirty="0">
                <a:latin typeface="隶书" panose="02010509060101010101" pitchFamily="49" charset="-122"/>
                <a:ea typeface="隶书" panose="02010509060101010101" pitchFamily="49" charset="-122"/>
              </a:rPr>
              <a:t>和</a:t>
            </a:r>
            <a:r>
              <a:rPr lang="en-US" altLang="zh-CN" sz="2800" b="1" dirty="0">
                <a:latin typeface="隶书" panose="02010509060101010101" pitchFamily="49" charset="-122"/>
                <a:ea typeface="隶书" panose="02010509060101010101" pitchFamily="49" charset="-122"/>
              </a:rPr>
              <a:t>9</a:t>
            </a:r>
            <a:r>
              <a:rPr lang="zh-CN" altLang="en-US" sz="2800" b="1" dirty="0">
                <a:latin typeface="隶书" panose="02010509060101010101" pitchFamily="49" charset="-122"/>
                <a:ea typeface="隶书" panose="02010509060101010101" pitchFamily="49" charset="-122"/>
              </a:rPr>
              <a:t>加入，其个数为</a:t>
            </a:r>
            <a:endParaRPr lang="en-US" altLang="zh-CN" sz="2800" b="1" dirty="0">
              <a:latin typeface="隶书" panose="02010509060101010101" pitchFamily="49" charset="-122"/>
              <a:ea typeface="隶书" panose="02010509060101010101" pitchFamily="49" charset="-122"/>
            </a:endParaRPr>
          </a:p>
          <a:p>
            <a:pPr algn="just" eaLnBrk="1" hangingPunct="1"/>
            <a:endParaRPr lang="en-US" altLang="zh-CN" sz="2800" dirty="0">
              <a:latin typeface="隶书" panose="02010509060101010101" pitchFamily="49" charset="-122"/>
              <a:ea typeface="隶书" panose="02010509060101010101" pitchFamily="49" charset="-122"/>
            </a:endParaRPr>
          </a:p>
          <a:p>
            <a:pPr algn="just" eaLnBrk="1" hangingPunct="1"/>
            <a:endParaRPr lang="zh-CN" altLang="en-US" sz="2800" dirty="0">
              <a:latin typeface="隶书" panose="02010509060101010101" pitchFamily="49" charset="-122"/>
              <a:ea typeface="隶书" panose="02010509060101010101" pitchFamily="49" charset="-122"/>
            </a:endParaRPr>
          </a:p>
          <a:p>
            <a:pPr algn="just" eaLnBrk="1" hangingPunct="1"/>
            <a:endParaRPr lang="zh-CN" altLang="en-US" sz="2800" dirty="0">
              <a:latin typeface="隶书" panose="02010509060101010101" pitchFamily="49" charset="-122"/>
              <a:ea typeface="隶书" panose="02010509060101010101" pitchFamily="49" charset="-122"/>
            </a:endParaRPr>
          </a:p>
          <a:p>
            <a:pPr algn="just"/>
            <a:endParaRPr lang="zh-CN" altLang="en-US" sz="2800" dirty="0">
              <a:latin typeface="隶书" panose="02010509060101010101" pitchFamily="49" charset="-122"/>
              <a:ea typeface="隶书" panose="02010509060101010101" pitchFamily="49" charset="-122"/>
            </a:endParaRPr>
          </a:p>
          <a:p>
            <a:pPr algn="just"/>
            <a:r>
              <a:rPr lang="zh-CN" altLang="en-US" sz="2800" b="1" dirty="0">
                <a:latin typeface="隶书" panose="02010509060101010101" pitchFamily="49" charset="-122"/>
                <a:ea typeface="隶书" panose="02010509060101010101" pitchFamily="49" charset="-122"/>
              </a:rPr>
              <a:t>由加法规则知，符合题意要求的不等价整数个数为</a:t>
            </a:r>
          </a:p>
          <a:p>
            <a:pPr algn="just"/>
            <a:r>
              <a:rPr lang="zh-CN" altLang="en-US" sz="2800" dirty="0">
                <a:latin typeface="隶书" panose="02010509060101010101" pitchFamily="49" charset="-122"/>
                <a:ea typeface="隶书" panose="02010509060101010101" pitchFamily="49" charset="-122"/>
              </a:rPr>
              <a:t> </a:t>
            </a:r>
          </a:p>
          <a:p>
            <a:endParaRPr lang="en-US" altLang="zh-CN" sz="2800" dirty="0">
              <a:latin typeface="隶书" panose="02010509060101010101" pitchFamily="49" charset="-122"/>
              <a:ea typeface="隶书" panose="02010509060101010101" pitchFamily="49" charset="-122"/>
            </a:endParaRPr>
          </a:p>
        </p:txBody>
      </p:sp>
      <p:graphicFrame>
        <p:nvGraphicFramePr>
          <p:cNvPr id="4098" name="Object 6">
            <a:extLst>
              <a:ext uri="{FF2B5EF4-FFF2-40B4-BE49-F238E27FC236}">
                <a16:creationId xmlns:a16="http://schemas.microsoft.com/office/drawing/2014/main" id="{AE855B25-8FD6-4974-8D83-26B287B1CF2D}"/>
              </a:ext>
            </a:extLst>
          </p:cNvPr>
          <p:cNvGraphicFramePr>
            <a:graphicFrameLocks noChangeAspect="1"/>
          </p:cNvGraphicFramePr>
          <p:nvPr/>
        </p:nvGraphicFramePr>
        <p:xfrm>
          <a:off x="1905000" y="2205038"/>
          <a:ext cx="5334000" cy="1038225"/>
        </p:xfrm>
        <a:graphic>
          <a:graphicData uri="http://schemas.openxmlformats.org/presentationml/2006/ole">
            <mc:AlternateContent xmlns:mc="http://schemas.openxmlformats.org/markup-compatibility/2006">
              <mc:Choice xmlns:v="urn:schemas-microsoft-com:vml" Requires="v">
                <p:oleObj name="Equation" r:id="rId2" imgW="2349360" imgH="457200" progId="Equation.3">
                  <p:embed/>
                </p:oleObj>
              </mc:Choice>
              <mc:Fallback>
                <p:oleObj name="Equation" r:id="rId2" imgW="2349360" imgH="457200" progId="Equation.3">
                  <p:embed/>
                  <p:pic>
                    <p:nvPicPr>
                      <p:cNvPr id="4098" name="Object 6">
                        <a:extLst>
                          <a:ext uri="{FF2B5EF4-FFF2-40B4-BE49-F238E27FC236}">
                            <a16:creationId xmlns:a16="http://schemas.microsoft.com/office/drawing/2014/main" id="{AE855B25-8FD6-4974-8D83-26B287B1CF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2205038"/>
                        <a:ext cx="5334000" cy="1038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9" name="Object 9">
            <a:extLst>
              <a:ext uri="{FF2B5EF4-FFF2-40B4-BE49-F238E27FC236}">
                <a16:creationId xmlns:a16="http://schemas.microsoft.com/office/drawing/2014/main" id="{AD61033B-89B9-4F89-A9DD-3868F42659AA}"/>
              </a:ext>
            </a:extLst>
          </p:cNvPr>
          <p:cNvGraphicFramePr>
            <a:graphicFrameLocks noChangeAspect="1"/>
          </p:cNvGraphicFramePr>
          <p:nvPr/>
        </p:nvGraphicFramePr>
        <p:xfrm>
          <a:off x="2371725" y="4691063"/>
          <a:ext cx="4648200" cy="1258887"/>
        </p:xfrm>
        <a:graphic>
          <a:graphicData uri="http://schemas.openxmlformats.org/presentationml/2006/ole">
            <mc:AlternateContent xmlns:mc="http://schemas.openxmlformats.org/markup-compatibility/2006">
              <mc:Choice xmlns:v="urn:schemas-microsoft-com:vml" Requires="v">
                <p:oleObj name="Equation" r:id="rId4" imgW="1688760" imgH="457200" progId="Equation.3">
                  <p:embed/>
                </p:oleObj>
              </mc:Choice>
              <mc:Fallback>
                <p:oleObj name="Equation" r:id="rId4" imgW="1688760" imgH="457200" progId="Equation.3">
                  <p:embed/>
                  <p:pic>
                    <p:nvPicPr>
                      <p:cNvPr id="4099" name="Object 9">
                        <a:extLst>
                          <a:ext uri="{FF2B5EF4-FFF2-40B4-BE49-F238E27FC236}">
                            <a16:creationId xmlns:a16="http://schemas.microsoft.com/office/drawing/2014/main" id="{AD61033B-89B9-4F89-A9DD-3868F42659A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71725" y="4691063"/>
                        <a:ext cx="4648200" cy="1258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FCB87C3C-A57E-434D-83A1-E054062628EE}"/>
              </a:ext>
            </a:extLst>
          </p:cNvPr>
          <p:cNvSpPr>
            <a:spLocks noGrp="1" noChangeArrowheads="1"/>
          </p:cNvSpPr>
          <p:nvPr>
            <p:ph type="title"/>
          </p:nvPr>
        </p:nvSpPr>
        <p:spPr>
          <a:xfrm>
            <a:off x="849313" y="1052513"/>
            <a:ext cx="7467600" cy="990600"/>
          </a:xfrm>
        </p:spPr>
        <p:txBody>
          <a:bodyPr/>
          <a:lstStyle/>
          <a:p>
            <a:pPr eaLnBrk="1" hangingPunct="1"/>
            <a:r>
              <a:rPr lang="zh-CN" altLang="en-US" sz="2800" b="1" dirty="0">
                <a:solidFill>
                  <a:srgbClr val="333300"/>
                </a:solidFill>
                <a:latin typeface="隶书" panose="02010509060101010101" pitchFamily="49" charset="-122"/>
              </a:rPr>
              <a:t>求方程</a:t>
            </a:r>
            <a:r>
              <a:rPr lang="en-US" altLang="zh-CN" sz="2800" b="1" dirty="0">
                <a:solidFill>
                  <a:srgbClr val="333300"/>
                </a:solidFill>
                <a:latin typeface="隶书" panose="02010509060101010101" pitchFamily="49" charset="-122"/>
              </a:rPr>
              <a:t>x</a:t>
            </a:r>
            <a:r>
              <a:rPr lang="en-US" altLang="zh-CN" sz="2800" b="1" baseline="-25000" dirty="0">
                <a:solidFill>
                  <a:srgbClr val="333300"/>
                </a:solidFill>
                <a:latin typeface="隶书" panose="02010509060101010101" pitchFamily="49" charset="-122"/>
              </a:rPr>
              <a:t>1</a:t>
            </a:r>
            <a:r>
              <a:rPr lang="en-US" altLang="zh-CN" sz="2800" b="1" dirty="0">
                <a:solidFill>
                  <a:srgbClr val="333300"/>
                </a:solidFill>
                <a:latin typeface="隶书" panose="02010509060101010101" pitchFamily="49" charset="-122"/>
              </a:rPr>
              <a:t>+x</a:t>
            </a:r>
            <a:r>
              <a:rPr lang="en-US" altLang="zh-CN" sz="2800" b="1" baseline="-25000" dirty="0">
                <a:solidFill>
                  <a:srgbClr val="333300"/>
                </a:solidFill>
                <a:latin typeface="隶书" panose="02010509060101010101" pitchFamily="49" charset="-122"/>
              </a:rPr>
              <a:t>2</a:t>
            </a:r>
            <a:r>
              <a:rPr lang="en-US" altLang="zh-CN" sz="2800" b="1" dirty="0">
                <a:solidFill>
                  <a:srgbClr val="333300"/>
                </a:solidFill>
                <a:latin typeface="隶书" panose="02010509060101010101" pitchFamily="49" charset="-122"/>
              </a:rPr>
              <a:t>+…+</a:t>
            </a:r>
            <a:r>
              <a:rPr lang="en-US" altLang="zh-CN" sz="2800" b="1" dirty="0" err="1">
                <a:solidFill>
                  <a:srgbClr val="333300"/>
                </a:solidFill>
                <a:latin typeface="隶书" panose="02010509060101010101" pitchFamily="49" charset="-122"/>
              </a:rPr>
              <a:t>x</a:t>
            </a:r>
            <a:r>
              <a:rPr lang="en-US" altLang="zh-CN" sz="2800" b="1" baseline="-25000" dirty="0" err="1">
                <a:solidFill>
                  <a:srgbClr val="333300"/>
                </a:solidFill>
                <a:latin typeface="隶书" panose="02010509060101010101" pitchFamily="49" charset="-122"/>
              </a:rPr>
              <a:t>n</a:t>
            </a:r>
            <a:r>
              <a:rPr lang="en-US" altLang="zh-CN" sz="2800" b="1" dirty="0">
                <a:solidFill>
                  <a:srgbClr val="333300"/>
                </a:solidFill>
                <a:latin typeface="隶书" panose="02010509060101010101" pitchFamily="49" charset="-122"/>
              </a:rPr>
              <a:t>=r</a:t>
            </a:r>
            <a:r>
              <a:rPr lang="zh-CN" altLang="en-US" sz="2800" b="1" dirty="0">
                <a:solidFill>
                  <a:srgbClr val="333300"/>
                </a:solidFill>
                <a:latin typeface="隶书" panose="02010509060101010101" pitchFamily="49" charset="-122"/>
              </a:rPr>
              <a:t>的非负整数解的个数。其中</a:t>
            </a:r>
            <a:r>
              <a:rPr lang="en-US" altLang="zh-CN" sz="2800" b="1" dirty="0">
                <a:solidFill>
                  <a:srgbClr val="333300"/>
                </a:solidFill>
                <a:latin typeface="隶书" panose="02010509060101010101" pitchFamily="49" charset="-122"/>
              </a:rPr>
              <a:t>,</a:t>
            </a:r>
            <a:r>
              <a:rPr lang="en-US" altLang="zh-CN" sz="2800" b="1" dirty="0" err="1">
                <a:solidFill>
                  <a:srgbClr val="333300"/>
                </a:solidFill>
                <a:latin typeface="隶书" panose="02010509060101010101" pitchFamily="49" charset="-122"/>
              </a:rPr>
              <a:t>n,r</a:t>
            </a:r>
            <a:r>
              <a:rPr lang="zh-CN" altLang="en-US" sz="2800" b="1" dirty="0">
                <a:solidFill>
                  <a:srgbClr val="333300"/>
                </a:solidFill>
                <a:latin typeface="隶书" panose="02010509060101010101" pitchFamily="49" charset="-122"/>
              </a:rPr>
              <a:t>为正整数。 </a:t>
            </a:r>
          </a:p>
        </p:txBody>
      </p:sp>
      <p:sp>
        <p:nvSpPr>
          <p:cNvPr id="23555" name="Rectangle 3">
            <a:extLst>
              <a:ext uri="{FF2B5EF4-FFF2-40B4-BE49-F238E27FC236}">
                <a16:creationId xmlns:a16="http://schemas.microsoft.com/office/drawing/2014/main" id="{E23D84F1-6581-4093-B95C-54FFF1CC6890}"/>
              </a:ext>
            </a:extLst>
          </p:cNvPr>
          <p:cNvSpPr>
            <a:spLocks noGrp="1" noChangeArrowheads="1"/>
          </p:cNvSpPr>
          <p:nvPr>
            <p:ph idx="1"/>
          </p:nvPr>
        </p:nvSpPr>
        <p:spPr>
          <a:xfrm>
            <a:off x="992188" y="2133600"/>
            <a:ext cx="7612062" cy="3276600"/>
          </a:xfrm>
        </p:spPr>
        <p:txBody>
          <a:bodyPr/>
          <a:lstStyle/>
          <a:p>
            <a:pPr eaLnBrk="1" hangingPunct="1">
              <a:buFont typeface="Wingdings 2" panose="05020102010507070707" pitchFamily="18" charset="2"/>
              <a:buNone/>
            </a:pPr>
            <a:r>
              <a:rPr lang="zh-CN" altLang="en-US" sz="3200" b="1" dirty="0">
                <a:solidFill>
                  <a:srgbClr val="FF0000"/>
                </a:solidFill>
                <a:latin typeface="隶书" panose="02010509060101010101" pitchFamily="49" charset="-122"/>
                <a:ea typeface="隶书" panose="02010509060101010101" pitchFamily="49" charset="-122"/>
              </a:rPr>
              <a:t>解：</a:t>
            </a:r>
            <a:endParaRPr lang="en-US" altLang="zh-CN" sz="3200" b="1" dirty="0">
              <a:solidFill>
                <a:srgbClr val="FF0000"/>
              </a:solidFill>
              <a:latin typeface="隶书" panose="02010509060101010101" pitchFamily="49" charset="-122"/>
              <a:ea typeface="隶书" panose="02010509060101010101" pitchFamily="49" charset="-122"/>
            </a:endParaRPr>
          </a:p>
          <a:p>
            <a:pPr eaLnBrk="1" hangingPunct="1">
              <a:buFont typeface="Wingdings 2" panose="05020102010507070707" pitchFamily="18" charset="2"/>
              <a:buNone/>
            </a:pPr>
            <a:r>
              <a:rPr lang="zh-CN" altLang="en-US" sz="2800" dirty="0">
                <a:latin typeface="隶书" panose="02010509060101010101" pitchFamily="49" charset="-122"/>
                <a:ea typeface="隶书" panose="02010509060101010101" pitchFamily="49" charset="-122"/>
              </a:rPr>
              <a:t>  </a:t>
            </a:r>
            <a:r>
              <a:rPr lang="zh-CN" altLang="en-US" sz="2800" b="1" dirty="0">
                <a:latin typeface="隶书" panose="02010509060101010101" pitchFamily="49" charset="-122"/>
                <a:ea typeface="隶书" panose="02010509060101010101" pitchFamily="49" charset="-122"/>
              </a:rPr>
              <a:t>设</a:t>
            </a:r>
            <a:r>
              <a:rPr lang="en-US" altLang="zh-CN" sz="2800" b="1" dirty="0">
                <a:latin typeface="隶书" panose="02010509060101010101" pitchFamily="49" charset="-122"/>
                <a:ea typeface="隶书" panose="02010509060101010101" pitchFamily="49" charset="-122"/>
              </a:rPr>
              <a:t>b</a:t>
            </a:r>
            <a:r>
              <a:rPr lang="en-US" altLang="zh-CN" sz="2800" b="1" baseline="-25000" dirty="0">
                <a:latin typeface="隶书" panose="02010509060101010101" pitchFamily="49" charset="-122"/>
                <a:ea typeface="隶书" panose="02010509060101010101" pitchFamily="49" charset="-122"/>
              </a:rPr>
              <a:t>1</a:t>
            </a:r>
            <a:r>
              <a:rPr lang="en-US" altLang="zh-CN" sz="2800" b="1" dirty="0">
                <a:latin typeface="隶书" panose="02010509060101010101" pitchFamily="49" charset="-122"/>
                <a:ea typeface="隶书" panose="02010509060101010101" pitchFamily="49" charset="-122"/>
              </a:rPr>
              <a:t>,b</a:t>
            </a:r>
            <a:r>
              <a:rPr lang="en-US" altLang="zh-CN" sz="2800" b="1" baseline="-25000" dirty="0">
                <a:latin typeface="隶书" panose="02010509060101010101" pitchFamily="49" charset="-122"/>
                <a:ea typeface="隶书" panose="02010509060101010101" pitchFamily="49" charset="-122"/>
              </a:rPr>
              <a:t>2</a:t>
            </a:r>
            <a:r>
              <a:rPr lang="en-US" altLang="zh-CN" sz="2800" b="1" dirty="0">
                <a:latin typeface="隶书" panose="02010509060101010101" pitchFamily="49" charset="-122"/>
                <a:ea typeface="隶书" panose="02010509060101010101" pitchFamily="49" charset="-122"/>
              </a:rPr>
              <a:t>,…,b</a:t>
            </a:r>
            <a:r>
              <a:rPr lang="en-US" altLang="zh-CN" sz="2800" b="1" baseline="-25000" dirty="0">
                <a:latin typeface="隶书" panose="02010509060101010101" pitchFamily="49" charset="-122"/>
                <a:ea typeface="隶书" panose="02010509060101010101" pitchFamily="49" charset="-122"/>
              </a:rPr>
              <a:t>n</a:t>
            </a:r>
            <a:r>
              <a:rPr lang="zh-CN" altLang="en-US" sz="2800" b="1" dirty="0">
                <a:latin typeface="隶书" panose="02010509060101010101" pitchFamily="49" charset="-122"/>
                <a:ea typeface="隶书" panose="02010509060101010101" pitchFamily="49" charset="-122"/>
              </a:rPr>
              <a:t>为</a:t>
            </a:r>
            <a:r>
              <a:rPr lang="en-US" altLang="zh-CN" sz="2800" b="1" dirty="0">
                <a:latin typeface="隶书" panose="02010509060101010101" pitchFamily="49" charset="-122"/>
                <a:ea typeface="隶书" panose="02010509060101010101" pitchFamily="49" charset="-122"/>
              </a:rPr>
              <a:t>n</a:t>
            </a:r>
            <a:r>
              <a:rPr lang="zh-CN" altLang="en-US" sz="2800" b="1" dirty="0">
                <a:latin typeface="隶书" panose="02010509060101010101" pitchFamily="49" charset="-122"/>
                <a:ea typeface="隶书" panose="02010509060101010101" pitchFamily="49" charset="-122"/>
              </a:rPr>
              <a:t>个不同的元素，于是重集</a:t>
            </a:r>
            <a:r>
              <a:rPr lang="en-US" altLang="zh-CN" sz="2800" b="1" dirty="0">
                <a:latin typeface="隶书" panose="02010509060101010101" pitchFamily="49" charset="-122"/>
                <a:ea typeface="隶书" panose="02010509060101010101" pitchFamily="49" charset="-122"/>
              </a:rPr>
              <a:t>B=</a:t>
            </a:r>
            <a:r>
              <a:rPr lang="zh-CN" altLang="en-US" sz="2800" b="1" dirty="0">
                <a:latin typeface="隶书" panose="02010509060101010101" pitchFamily="49" charset="-122"/>
                <a:ea typeface="隶书" panose="02010509060101010101" pitchFamily="49" charset="-122"/>
              </a:rPr>
              <a:t>｛∞</a:t>
            </a:r>
            <a:r>
              <a:rPr lang="en-US" altLang="zh-CN" sz="2800" b="1" dirty="0">
                <a:latin typeface="隶书" panose="02010509060101010101" pitchFamily="49" charset="-122"/>
                <a:ea typeface="隶书" panose="02010509060101010101" pitchFamily="49" charset="-122"/>
              </a:rPr>
              <a:t>·b</a:t>
            </a:r>
            <a:r>
              <a:rPr lang="en-US" altLang="zh-CN" sz="2800" b="1" baseline="-25000" dirty="0">
                <a:latin typeface="隶书" panose="02010509060101010101" pitchFamily="49" charset="-122"/>
                <a:ea typeface="隶书" panose="02010509060101010101" pitchFamily="49" charset="-122"/>
              </a:rPr>
              <a:t>1</a:t>
            </a:r>
            <a:r>
              <a:rPr lang="en-US" altLang="zh-CN" sz="2800" b="1" dirty="0">
                <a:latin typeface="隶书" panose="02010509060101010101" pitchFamily="49" charset="-122"/>
                <a:ea typeface="隶书" panose="02010509060101010101" pitchFamily="49" charset="-122"/>
              </a:rPr>
              <a:t>,∞·b</a:t>
            </a:r>
            <a:r>
              <a:rPr lang="en-US" altLang="zh-CN" sz="2800" b="1" baseline="-25000" dirty="0">
                <a:latin typeface="隶书" panose="02010509060101010101" pitchFamily="49" charset="-122"/>
                <a:ea typeface="隶书" panose="02010509060101010101" pitchFamily="49" charset="-122"/>
              </a:rPr>
              <a:t>2</a:t>
            </a:r>
            <a:r>
              <a:rPr lang="en-US" altLang="zh-CN" sz="2800" b="1" dirty="0">
                <a:latin typeface="隶书" panose="02010509060101010101" pitchFamily="49" charset="-122"/>
                <a:ea typeface="隶书" panose="02010509060101010101" pitchFamily="49" charset="-122"/>
              </a:rPr>
              <a:t>,…,∞·b</a:t>
            </a:r>
            <a:r>
              <a:rPr lang="en-US" altLang="zh-CN" sz="2800" b="1" baseline="-25000" dirty="0">
                <a:latin typeface="隶书" panose="02010509060101010101" pitchFamily="49" charset="-122"/>
                <a:ea typeface="隶书" panose="02010509060101010101" pitchFamily="49" charset="-122"/>
              </a:rPr>
              <a:t>n</a:t>
            </a:r>
            <a:r>
              <a:rPr lang="zh-CN" altLang="en-US" sz="2800" b="1" dirty="0">
                <a:latin typeface="隶书" panose="02010509060101010101" pitchFamily="49" charset="-122"/>
                <a:ea typeface="隶书" panose="02010509060101010101" pitchFamily="49" charset="-122"/>
              </a:rPr>
              <a:t>｝的任何一个</a:t>
            </a:r>
            <a:r>
              <a:rPr lang="en-US" altLang="zh-CN" sz="2800" b="1" dirty="0">
                <a:latin typeface="隶书" panose="02010509060101010101" pitchFamily="49" charset="-122"/>
                <a:ea typeface="隶书" panose="02010509060101010101" pitchFamily="49" charset="-122"/>
              </a:rPr>
              <a:t>r</a:t>
            </a:r>
            <a:r>
              <a:rPr lang="en-US" altLang="zh-CN" sz="2800" b="1" baseline="30000" dirty="0">
                <a:latin typeface="隶书" panose="02010509060101010101" pitchFamily="49" charset="-122"/>
                <a:ea typeface="隶书" panose="02010509060101010101" pitchFamily="49" charset="-122"/>
              </a:rPr>
              <a:t>-</a:t>
            </a:r>
            <a:r>
              <a:rPr lang="zh-CN" altLang="en-US" sz="2800" b="1" dirty="0">
                <a:latin typeface="隶书" panose="02010509060101010101" pitchFamily="49" charset="-122"/>
                <a:ea typeface="隶书" panose="02010509060101010101" pitchFamily="49" charset="-122"/>
              </a:rPr>
              <a:t>组合都具有形式</a:t>
            </a:r>
            <a:r>
              <a:rPr lang="en-US" altLang="zh-CN" sz="2800" b="1" dirty="0">
                <a:latin typeface="隶书" panose="02010509060101010101" pitchFamily="49" charset="-122"/>
                <a:ea typeface="隶书" panose="02010509060101010101" pitchFamily="49" charset="-122"/>
              </a:rPr>
              <a:t>x</a:t>
            </a:r>
            <a:r>
              <a:rPr lang="en-US" altLang="zh-CN" sz="2800" b="1" baseline="-25000" dirty="0">
                <a:latin typeface="隶书" panose="02010509060101010101" pitchFamily="49" charset="-122"/>
                <a:ea typeface="隶书" panose="02010509060101010101" pitchFamily="49" charset="-122"/>
              </a:rPr>
              <a:t>1</a:t>
            </a:r>
            <a:r>
              <a:rPr lang="en-US" altLang="zh-CN" sz="2800" b="1" dirty="0">
                <a:latin typeface="隶书" panose="02010509060101010101" pitchFamily="49" charset="-122"/>
                <a:ea typeface="隶书" panose="02010509060101010101" pitchFamily="49" charset="-122"/>
              </a:rPr>
              <a:t>·b</a:t>
            </a:r>
            <a:r>
              <a:rPr lang="en-US" altLang="zh-CN" sz="2800" b="1" baseline="-25000" dirty="0">
                <a:latin typeface="隶书" panose="02010509060101010101" pitchFamily="49" charset="-122"/>
                <a:ea typeface="隶书" panose="02010509060101010101" pitchFamily="49" charset="-122"/>
              </a:rPr>
              <a:t>1</a:t>
            </a:r>
            <a:r>
              <a:rPr lang="en-US" altLang="zh-CN" sz="2800" b="1" dirty="0">
                <a:latin typeface="隶书" panose="02010509060101010101" pitchFamily="49" charset="-122"/>
                <a:ea typeface="隶书" panose="02010509060101010101" pitchFamily="49" charset="-122"/>
              </a:rPr>
              <a:t>,x</a:t>
            </a:r>
            <a:r>
              <a:rPr lang="en-US" altLang="zh-CN" sz="2800" b="1" baseline="-25000" dirty="0">
                <a:latin typeface="隶书" panose="02010509060101010101" pitchFamily="49" charset="-122"/>
                <a:ea typeface="隶书" panose="02010509060101010101" pitchFamily="49" charset="-122"/>
              </a:rPr>
              <a:t>2</a:t>
            </a:r>
            <a:r>
              <a:rPr lang="en-US" altLang="zh-CN" sz="2800" b="1" dirty="0">
                <a:latin typeface="隶书" panose="02010509060101010101" pitchFamily="49" charset="-122"/>
                <a:ea typeface="隶书" panose="02010509060101010101" pitchFamily="49" charset="-122"/>
              </a:rPr>
              <a:t>·b</a:t>
            </a:r>
            <a:r>
              <a:rPr lang="en-US" altLang="zh-CN" sz="2800" b="1" baseline="-25000" dirty="0">
                <a:latin typeface="隶书" panose="02010509060101010101" pitchFamily="49" charset="-122"/>
                <a:ea typeface="隶书" panose="02010509060101010101" pitchFamily="49" charset="-122"/>
              </a:rPr>
              <a:t>2</a:t>
            </a:r>
            <a:r>
              <a:rPr lang="en-US" altLang="zh-CN" sz="2800" b="1" dirty="0">
                <a:latin typeface="隶书" panose="02010509060101010101" pitchFamily="49" charset="-122"/>
                <a:ea typeface="隶书" panose="02010509060101010101" pitchFamily="49" charset="-122"/>
              </a:rPr>
              <a:t>,…,</a:t>
            </a:r>
            <a:r>
              <a:rPr lang="en-US" altLang="zh-CN" sz="2800" b="1" dirty="0" err="1">
                <a:latin typeface="隶书" panose="02010509060101010101" pitchFamily="49" charset="-122"/>
                <a:ea typeface="隶书" panose="02010509060101010101" pitchFamily="49" charset="-122"/>
              </a:rPr>
              <a:t>x</a:t>
            </a:r>
            <a:r>
              <a:rPr lang="en-US" altLang="zh-CN" sz="2800" b="1" baseline="-25000" dirty="0" err="1">
                <a:latin typeface="隶书" panose="02010509060101010101" pitchFamily="49" charset="-122"/>
                <a:ea typeface="隶书" panose="02010509060101010101" pitchFamily="49" charset="-122"/>
              </a:rPr>
              <a:t>n</a:t>
            </a:r>
            <a:r>
              <a:rPr lang="en-US" altLang="zh-CN" sz="2800" b="1" dirty="0" err="1">
                <a:latin typeface="隶书" panose="02010509060101010101" pitchFamily="49" charset="-122"/>
                <a:ea typeface="隶书" panose="02010509060101010101" pitchFamily="49" charset="-122"/>
              </a:rPr>
              <a:t>·b</a:t>
            </a:r>
            <a:r>
              <a:rPr lang="en-US" altLang="zh-CN" sz="2800" b="1" baseline="-25000" dirty="0" err="1">
                <a:latin typeface="隶书" panose="02010509060101010101" pitchFamily="49" charset="-122"/>
                <a:ea typeface="隶书" panose="02010509060101010101" pitchFamily="49" charset="-122"/>
              </a:rPr>
              <a:t>n</a:t>
            </a:r>
            <a:r>
              <a:rPr lang="zh-CN" altLang="en-US" sz="2800" b="1" dirty="0">
                <a:latin typeface="隶书" panose="02010509060101010101" pitchFamily="49" charset="-122"/>
                <a:ea typeface="隶书" panose="02010509060101010101" pitchFamily="49" charset="-122"/>
              </a:rPr>
              <a:t>｝，其中，</a:t>
            </a:r>
            <a:r>
              <a:rPr lang="en-US" altLang="zh-CN" sz="2800" b="1" dirty="0">
                <a:latin typeface="隶书" panose="02010509060101010101" pitchFamily="49" charset="-122"/>
                <a:ea typeface="隶书" panose="02010509060101010101" pitchFamily="49" charset="-122"/>
              </a:rPr>
              <a:t>x</a:t>
            </a:r>
            <a:r>
              <a:rPr lang="en-US" altLang="zh-CN" sz="2800" b="1" baseline="-25000" dirty="0">
                <a:latin typeface="隶书" panose="02010509060101010101" pitchFamily="49" charset="-122"/>
                <a:ea typeface="隶书" panose="02010509060101010101" pitchFamily="49" charset="-122"/>
              </a:rPr>
              <a:t>i</a:t>
            </a:r>
            <a:r>
              <a:rPr lang="en-US" altLang="zh-CN" sz="2800" b="1" dirty="0">
                <a:latin typeface="隶书" panose="02010509060101010101" pitchFamily="49" charset="-122"/>
                <a:ea typeface="隶书" panose="02010509060101010101" pitchFamily="49" charset="-122"/>
              </a:rPr>
              <a:t>(</a:t>
            </a:r>
            <a:r>
              <a:rPr lang="en-US" altLang="zh-CN" sz="2800" b="1" dirty="0" err="1">
                <a:latin typeface="隶书" panose="02010509060101010101" pitchFamily="49" charset="-122"/>
                <a:ea typeface="隶书" panose="02010509060101010101" pitchFamily="49" charset="-122"/>
              </a:rPr>
              <a:t>i</a:t>
            </a:r>
            <a:r>
              <a:rPr lang="en-US" altLang="zh-CN" sz="2800" b="1" dirty="0">
                <a:latin typeface="隶书" panose="02010509060101010101" pitchFamily="49" charset="-122"/>
                <a:ea typeface="隶书" panose="02010509060101010101" pitchFamily="49" charset="-122"/>
              </a:rPr>
              <a:t>=1,2,…,n)</a:t>
            </a:r>
            <a:r>
              <a:rPr lang="zh-CN" altLang="en-US" sz="2800" b="1" dirty="0">
                <a:latin typeface="隶书" panose="02010509060101010101" pitchFamily="49" charset="-122"/>
                <a:ea typeface="隶书" panose="02010509060101010101" pitchFamily="49" charset="-122"/>
              </a:rPr>
              <a:t>是非负整数且满足方程</a:t>
            </a:r>
            <a:endParaRPr lang="en-US" altLang="zh-CN" sz="2800" b="1" dirty="0">
              <a:latin typeface="隶书" panose="02010509060101010101" pitchFamily="49" charset="-122"/>
              <a:ea typeface="隶书" panose="02010509060101010101" pitchFamily="49" charset="-122"/>
            </a:endParaRPr>
          </a:p>
          <a:p>
            <a:pPr eaLnBrk="1" hangingPunct="1">
              <a:buFont typeface="Wingdings 2" panose="05020102010507070707" pitchFamily="18" charset="2"/>
              <a:buNone/>
            </a:pPr>
            <a:r>
              <a:rPr lang="en-US" altLang="zh-CN" sz="2800" b="1" dirty="0">
                <a:latin typeface="隶书" panose="02010509060101010101" pitchFamily="49" charset="-122"/>
                <a:ea typeface="隶书" panose="02010509060101010101" pitchFamily="49" charset="-122"/>
              </a:rPr>
              <a:t>             x</a:t>
            </a:r>
            <a:r>
              <a:rPr lang="en-US" altLang="zh-CN" sz="2800" b="1" baseline="-25000" dirty="0">
                <a:latin typeface="隶书" panose="02010509060101010101" pitchFamily="49" charset="-122"/>
                <a:ea typeface="隶书" panose="02010509060101010101" pitchFamily="49" charset="-122"/>
              </a:rPr>
              <a:t>1</a:t>
            </a:r>
            <a:r>
              <a:rPr lang="en-US" altLang="zh-CN" sz="2800" b="1" dirty="0">
                <a:latin typeface="隶书" panose="02010509060101010101" pitchFamily="49" charset="-122"/>
                <a:ea typeface="隶书" panose="02010509060101010101" pitchFamily="49" charset="-122"/>
              </a:rPr>
              <a:t>+x</a:t>
            </a:r>
            <a:r>
              <a:rPr lang="en-US" altLang="zh-CN" sz="2800" b="1" baseline="-25000" dirty="0">
                <a:latin typeface="隶书" panose="02010509060101010101" pitchFamily="49" charset="-122"/>
                <a:ea typeface="隶书" panose="02010509060101010101" pitchFamily="49" charset="-122"/>
              </a:rPr>
              <a:t>2</a:t>
            </a:r>
            <a:r>
              <a:rPr lang="en-US" altLang="zh-CN" sz="2800" b="1" dirty="0">
                <a:latin typeface="隶书" panose="02010509060101010101" pitchFamily="49" charset="-122"/>
                <a:ea typeface="隶书" panose="02010509060101010101" pitchFamily="49" charset="-122"/>
              </a:rPr>
              <a:t>+…+</a:t>
            </a:r>
            <a:r>
              <a:rPr lang="en-US" altLang="zh-CN" sz="2800" b="1" dirty="0" err="1">
                <a:latin typeface="隶书" panose="02010509060101010101" pitchFamily="49" charset="-122"/>
                <a:ea typeface="隶书" panose="02010509060101010101" pitchFamily="49" charset="-122"/>
              </a:rPr>
              <a:t>x</a:t>
            </a:r>
            <a:r>
              <a:rPr lang="en-US" altLang="zh-CN" sz="2800" b="1" baseline="-25000" dirty="0" err="1">
                <a:latin typeface="隶书" panose="02010509060101010101" pitchFamily="49" charset="-122"/>
                <a:ea typeface="隶书" panose="02010509060101010101" pitchFamily="49" charset="-122"/>
              </a:rPr>
              <a:t>n</a:t>
            </a:r>
            <a:r>
              <a:rPr lang="en-US" altLang="zh-CN" sz="2800" b="1" dirty="0">
                <a:latin typeface="隶书" panose="02010509060101010101" pitchFamily="49" charset="-122"/>
                <a:ea typeface="隶书" panose="02010509060101010101" pitchFamily="49" charset="-122"/>
              </a:rPr>
              <a:t>=r </a:t>
            </a:r>
          </a:p>
          <a:p>
            <a:pPr eaLnBrk="1" hangingPunct="1"/>
            <a:endParaRPr lang="en-US" altLang="zh-CN" sz="2800" b="1" dirty="0">
              <a:latin typeface="隶书" panose="02010509060101010101" pitchFamily="49" charset="-122"/>
              <a:ea typeface="隶书" panose="02010509060101010101" pitchFamily="49" charset="-122"/>
            </a:endParaRPr>
          </a:p>
        </p:txBody>
      </p:sp>
      <p:sp>
        <p:nvSpPr>
          <p:cNvPr id="4" name="Rectangle 2">
            <a:extLst>
              <a:ext uri="{FF2B5EF4-FFF2-40B4-BE49-F238E27FC236}">
                <a16:creationId xmlns:a16="http://schemas.microsoft.com/office/drawing/2014/main" id="{2C7FF598-6B06-43FD-81F4-B326844CCF43}"/>
              </a:ext>
            </a:extLst>
          </p:cNvPr>
          <p:cNvSpPr txBox="1">
            <a:spLocks noChangeArrowheads="1"/>
          </p:cNvSpPr>
          <p:nvPr/>
        </p:nvSpPr>
        <p:spPr>
          <a:xfrm>
            <a:off x="611188" y="188913"/>
            <a:ext cx="2643187" cy="914400"/>
          </a:xfrm>
          <a:prstGeom prst="rect">
            <a:avLst/>
          </a:prstGeom>
        </p:spPr>
        <p:txBody>
          <a:bodyPr lIns="0" rIns="0" bIns="0" anchor="b">
            <a:normAutofit/>
          </a:bodyPr>
          <a:lstStyle/>
          <a:p>
            <a:pPr fontAlgn="auto">
              <a:spcAft>
                <a:spcPts val="0"/>
              </a:spcAft>
              <a:defRPr/>
            </a:pPr>
            <a:r>
              <a:rPr kumimoji="0" lang="zh-CN" altLang="en-US" sz="5100" dirty="0">
                <a:solidFill>
                  <a:schemeClr val="tx2"/>
                </a:solidFill>
                <a:latin typeface="宋体" pitchFamily="2" charset="-122"/>
                <a:ea typeface="+mj-ea"/>
                <a:cs typeface="+mj-cs"/>
              </a:rPr>
              <a:t>例七</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animEffect transition="in" filter="blinds(horizontal)">
                                      <p:cBhvr>
                                        <p:cTn id="7" dur="500"/>
                                        <p:tgtEl>
                                          <p:spTgt spid="2355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3555">
                                            <p:txEl>
                                              <p:pRg st="1" end="1"/>
                                            </p:txEl>
                                          </p:spTgt>
                                        </p:tgtEl>
                                        <p:attrNameLst>
                                          <p:attrName>style.visibility</p:attrName>
                                        </p:attrNameLst>
                                      </p:cBhvr>
                                      <p:to>
                                        <p:strVal val="visible"/>
                                      </p:to>
                                    </p:set>
                                    <p:animEffect transition="in" filter="blinds(horizontal)">
                                      <p:cBhvr>
                                        <p:cTn id="12" dur="500"/>
                                        <p:tgtEl>
                                          <p:spTgt spid="2355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3555">
                                            <p:txEl>
                                              <p:pRg st="2" end="2"/>
                                            </p:txEl>
                                          </p:spTgt>
                                        </p:tgtEl>
                                        <p:attrNameLst>
                                          <p:attrName>style.visibility</p:attrName>
                                        </p:attrNameLst>
                                      </p:cBhvr>
                                      <p:to>
                                        <p:strVal val="visible"/>
                                      </p:to>
                                    </p:set>
                                    <p:animEffect transition="in" filter="blinds(horizontal)">
                                      <p:cBhvr>
                                        <p:cTn id="17" dur="500"/>
                                        <p:tgtEl>
                                          <p:spTgt spid="2355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build="p"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a:extLst>
              <a:ext uri="{FF2B5EF4-FFF2-40B4-BE49-F238E27FC236}">
                <a16:creationId xmlns:a16="http://schemas.microsoft.com/office/drawing/2014/main" id="{6E87BF43-9F3F-4B17-93C6-4D911A6F7F61}"/>
              </a:ext>
            </a:extLst>
          </p:cNvPr>
          <p:cNvSpPr>
            <a:spLocks noChangeArrowheads="1"/>
          </p:cNvSpPr>
          <p:nvPr/>
        </p:nvSpPr>
        <p:spPr bwMode="auto">
          <a:xfrm>
            <a:off x="908050" y="1143000"/>
            <a:ext cx="7696200" cy="2309813"/>
          </a:xfrm>
          <a:prstGeom prst="rect">
            <a:avLst/>
          </a:prstGeom>
          <a:noFill/>
          <a:ln w="12700" cap="sq">
            <a:noFill/>
            <a:miter lim="800000"/>
            <a:headEnd type="none" w="sm" len="sm"/>
            <a:tailEnd type="none" w="sm" len="sm"/>
          </a:ln>
        </p:spPr>
        <p:txBody>
          <a:bodyPr lIns="90000" tIns="46800" rIns="90000" bIns="46800">
            <a:spAutoFit/>
          </a:bodyPr>
          <a:lstStyle/>
          <a:p>
            <a:pPr>
              <a:lnSpc>
                <a:spcPct val="90000"/>
              </a:lnSpc>
              <a:spcBef>
                <a:spcPct val="20000"/>
              </a:spcBef>
              <a:buClr>
                <a:schemeClr val="tx2"/>
              </a:buClr>
              <a:defRPr/>
            </a:pPr>
            <a:r>
              <a:rPr lang="zh-CN" altLang="en-US" sz="3200" b="1" dirty="0">
                <a:latin typeface="+mn-ea"/>
                <a:ea typeface="+mn-ea"/>
              </a:rPr>
              <a:t>反之，对于每个满足方程</a:t>
            </a:r>
            <a:r>
              <a:rPr lang="en-US" altLang="zh-CN" sz="3200" b="1" dirty="0">
                <a:latin typeface="+mn-ea"/>
                <a:ea typeface="+mn-ea"/>
              </a:rPr>
              <a:t>x</a:t>
            </a:r>
            <a:r>
              <a:rPr lang="en-US" altLang="zh-CN" sz="3200" b="1" baseline="-25000" dirty="0">
                <a:latin typeface="+mn-ea"/>
                <a:ea typeface="+mn-ea"/>
              </a:rPr>
              <a:t>1</a:t>
            </a:r>
            <a:r>
              <a:rPr lang="en-US" altLang="zh-CN" sz="3200" b="1" dirty="0">
                <a:latin typeface="+mn-ea"/>
                <a:ea typeface="+mn-ea"/>
              </a:rPr>
              <a:t>+x</a:t>
            </a:r>
            <a:r>
              <a:rPr lang="en-US" altLang="zh-CN" sz="3200" b="1" baseline="-25000" dirty="0">
                <a:latin typeface="+mn-ea"/>
                <a:ea typeface="+mn-ea"/>
              </a:rPr>
              <a:t>2</a:t>
            </a:r>
            <a:r>
              <a:rPr lang="en-US" altLang="zh-CN" sz="3200" b="1" dirty="0">
                <a:latin typeface="+mn-ea"/>
                <a:ea typeface="+mn-ea"/>
              </a:rPr>
              <a:t>+…+</a:t>
            </a:r>
            <a:r>
              <a:rPr lang="en-US" altLang="zh-CN" sz="3200" b="1" dirty="0" err="1">
                <a:latin typeface="+mn-ea"/>
                <a:ea typeface="+mn-ea"/>
              </a:rPr>
              <a:t>x</a:t>
            </a:r>
            <a:r>
              <a:rPr lang="en-US" altLang="zh-CN" sz="3200" b="1" baseline="-25000" dirty="0" err="1">
                <a:latin typeface="+mn-ea"/>
                <a:ea typeface="+mn-ea"/>
              </a:rPr>
              <a:t>n</a:t>
            </a:r>
            <a:r>
              <a:rPr lang="en-US" altLang="zh-CN" sz="3200" b="1" dirty="0">
                <a:latin typeface="+mn-ea"/>
                <a:ea typeface="+mn-ea"/>
              </a:rPr>
              <a:t>=r</a:t>
            </a:r>
            <a:r>
              <a:rPr lang="zh-CN" altLang="en-US" sz="3200" b="1" dirty="0">
                <a:latin typeface="+mn-ea"/>
                <a:ea typeface="+mn-ea"/>
              </a:rPr>
              <a:t>的非负整数解</a:t>
            </a:r>
            <a:r>
              <a:rPr lang="en-US" altLang="zh-CN" sz="3200" b="1" dirty="0">
                <a:latin typeface="+mn-ea"/>
                <a:ea typeface="+mn-ea"/>
              </a:rPr>
              <a:t>x</a:t>
            </a:r>
            <a:r>
              <a:rPr lang="en-US" altLang="zh-CN" sz="3200" b="1" baseline="-25000" dirty="0">
                <a:latin typeface="+mn-ea"/>
                <a:ea typeface="+mn-ea"/>
              </a:rPr>
              <a:t>1</a:t>
            </a:r>
            <a:r>
              <a:rPr lang="zh-CN" altLang="en-US" sz="3200" b="1" dirty="0">
                <a:latin typeface="+mn-ea"/>
                <a:ea typeface="+mn-ea"/>
              </a:rPr>
              <a:t>，</a:t>
            </a:r>
            <a:r>
              <a:rPr lang="en-US" altLang="zh-CN" sz="3200" b="1" dirty="0">
                <a:latin typeface="+mn-ea"/>
                <a:ea typeface="+mn-ea"/>
              </a:rPr>
              <a:t>x</a:t>
            </a:r>
            <a:r>
              <a:rPr lang="en-US" altLang="zh-CN" sz="3200" b="1" baseline="-25000" dirty="0">
                <a:latin typeface="+mn-ea"/>
                <a:ea typeface="+mn-ea"/>
              </a:rPr>
              <a:t>2</a:t>
            </a:r>
            <a:r>
              <a:rPr lang="zh-CN" altLang="en-US" sz="3200" b="1" dirty="0">
                <a:latin typeface="+mn-ea"/>
                <a:ea typeface="+mn-ea"/>
              </a:rPr>
              <a:t>，</a:t>
            </a:r>
            <a:r>
              <a:rPr lang="en-US" altLang="zh-CN" sz="3200" b="1" dirty="0">
                <a:latin typeface="+mn-ea"/>
                <a:ea typeface="+mn-ea"/>
              </a:rPr>
              <a:t>…</a:t>
            </a:r>
            <a:r>
              <a:rPr lang="zh-CN" altLang="en-US" sz="3200" b="1" dirty="0">
                <a:latin typeface="+mn-ea"/>
                <a:ea typeface="+mn-ea"/>
              </a:rPr>
              <a:t>，</a:t>
            </a:r>
            <a:r>
              <a:rPr lang="en-US" altLang="zh-CN" sz="3200" b="1" dirty="0" err="1">
                <a:latin typeface="+mn-ea"/>
                <a:ea typeface="+mn-ea"/>
              </a:rPr>
              <a:t>x</a:t>
            </a:r>
            <a:r>
              <a:rPr lang="en-US" altLang="zh-CN" sz="3200" b="1" baseline="-25000" dirty="0" err="1">
                <a:latin typeface="+mn-ea"/>
                <a:ea typeface="+mn-ea"/>
              </a:rPr>
              <a:t>n</a:t>
            </a:r>
            <a:r>
              <a:rPr lang="zh-CN" altLang="en-US" sz="3200" b="1" dirty="0">
                <a:latin typeface="+mn-ea"/>
                <a:ea typeface="+mn-ea"/>
              </a:rPr>
              <a:t>都对应于重集</a:t>
            </a:r>
            <a:r>
              <a:rPr lang="en-US" altLang="zh-CN" sz="3200" b="1" dirty="0">
                <a:latin typeface="+mn-ea"/>
                <a:ea typeface="+mn-ea"/>
              </a:rPr>
              <a:t>B</a:t>
            </a:r>
            <a:r>
              <a:rPr lang="zh-CN" altLang="en-US" sz="3200" b="1" dirty="0">
                <a:latin typeface="+mn-ea"/>
                <a:ea typeface="+mn-ea"/>
              </a:rPr>
              <a:t>的一个</a:t>
            </a:r>
            <a:r>
              <a:rPr lang="en-US" altLang="zh-CN" sz="3200" b="1" dirty="0">
                <a:latin typeface="+mn-ea"/>
                <a:ea typeface="+mn-ea"/>
              </a:rPr>
              <a:t>r</a:t>
            </a:r>
            <a:r>
              <a:rPr lang="zh-CN" altLang="en-US" sz="3200" b="1" dirty="0">
                <a:latin typeface="+mn-ea"/>
                <a:ea typeface="+mn-ea"/>
              </a:rPr>
              <a:t>组合。于是，方程</a:t>
            </a:r>
            <a:r>
              <a:rPr lang="en-US" altLang="zh-CN" sz="3200" b="1" dirty="0">
                <a:latin typeface="+mn-ea"/>
                <a:ea typeface="+mn-ea"/>
              </a:rPr>
              <a:t>x</a:t>
            </a:r>
            <a:r>
              <a:rPr lang="en-US" altLang="zh-CN" sz="3200" b="1" baseline="-25000" dirty="0">
                <a:latin typeface="+mn-ea"/>
                <a:ea typeface="+mn-ea"/>
              </a:rPr>
              <a:t>1</a:t>
            </a:r>
            <a:r>
              <a:rPr lang="en-US" altLang="zh-CN" sz="3200" b="1" dirty="0">
                <a:latin typeface="+mn-ea"/>
                <a:ea typeface="+mn-ea"/>
              </a:rPr>
              <a:t>+x</a:t>
            </a:r>
            <a:r>
              <a:rPr lang="en-US" altLang="zh-CN" sz="3200" b="1" baseline="-25000" dirty="0">
                <a:latin typeface="+mn-ea"/>
                <a:ea typeface="+mn-ea"/>
              </a:rPr>
              <a:t>2</a:t>
            </a:r>
            <a:r>
              <a:rPr lang="en-US" altLang="zh-CN" sz="3200" b="1" dirty="0">
                <a:latin typeface="+mn-ea"/>
                <a:ea typeface="+mn-ea"/>
              </a:rPr>
              <a:t>+…+</a:t>
            </a:r>
            <a:r>
              <a:rPr lang="en-US" altLang="zh-CN" sz="3200" b="1" dirty="0" err="1">
                <a:latin typeface="+mn-ea"/>
                <a:ea typeface="+mn-ea"/>
              </a:rPr>
              <a:t>x</a:t>
            </a:r>
            <a:r>
              <a:rPr lang="en-US" altLang="zh-CN" sz="3200" b="1" baseline="-25000" dirty="0" err="1">
                <a:latin typeface="+mn-ea"/>
                <a:ea typeface="+mn-ea"/>
              </a:rPr>
              <a:t>n</a:t>
            </a:r>
            <a:r>
              <a:rPr lang="en-US" altLang="zh-CN" sz="3200" b="1" dirty="0">
                <a:latin typeface="+mn-ea"/>
                <a:ea typeface="+mn-ea"/>
              </a:rPr>
              <a:t>=r</a:t>
            </a:r>
            <a:r>
              <a:rPr lang="zh-CN" altLang="en-US" sz="3200" b="1" dirty="0">
                <a:latin typeface="+mn-ea"/>
                <a:ea typeface="+mn-ea"/>
              </a:rPr>
              <a:t>的非负整数解的个数就等于重集</a:t>
            </a:r>
            <a:r>
              <a:rPr lang="en-US" altLang="zh-CN" sz="3200" b="1" dirty="0">
                <a:latin typeface="+mn-ea"/>
                <a:ea typeface="+mn-ea"/>
              </a:rPr>
              <a:t>B</a:t>
            </a:r>
            <a:r>
              <a:rPr lang="zh-CN" altLang="en-US" sz="3200" b="1" dirty="0">
                <a:latin typeface="+mn-ea"/>
                <a:ea typeface="+mn-ea"/>
              </a:rPr>
              <a:t>的</a:t>
            </a:r>
            <a:r>
              <a:rPr lang="en-US" altLang="zh-CN" sz="3200" b="1" dirty="0">
                <a:latin typeface="+mn-ea"/>
                <a:ea typeface="+mn-ea"/>
              </a:rPr>
              <a:t>r—</a:t>
            </a:r>
            <a:r>
              <a:rPr lang="zh-CN" altLang="en-US" sz="3200" b="1" dirty="0">
                <a:latin typeface="+mn-ea"/>
                <a:ea typeface="+mn-ea"/>
              </a:rPr>
              <a:t>组合数。</a:t>
            </a:r>
          </a:p>
        </p:txBody>
      </p:sp>
      <p:graphicFrame>
        <p:nvGraphicFramePr>
          <p:cNvPr id="5122" name="Object 0">
            <a:extLst>
              <a:ext uri="{FF2B5EF4-FFF2-40B4-BE49-F238E27FC236}">
                <a16:creationId xmlns:a16="http://schemas.microsoft.com/office/drawing/2014/main" id="{12B64D5E-E028-4AD0-AC87-C80E14E697FE}"/>
              </a:ext>
            </a:extLst>
          </p:cNvPr>
          <p:cNvGraphicFramePr>
            <a:graphicFrameLocks noChangeAspect="1"/>
          </p:cNvGraphicFramePr>
          <p:nvPr/>
        </p:nvGraphicFramePr>
        <p:xfrm>
          <a:off x="2111375" y="3929063"/>
          <a:ext cx="4046538" cy="1485900"/>
        </p:xfrm>
        <a:graphic>
          <a:graphicData uri="http://schemas.openxmlformats.org/presentationml/2006/ole">
            <mc:AlternateContent xmlns:mc="http://schemas.openxmlformats.org/markup-compatibility/2006">
              <mc:Choice xmlns:v="urn:schemas-microsoft-com:vml" Requires="v">
                <p:oleObj name="Equation" r:id="rId2" imgW="1244520" imgH="457200" progId="Equation.3">
                  <p:embed/>
                </p:oleObj>
              </mc:Choice>
              <mc:Fallback>
                <p:oleObj name="Equation" r:id="rId2" imgW="1244520" imgH="457200" progId="Equation.3">
                  <p:embed/>
                  <p:pic>
                    <p:nvPicPr>
                      <p:cNvPr id="5122" name="Object 0">
                        <a:extLst>
                          <a:ext uri="{FF2B5EF4-FFF2-40B4-BE49-F238E27FC236}">
                            <a16:creationId xmlns:a16="http://schemas.microsoft.com/office/drawing/2014/main" id="{12B64D5E-E028-4AD0-AC87-C80E14E697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11375" y="3929063"/>
                        <a:ext cx="4046538" cy="148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 name="Rectangle 2">
            <a:extLst>
              <a:ext uri="{FF2B5EF4-FFF2-40B4-BE49-F238E27FC236}">
                <a16:creationId xmlns:a16="http://schemas.microsoft.com/office/drawing/2014/main" id="{33703E6B-F404-4557-8148-F5DD0C206684}"/>
              </a:ext>
            </a:extLst>
          </p:cNvPr>
          <p:cNvSpPr txBox="1">
            <a:spLocks noChangeArrowheads="1"/>
          </p:cNvSpPr>
          <p:nvPr/>
        </p:nvSpPr>
        <p:spPr>
          <a:xfrm>
            <a:off x="611188" y="188913"/>
            <a:ext cx="2643187" cy="914400"/>
          </a:xfrm>
          <a:prstGeom prst="rect">
            <a:avLst/>
          </a:prstGeom>
        </p:spPr>
        <p:txBody>
          <a:bodyPr lIns="0" rIns="0" bIns="0" anchor="b">
            <a:normAutofit/>
          </a:bodyPr>
          <a:lstStyle/>
          <a:p>
            <a:pPr fontAlgn="auto">
              <a:spcAft>
                <a:spcPts val="0"/>
              </a:spcAft>
              <a:defRPr/>
            </a:pPr>
            <a:r>
              <a:rPr kumimoji="0" lang="zh-CN" altLang="en-US" sz="5100" dirty="0">
                <a:solidFill>
                  <a:schemeClr val="tx2"/>
                </a:solidFill>
                <a:latin typeface="宋体" pitchFamily="2" charset="-122"/>
                <a:ea typeface="+mj-ea"/>
                <a:cs typeface="+mj-cs"/>
              </a:rPr>
              <a:t>例七</a:t>
            </a:r>
          </a:p>
        </p:txBody>
      </p:sp>
    </p:spTree>
  </p:cSld>
  <p:clrMapOvr>
    <a:masterClrMapping/>
  </p:clrMapOvr>
  <p:transition>
    <p:random/>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E238A9EB-4991-4079-99CF-C2C51827D655}"/>
              </a:ext>
            </a:extLst>
          </p:cNvPr>
          <p:cNvSpPr>
            <a:spLocks noChangeArrowheads="1"/>
          </p:cNvSpPr>
          <p:nvPr/>
        </p:nvSpPr>
        <p:spPr bwMode="auto">
          <a:xfrm>
            <a:off x="684213" y="692150"/>
            <a:ext cx="7848600" cy="42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endParaRPr kumimoji="1" lang="en-US" altLang="zh-CN" sz="4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tabLst/>
              <a:defRPr/>
            </a:pPr>
            <a:endParaRPr kumimoji="1" lang="en-US" altLang="zh-CN" sz="4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1" lang="zh-CN" altLang="en-US" sz="32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定理</a:t>
            </a:r>
            <a:r>
              <a:rPr kumimoji="1" lang="en-US" altLang="zh-CN" sz="32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1.7</a:t>
            </a:r>
            <a:r>
              <a:rPr kumimoji="1" lang="en-US" altLang="zh-CN" sz="32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a:t>
            </a:r>
            <a:r>
              <a:rPr kumimoji="1" lang="zh-CN" altLang="en-US" sz="32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二项式定理</a:t>
            </a:r>
            <a:r>
              <a:rPr kumimoji="1" lang="en-US" altLang="zh-CN" sz="32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a:t>
            </a:r>
          </a:p>
          <a:p>
            <a:pPr marL="0" marR="0" lvl="0" indent="0" algn="just" defTabSz="914400" rtl="0" eaLnBrk="0" fontAlgn="base" latinLnBrk="0" hangingPunct="0">
              <a:lnSpc>
                <a:spcPct val="100000"/>
              </a:lnSpc>
              <a:spcBef>
                <a:spcPct val="0"/>
              </a:spcBef>
              <a:spcAft>
                <a:spcPct val="0"/>
              </a:spcAft>
              <a:buClrTx/>
              <a:buSzTx/>
              <a:buFontTx/>
              <a:buNone/>
              <a:tabLst/>
              <a:defRPr/>
            </a:pPr>
            <a:endParaRPr kumimoji="1" lang="en-US" altLang="zh-CN" sz="32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1" lang="zh-CN" altLang="en-US" sz="32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当</a:t>
            </a:r>
            <a:r>
              <a:rPr kumimoji="1" lang="en-US" altLang="zh-CN" sz="32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n</a:t>
            </a:r>
            <a:r>
              <a:rPr kumimoji="1" lang="zh-CN" altLang="en-US" sz="32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是一个正整数时对任何</a:t>
            </a:r>
            <a:r>
              <a:rPr kumimoji="1" lang="en-US" altLang="zh-CN" sz="32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x</a:t>
            </a:r>
            <a:r>
              <a:rPr kumimoji="1" lang="zh-CN" altLang="en-US" sz="32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和</a:t>
            </a:r>
            <a:r>
              <a:rPr kumimoji="1" lang="en-US" altLang="zh-CN" sz="32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y</a:t>
            </a:r>
            <a:r>
              <a:rPr kumimoji="1" lang="zh-CN" altLang="en-US" sz="32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，有</a:t>
            </a:r>
          </a:p>
          <a:p>
            <a:pPr marL="0" marR="0" lvl="0" indent="0" algn="just" defTabSz="914400" rtl="0" eaLnBrk="0" fontAlgn="base" latinLnBrk="0" hangingPunct="0">
              <a:lnSpc>
                <a:spcPct val="100000"/>
              </a:lnSpc>
              <a:spcBef>
                <a:spcPct val="0"/>
              </a:spcBef>
              <a:spcAft>
                <a:spcPct val="0"/>
              </a:spcAft>
              <a:buClrTx/>
              <a:buSzTx/>
              <a:buFontTx/>
              <a:buNone/>
              <a:tabLst/>
              <a:defRPr/>
            </a:pPr>
            <a:r>
              <a:rPr kumimoji="1" lang="zh-CN" altLang="en-US" sz="32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                                                        </a:t>
            </a:r>
          </a:p>
          <a:p>
            <a:pPr marL="0" marR="0" lvl="0" indent="0" algn="just" defTabSz="914400" rtl="0" eaLnBrk="0" fontAlgn="base" latinLnBrk="0" hangingPunct="0">
              <a:lnSpc>
                <a:spcPct val="100000"/>
              </a:lnSpc>
              <a:spcBef>
                <a:spcPct val="0"/>
              </a:spcBef>
              <a:spcAft>
                <a:spcPct val="0"/>
              </a:spcAft>
              <a:buClrTx/>
              <a:buSzTx/>
              <a:buFontTx/>
              <a:buNone/>
              <a:tabLst/>
              <a:defRPr/>
            </a:pPr>
            <a:r>
              <a:rPr kumimoji="1" lang="zh-CN" altLang="en-US" sz="32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                                                            </a:t>
            </a:r>
            <a:r>
              <a:rPr kumimoji="1" lang="en-US" altLang="zh-CN" sz="32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(1.12)</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altLang="zh-CN" sz="32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graphicFrame>
        <p:nvGraphicFramePr>
          <p:cNvPr id="1026" name="Object 5">
            <a:extLst>
              <a:ext uri="{FF2B5EF4-FFF2-40B4-BE49-F238E27FC236}">
                <a16:creationId xmlns:a16="http://schemas.microsoft.com/office/drawing/2014/main" id="{7C6EE239-A3A5-4E92-9C77-42CA636E93F9}"/>
              </a:ext>
            </a:extLst>
          </p:cNvPr>
          <p:cNvGraphicFramePr>
            <a:graphicFrameLocks noChangeAspect="1"/>
          </p:cNvGraphicFramePr>
          <p:nvPr/>
        </p:nvGraphicFramePr>
        <p:xfrm>
          <a:off x="4527550" y="3333750"/>
          <a:ext cx="88900" cy="190500"/>
        </p:xfrm>
        <a:graphic>
          <a:graphicData uri="http://schemas.openxmlformats.org/presentationml/2006/ole">
            <mc:AlternateContent xmlns:mc="http://schemas.openxmlformats.org/markup-compatibility/2006">
              <mc:Choice xmlns:v="urn:schemas-microsoft-com:vml" Requires="v">
                <p:oleObj name="Equation" r:id="rId2" imgW="88560" imgH="190440" progId="Equation.3">
                  <p:embed/>
                </p:oleObj>
              </mc:Choice>
              <mc:Fallback>
                <p:oleObj name="Equation" r:id="rId2" imgW="88560" imgH="190440" progId="Equation.3">
                  <p:embed/>
                  <p:pic>
                    <p:nvPicPr>
                      <p:cNvPr id="1026" name="Object 5">
                        <a:extLst>
                          <a:ext uri="{FF2B5EF4-FFF2-40B4-BE49-F238E27FC236}">
                            <a16:creationId xmlns:a16="http://schemas.microsoft.com/office/drawing/2014/main" id="{7C6EE239-A3A5-4E92-9C77-42CA636E93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27550" y="3333750"/>
                        <a:ext cx="88900" cy="190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7" name="Object 7">
            <a:extLst>
              <a:ext uri="{FF2B5EF4-FFF2-40B4-BE49-F238E27FC236}">
                <a16:creationId xmlns:a16="http://schemas.microsoft.com/office/drawing/2014/main" id="{2E164DD3-9E21-4C7B-AEE1-42FCF638A821}"/>
              </a:ext>
            </a:extLst>
          </p:cNvPr>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name="Equation" r:id="rId4" imgW="114120" imgH="215640" progId="Equation.3">
                  <p:embed/>
                </p:oleObj>
              </mc:Choice>
              <mc:Fallback>
                <p:oleObj name="Equation" r:id="rId4" imgW="114120" imgH="215640" progId="Equation.3">
                  <p:embed/>
                  <p:pic>
                    <p:nvPicPr>
                      <p:cNvPr id="1027" name="Object 7">
                        <a:extLst>
                          <a:ext uri="{FF2B5EF4-FFF2-40B4-BE49-F238E27FC236}">
                            <a16:creationId xmlns:a16="http://schemas.microsoft.com/office/drawing/2014/main" id="{2E164DD3-9E21-4C7B-AEE1-42FCF638A82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8" name="Object 9">
            <a:extLst>
              <a:ext uri="{FF2B5EF4-FFF2-40B4-BE49-F238E27FC236}">
                <a16:creationId xmlns:a16="http://schemas.microsoft.com/office/drawing/2014/main" id="{E734F622-7DC1-4A77-AD49-E60A59EEFE3E}"/>
              </a:ext>
            </a:extLst>
          </p:cNvPr>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name="Equation" r:id="rId6" imgW="114120" imgH="215640" progId="Equation.3">
                  <p:embed/>
                </p:oleObj>
              </mc:Choice>
              <mc:Fallback>
                <p:oleObj name="Equation" r:id="rId6" imgW="114120" imgH="215640" progId="Equation.3">
                  <p:embed/>
                  <p:pic>
                    <p:nvPicPr>
                      <p:cNvPr id="1028" name="Object 9">
                        <a:extLst>
                          <a:ext uri="{FF2B5EF4-FFF2-40B4-BE49-F238E27FC236}">
                            <a16:creationId xmlns:a16="http://schemas.microsoft.com/office/drawing/2014/main" id="{E734F622-7DC1-4A77-AD49-E60A59EEFE3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64" name="WordArt 16" descr="纸袋">
            <a:extLst>
              <a:ext uri="{FF2B5EF4-FFF2-40B4-BE49-F238E27FC236}">
                <a16:creationId xmlns:a16="http://schemas.microsoft.com/office/drawing/2014/main" id="{231F9B74-B75E-4A18-942D-6122F233194D}"/>
              </a:ext>
            </a:extLst>
          </p:cNvPr>
          <p:cNvSpPr>
            <a:spLocks noChangeArrowheads="1" noChangeShapeType="1" noTextEdit="1"/>
          </p:cNvSpPr>
          <p:nvPr/>
        </p:nvSpPr>
        <p:spPr bwMode="auto">
          <a:xfrm>
            <a:off x="611560" y="620688"/>
            <a:ext cx="4246240" cy="985664"/>
          </a:xfrm>
          <a:prstGeom prst="rect">
            <a:avLst/>
          </a:prstGeom>
        </p:spPr>
        <p:txBody>
          <a:bodyPr wrap="none" fromWordArt="1">
            <a:prstTxWarp prst="textPlain">
              <a:avLst>
                <a:gd name="adj" fmla="val 50000"/>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600" b="0" i="0" u="none" strike="noStrike" kern="10" cap="none" spc="0" normalizeH="0" baseline="0" noProof="0" dirty="0">
                <a:ln w="9525">
                  <a:solidFill>
                    <a:srgbClr val="008000"/>
                  </a:solidFill>
                  <a:round/>
                  <a:headEnd/>
                  <a:tailEnd/>
                </a:ln>
                <a:blipFill dpi="0" rotWithShape="0">
                  <a:blip r:embed="rId7"/>
                  <a:srcRect/>
                  <a:tile tx="0" ty="0" sx="100000" sy="100000" flip="none" algn="tl"/>
                </a:blipFill>
                <a:effectLst/>
                <a:uLnTx/>
                <a:uFillTx/>
                <a:latin typeface="宋体"/>
                <a:ea typeface="宋体"/>
                <a:cs typeface="+mn-cs"/>
              </a:rPr>
              <a:t>§1.4 </a:t>
            </a:r>
            <a:r>
              <a:rPr kumimoji="1" lang="zh-CN" altLang="en-US" sz="3600" b="0" i="0" u="none" strike="noStrike" kern="10" cap="none" spc="0" normalizeH="0" baseline="0" noProof="0" dirty="0">
                <a:ln w="9525">
                  <a:solidFill>
                    <a:srgbClr val="008000"/>
                  </a:solidFill>
                  <a:round/>
                  <a:headEnd/>
                  <a:tailEnd/>
                </a:ln>
                <a:blipFill dpi="0" rotWithShape="0">
                  <a:blip r:embed="rId7"/>
                  <a:srcRect/>
                  <a:tile tx="0" ty="0" sx="100000" sy="100000" flip="none" algn="tl"/>
                </a:blipFill>
                <a:effectLst/>
                <a:uLnTx/>
                <a:uFillTx/>
                <a:latin typeface="宋体"/>
                <a:ea typeface="宋体"/>
                <a:cs typeface="+mn-cs"/>
              </a:rPr>
              <a:t>二项式定理 </a:t>
            </a:r>
          </a:p>
        </p:txBody>
      </p:sp>
      <p:graphicFrame>
        <p:nvGraphicFramePr>
          <p:cNvPr id="15" name="Object 5">
            <a:extLst>
              <a:ext uri="{FF2B5EF4-FFF2-40B4-BE49-F238E27FC236}">
                <a16:creationId xmlns:a16="http://schemas.microsoft.com/office/drawing/2014/main" id="{2083E9D3-220D-4311-B102-BB67ED90A302}"/>
              </a:ext>
            </a:extLst>
          </p:cNvPr>
          <p:cNvGraphicFramePr>
            <a:graphicFrameLocks noChangeAspect="1"/>
          </p:cNvGraphicFramePr>
          <p:nvPr/>
        </p:nvGraphicFramePr>
        <p:xfrm>
          <a:off x="1357313" y="3714750"/>
          <a:ext cx="4714875" cy="1479550"/>
        </p:xfrm>
        <a:graphic>
          <a:graphicData uri="http://schemas.openxmlformats.org/presentationml/2006/ole">
            <mc:AlternateContent xmlns:mc="http://schemas.openxmlformats.org/markup-compatibility/2006">
              <mc:Choice xmlns:v="urn:schemas-microsoft-com:vml" Requires="v">
                <p:oleObj name="公式" r:id="rId8" imgW="1460160" imgH="457200" progId="Equation.3">
                  <p:embed/>
                </p:oleObj>
              </mc:Choice>
              <mc:Fallback>
                <p:oleObj name="公式" r:id="rId8" imgW="1460160" imgH="457200" progId="Equation.3">
                  <p:embed/>
                  <p:pic>
                    <p:nvPicPr>
                      <p:cNvPr id="15" name="Object 5">
                        <a:extLst>
                          <a:ext uri="{FF2B5EF4-FFF2-40B4-BE49-F238E27FC236}">
                            <a16:creationId xmlns:a16="http://schemas.microsoft.com/office/drawing/2014/main" id="{2083E9D3-220D-4311-B102-BB67ED90A30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57313" y="3714750"/>
                        <a:ext cx="4714875" cy="1479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box(in)">
                                      <p:cBhvr>
                                        <p:cTn id="7" dur="500"/>
                                        <p:tgtEl>
                                          <p:spTgt spid="205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checkerboard(across)">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0" grpId="0"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5E7A3DFD-6C44-4188-B9B5-104E9AEB9360}"/>
              </a:ext>
            </a:extLst>
          </p:cNvPr>
          <p:cNvSpPr>
            <a:spLocks noGrp="1" noChangeArrowheads="1"/>
          </p:cNvSpPr>
          <p:nvPr>
            <p:ph type="title"/>
          </p:nvPr>
        </p:nvSpPr>
        <p:spPr>
          <a:xfrm>
            <a:off x="683568" y="764704"/>
            <a:ext cx="7620000" cy="5105400"/>
          </a:xfrm>
        </p:spPr>
        <p:txBody>
          <a:bodyPr/>
          <a:lstStyle/>
          <a:p>
            <a:pPr eaLnBrk="1" fontAlgn="auto" hangingPunct="1">
              <a:spcAft>
                <a:spcPts val="0"/>
              </a:spcAft>
              <a:defRPr/>
            </a:pPr>
            <a:r>
              <a:rPr lang="en-US" altLang="zh-CN" sz="3200" dirty="0">
                <a:solidFill>
                  <a:schemeClr val="tx1"/>
                </a:solidFill>
                <a:latin typeface="宋体" pitchFamily="2" charset="-122"/>
              </a:rPr>
              <a:t>      </a:t>
            </a:r>
            <a:br>
              <a:rPr lang="en-US" altLang="zh-CN" sz="3200" dirty="0">
                <a:solidFill>
                  <a:schemeClr val="tx1"/>
                </a:solidFill>
                <a:latin typeface="宋体" pitchFamily="2" charset="-122"/>
              </a:rPr>
            </a:br>
            <a:r>
              <a:rPr lang="zh-CN" altLang="en-US" sz="2800" b="0" dirty="0">
                <a:solidFill>
                  <a:schemeClr val="tx1"/>
                </a:solidFill>
                <a:effectLst/>
                <a:latin typeface="宋体" pitchFamily="2" charset="-122"/>
                <a:ea typeface="宋体" pitchFamily="2" charset="-122"/>
              </a:rPr>
              <a:t>在这</a:t>
            </a:r>
            <a:r>
              <a:rPr lang="en-US" altLang="zh-CN" sz="2800" b="0" dirty="0">
                <a:solidFill>
                  <a:schemeClr val="tx1"/>
                </a:solidFill>
                <a:effectLst/>
                <a:latin typeface="宋体" pitchFamily="2" charset="-122"/>
                <a:ea typeface="宋体" pitchFamily="2" charset="-122"/>
              </a:rPr>
              <a:t>n</a:t>
            </a:r>
            <a:r>
              <a:rPr lang="zh-CN" altLang="en-US" sz="2800" b="0" dirty="0">
                <a:solidFill>
                  <a:schemeClr val="tx1"/>
                </a:solidFill>
                <a:effectLst/>
                <a:latin typeface="宋体" pitchFamily="2" charset="-122"/>
                <a:ea typeface="宋体" pitchFamily="2" charset="-122"/>
              </a:rPr>
              <a:t>个因子中，项       是从</a:t>
            </a:r>
            <a:r>
              <a:rPr lang="en-US" altLang="zh-CN" sz="2800" b="0" dirty="0">
                <a:solidFill>
                  <a:schemeClr val="tx1"/>
                </a:solidFill>
                <a:effectLst/>
                <a:latin typeface="宋体" pitchFamily="2" charset="-122"/>
                <a:ea typeface="宋体" pitchFamily="2" charset="-122"/>
              </a:rPr>
              <a:t>n</a:t>
            </a:r>
            <a:r>
              <a:rPr lang="zh-CN" altLang="en-US" sz="2800" b="0" dirty="0">
                <a:solidFill>
                  <a:schemeClr val="tx1"/>
                </a:solidFill>
                <a:effectLst/>
                <a:latin typeface="宋体" pitchFamily="2" charset="-122"/>
                <a:ea typeface="宋体" pitchFamily="2" charset="-122"/>
              </a:rPr>
              <a:t>个因子</a:t>
            </a:r>
            <a:r>
              <a:rPr lang="en-US" altLang="zh-CN" sz="2800" b="0" dirty="0">
                <a:solidFill>
                  <a:schemeClr val="tx1"/>
                </a:solidFill>
                <a:effectLst/>
                <a:latin typeface="宋体" pitchFamily="2" charset="-122"/>
                <a:ea typeface="宋体" pitchFamily="2" charset="-122"/>
              </a:rPr>
              <a:t>(</a:t>
            </a:r>
            <a:r>
              <a:rPr lang="en-US" altLang="zh-CN" sz="2800" b="0" dirty="0" err="1">
                <a:solidFill>
                  <a:schemeClr val="tx1"/>
                </a:solidFill>
                <a:effectLst/>
                <a:latin typeface="宋体" pitchFamily="2" charset="-122"/>
                <a:ea typeface="宋体" pitchFamily="2" charset="-122"/>
              </a:rPr>
              <a:t>x+y</a:t>
            </a:r>
            <a:r>
              <a:rPr lang="en-US" altLang="zh-CN" sz="2800" b="0" dirty="0">
                <a:solidFill>
                  <a:schemeClr val="tx1"/>
                </a:solidFill>
                <a:effectLst/>
                <a:latin typeface="宋体" pitchFamily="2" charset="-122"/>
                <a:ea typeface="宋体" pitchFamily="2" charset="-122"/>
              </a:rPr>
              <a:t>)</a:t>
            </a:r>
            <a:r>
              <a:rPr lang="zh-CN" altLang="en-US" sz="2800" b="0" dirty="0">
                <a:solidFill>
                  <a:schemeClr val="tx1"/>
                </a:solidFill>
                <a:effectLst/>
                <a:latin typeface="宋体" pitchFamily="2" charset="-122"/>
                <a:ea typeface="宋体" pitchFamily="2" charset="-122"/>
              </a:rPr>
              <a:t>中选取</a:t>
            </a:r>
            <a:r>
              <a:rPr lang="en-US" altLang="zh-CN" sz="2800" b="0" dirty="0">
                <a:solidFill>
                  <a:schemeClr val="tx1"/>
                </a:solidFill>
                <a:effectLst/>
                <a:latin typeface="宋体" pitchFamily="2" charset="-122"/>
                <a:ea typeface="宋体" pitchFamily="2" charset="-122"/>
              </a:rPr>
              <a:t>k</a:t>
            </a:r>
            <a:r>
              <a:rPr lang="zh-CN" altLang="en-US" sz="2800" b="0" dirty="0">
                <a:solidFill>
                  <a:schemeClr val="tx1"/>
                </a:solidFill>
                <a:effectLst/>
                <a:latin typeface="宋体" pitchFamily="2" charset="-122"/>
                <a:ea typeface="宋体" pitchFamily="2" charset="-122"/>
              </a:rPr>
              <a:t>个因子</a:t>
            </a:r>
            <a:r>
              <a:rPr lang="en-US" altLang="zh-CN" sz="2800" b="0" dirty="0">
                <a:solidFill>
                  <a:schemeClr val="tx1"/>
                </a:solidFill>
                <a:effectLst/>
                <a:latin typeface="宋体" pitchFamily="2" charset="-122"/>
                <a:ea typeface="宋体" pitchFamily="2" charset="-122"/>
              </a:rPr>
              <a:t>(</a:t>
            </a:r>
            <a:r>
              <a:rPr lang="en-US" altLang="zh-CN" sz="2800" b="0" dirty="0" err="1">
                <a:solidFill>
                  <a:schemeClr val="tx1"/>
                </a:solidFill>
                <a:effectLst/>
                <a:latin typeface="宋体" pitchFamily="2" charset="-122"/>
                <a:ea typeface="宋体" pitchFamily="2" charset="-122"/>
              </a:rPr>
              <a:t>x+y</a:t>
            </a:r>
            <a:r>
              <a:rPr lang="en-US" altLang="zh-CN" sz="2800" b="0" dirty="0">
                <a:solidFill>
                  <a:schemeClr val="tx1"/>
                </a:solidFill>
                <a:effectLst/>
                <a:latin typeface="宋体" pitchFamily="2" charset="-122"/>
                <a:ea typeface="宋体" pitchFamily="2" charset="-122"/>
              </a:rPr>
              <a:t>),k=0,1,…,n</a:t>
            </a:r>
            <a:r>
              <a:rPr lang="zh-CN" altLang="en-US" sz="2800" b="0" dirty="0">
                <a:solidFill>
                  <a:schemeClr val="tx1"/>
                </a:solidFill>
                <a:effectLst/>
                <a:latin typeface="宋体" pitchFamily="2" charset="-122"/>
                <a:ea typeface="宋体" pitchFamily="2" charset="-122"/>
              </a:rPr>
              <a:t>。在这</a:t>
            </a:r>
            <a:r>
              <a:rPr lang="en-US" altLang="zh-CN" sz="2800" b="0" dirty="0">
                <a:solidFill>
                  <a:schemeClr val="tx1"/>
                </a:solidFill>
                <a:effectLst/>
                <a:latin typeface="宋体" pitchFamily="2" charset="-122"/>
                <a:ea typeface="宋体" pitchFamily="2" charset="-122"/>
              </a:rPr>
              <a:t>k</a:t>
            </a:r>
            <a:r>
              <a:rPr lang="zh-CN" altLang="en-US" sz="2800" b="0" dirty="0">
                <a:solidFill>
                  <a:schemeClr val="tx1"/>
                </a:solidFill>
                <a:effectLst/>
                <a:latin typeface="宋体" pitchFamily="2" charset="-122"/>
                <a:ea typeface="宋体" pitchFamily="2" charset="-122"/>
              </a:rPr>
              <a:t>个</a:t>
            </a:r>
            <a:r>
              <a:rPr lang="en-US" altLang="zh-CN" sz="2800" b="0" dirty="0">
                <a:solidFill>
                  <a:schemeClr val="tx1"/>
                </a:solidFill>
                <a:effectLst/>
                <a:latin typeface="宋体" pitchFamily="2" charset="-122"/>
                <a:ea typeface="宋体" pitchFamily="2" charset="-122"/>
              </a:rPr>
              <a:t>(</a:t>
            </a:r>
            <a:r>
              <a:rPr lang="en-US" altLang="zh-CN" sz="2800" b="0" dirty="0" err="1">
                <a:solidFill>
                  <a:schemeClr val="tx1"/>
                </a:solidFill>
                <a:effectLst/>
                <a:latin typeface="宋体" pitchFamily="2" charset="-122"/>
                <a:ea typeface="宋体" pitchFamily="2" charset="-122"/>
              </a:rPr>
              <a:t>x+y</a:t>
            </a:r>
            <a:r>
              <a:rPr lang="en-US" altLang="zh-CN" sz="2800" b="0" dirty="0">
                <a:solidFill>
                  <a:schemeClr val="tx1"/>
                </a:solidFill>
                <a:effectLst/>
                <a:latin typeface="宋体" pitchFamily="2" charset="-122"/>
                <a:ea typeface="宋体" pitchFamily="2" charset="-122"/>
              </a:rPr>
              <a:t>)</a:t>
            </a:r>
            <a:r>
              <a:rPr lang="zh-CN" altLang="en-US" sz="2800" b="0" dirty="0">
                <a:solidFill>
                  <a:schemeClr val="tx1"/>
                </a:solidFill>
                <a:effectLst/>
                <a:latin typeface="宋体" pitchFamily="2" charset="-122"/>
                <a:ea typeface="宋体" pitchFamily="2" charset="-122"/>
              </a:rPr>
              <a:t>里都取</a:t>
            </a:r>
            <a:r>
              <a:rPr lang="en-US" altLang="zh-CN" sz="2800" b="0" dirty="0">
                <a:solidFill>
                  <a:schemeClr val="tx1"/>
                </a:solidFill>
                <a:effectLst/>
                <a:latin typeface="宋体" pitchFamily="2" charset="-122"/>
                <a:ea typeface="宋体" pitchFamily="2" charset="-122"/>
              </a:rPr>
              <a:t>x</a:t>
            </a:r>
            <a:r>
              <a:rPr lang="zh-CN" altLang="en-US" sz="2800" b="0" dirty="0">
                <a:solidFill>
                  <a:schemeClr val="tx1"/>
                </a:solidFill>
                <a:effectLst/>
                <a:latin typeface="宋体" pitchFamily="2" charset="-122"/>
                <a:ea typeface="宋体" pitchFamily="2" charset="-122"/>
              </a:rPr>
              <a:t>，而从余下的</a:t>
            </a:r>
            <a:r>
              <a:rPr lang="en-US" altLang="zh-CN" sz="2800" b="0" dirty="0">
                <a:solidFill>
                  <a:schemeClr val="tx1"/>
                </a:solidFill>
                <a:effectLst/>
                <a:latin typeface="宋体" pitchFamily="2" charset="-122"/>
                <a:ea typeface="宋体" pitchFamily="2" charset="-122"/>
              </a:rPr>
              <a:t>n-k</a:t>
            </a:r>
            <a:r>
              <a:rPr lang="zh-CN" altLang="en-US" sz="2800" b="0" dirty="0">
                <a:solidFill>
                  <a:schemeClr val="tx1"/>
                </a:solidFill>
                <a:effectLst/>
                <a:latin typeface="宋体" pitchFamily="2" charset="-122"/>
                <a:ea typeface="宋体" pitchFamily="2" charset="-122"/>
              </a:rPr>
              <a:t>个因子</a:t>
            </a:r>
            <a:r>
              <a:rPr lang="en-US" altLang="zh-CN" sz="2800" b="0" dirty="0">
                <a:solidFill>
                  <a:schemeClr val="tx1"/>
                </a:solidFill>
                <a:effectLst/>
                <a:latin typeface="宋体" pitchFamily="2" charset="-122"/>
                <a:ea typeface="宋体" pitchFamily="2" charset="-122"/>
              </a:rPr>
              <a:t>(</a:t>
            </a:r>
            <a:r>
              <a:rPr lang="en-US" altLang="zh-CN" sz="2800" b="0" dirty="0" err="1">
                <a:solidFill>
                  <a:schemeClr val="tx1"/>
                </a:solidFill>
                <a:effectLst/>
                <a:latin typeface="宋体" pitchFamily="2" charset="-122"/>
                <a:ea typeface="宋体" pitchFamily="2" charset="-122"/>
              </a:rPr>
              <a:t>x+y</a:t>
            </a:r>
            <a:r>
              <a:rPr lang="en-US" altLang="zh-CN" sz="2800" b="0" dirty="0">
                <a:solidFill>
                  <a:schemeClr val="tx1"/>
                </a:solidFill>
                <a:effectLst/>
                <a:latin typeface="宋体" pitchFamily="2" charset="-122"/>
                <a:ea typeface="宋体" pitchFamily="2" charset="-122"/>
              </a:rPr>
              <a:t>)</a:t>
            </a:r>
            <a:r>
              <a:rPr lang="zh-CN" altLang="en-US" sz="2800" b="0" dirty="0">
                <a:solidFill>
                  <a:schemeClr val="tx1"/>
                </a:solidFill>
                <a:effectLst/>
                <a:latin typeface="宋体" pitchFamily="2" charset="-122"/>
                <a:ea typeface="宋体" pitchFamily="2" charset="-122"/>
              </a:rPr>
              <a:t>中选取</a:t>
            </a:r>
            <a:r>
              <a:rPr lang="en-US" altLang="zh-CN" sz="2800" b="0" dirty="0">
                <a:solidFill>
                  <a:schemeClr val="tx1"/>
                </a:solidFill>
                <a:effectLst/>
                <a:latin typeface="宋体" pitchFamily="2" charset="-122"/>
                <a:ea typeface="宋体" pitchFamily="2" charset="-122"/>
              </a:rPr>
              <a:t>y</a:t>
            </a:r>
            <a:r>
              <a:rPr lang="zh-CN" altLang="en-US" sz="2800" b="0" dirty="0">
                <a:solidFill>
                  <a:schemeClr val="tx1"/>
                </a:solidFill>
                <a:effectLst/>
                <a:latin typeface="宋体" pitchFamily="2" charset="-122"/>
                <a:ea typeface="宋体" pitchFamily="2" charset="-122"/>
              </a:rPr>
              <a:t>作乘积得到。因此       的系数为上述选法的个数，即为   组合数。故有</a:t>
            </a:r>
            <a:br>
              <a:rPr lang="zh-CN" altLang="en-US" sz="3200" dirty="0">
                <a:solidFill>
                  <a:schemeClr val="tx1"/>
                </a:solidFill>
                <a:latin typeface="宋体" pitchFamily="2" charset="-122"/>
              </a:rPr>
            </a:br>
            <a:r>
              <a:rPr lang="zh-CN" altLang="en-US" sz="3200" dirty="0">
                <a:solidFill>
                  <a:schemeClr val="tx1"/>
                </a:solidFill>
                <a:latin typeface="宋体" pitchFamily="2" charset="-122"/>
              </a:rPr>
              <a:t> </a:t>
            </a:r>
          </a:p>
        </p:txBody>
      </p:sp>
      <p:graphicFrame>
        <p:nvGraphicFramePr>
          <p:cNvPr id="2050" name="Object 4">
            <a:extLst>
              <a:ext uri="{FF2B5EF4-FFF2-40B4-BE49-F238E27FC236}">
                <a16:creationId xmlns:a16="http://schemas.microsoft.com/office/drawing/2014/main" id="{CE5B6B7A-DBAE-47E0-A6EA-1010E0BE9068}"/>
              </a:ext>
            </a:extLst>
          </p:cNvPr>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name="Equation" r:id="rId2" imgW="114120" imgH="215640" progId="Equation.3">
                  <p:embed/>
                </p:oleObj>
              </mc:Choice>
              <mc:Fallback>
                <p:oleObj name="Equation" r:id="rId2" imgW="114120" imgH="215640" progId="Equation.3">
                  <p:embed/>
                  <p:pic>
                    <p:nvPicPr>
                      <p:cNvPr id="2050" name="Object 4">
                        <a:extLst>
                          <a:ext uri="{FF2B5EF4-FFF2-40B4-BE49-F238E27FC236}">
                            <a16:creationId xmlns:a16="http://schemas.microsoft.com/office/drawing/2014/main" id="{CE5B6B7A-DBAE-47E0-A6EA-1010E0BE90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1" name="Object 5">
            <a:extLst>
              <a:ext uri="{FF2B5EF4-FFF2-40B4-BE49-F238E27FC236}">
                <a16:creationId xmlns:a16="http://schemas.microsoft.com/office/drawing/2014/main" id="{78BF3A57-1C17-4F52-9A46-A7319C19CA8C}"/>
              </a:ext>
            </a:extLst>
          </p:cNvPr>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name="Equation" r:id="rId4" imgW="114120" imgH="215640" progId="Equation.3">
                  <p:embed/>
                </p:oleObj>
              </mc:Choice>
              <mc:Fallback>
                <p:oleObj name="Equation" r:id="rId4" imgW="114120" imgH="215640" progId="Equation.3">
                  <p:embed/>
                  <p:pic>
                    <p:nvPicPr>
                      <p:cNvPr id="2051" name="Object 5">
                        <a:extLst>
                          <a:ext uri="{FF2B5EF4-FFF2-40B4-BE49-F238E27FC236}">
                            <a16:creationId xmlns:a16="http://schemas.microsoft.com/office/drawing/2014/main" id="{78BF3A57-1C17-4F52-9A46-A7319C19CA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20" name="Object 8">
            <a:extLst>
              <a:ext uri="{FF2B5EF4-FFF2-40B4-BE49-F238E27FC236}">
                <a16:creationId xmlns:a16="http://schemas.microsoft.com/office/drawing/2014/main" id="{9E5802F5-1297-49C1-87C8-5D565890C628}"/>
              </a:ext>
            </a:extLst>
          </p:cNvPr>
          <p:cNvGraphicFramePr>
            <a:graphicFrameLocks noChangeAspect="1"/>
          </p:cNvGraphicFramePr>
          <p:nvPr/>
        </p:nvGraphicFramePr>
        <p:xfrm>
          <a:off x="1547813" y="981075"/>
          <a:ext cx="5694362" cy="1085850"/>
        </p:xfrm>
        <a:graphic>
          <a:graphicData uri="http://schemas.openxmlformats.org/presentationml/2006/ole">
            <mc:AlternateContent xmlns:mc="http://schemas.openxmlformats.org/markup-compatibility/2006">
              <mc:Choice xmlns:v="urn:schemas-microsoft-com:vml" Requires="v">
                <p:oleObj name="公式" r:id="rId5" imgW="2133360" imgH="406080" progId="Equation.3">
                  <p:embed/>
                </p:oleObj>
              </mc:Choice>
              <mc:Fallback>
                <p:oleObj name="公式" r:id="rId5" imgW="2133360" imgH="406080" progId="Equation.3">
                  <p:embed/>
                  <p:pic>
                    <p:nvPicPr>
                      <p:cNvPr id="13320" name="Object 8">
                        <a:extLst>
                          <a:ext uri="{FF2B5EF4-FFF2-40B4-BE49-F238E27FC236}">
                            <a16:creationId xmlns:a16="http://schemas.microsoft.com/office/drawing/2014/main" id="{9E5802F5-1297-49C1-87C8-5D565890C62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47813" y="981075"/>
                        <a:ext cx="5694362" cy="1085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59" name="Rectangle 9">
            <a:extLst>
              <a:ext uri="{FF2B5EF4-FFF2-40B4-BE49-F238E27FC236}">
                <a16:creationId xmlns:a16="http://schemas.microsoft.com/office/drawing/2014/main" id="{CD18D7E8-A0C6-4A0D-AA1C-E726040FED2D}"/>
              </a:ext>
            </a:extLst>
          </p:cNvPr>
          <p:cNvSpPr>
            <a:spLocks noChangeArrowheads="1"/>
          </p:cNvSpPr>
          <p:nvPr/>
        </p:nvSpPr>
        <p:spPr bwMode="auto">
          <a:xfrm>
            <a:off x="457200" y="384175"/>
            <a:ext cx="20320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zh-CN" altLang="en-US" sz="4000" b="0" i="0" u="none" strike="noStrike" kern="1200" cap="none" spc="0" normalizeH="0" baseline="0" noProof="0">
                <a:ln>
                  <a:noFill/>
                </a:ln>
                <a:solidFill>
                  <a:srgbClr val="10BC62"/>
                </a:solidFill>
                <a:effectLst/>
                <a:uLnTx/>
                <a:uFillTx/>
                <a:latin typeface="Times New Roman" panose="02020603050405020304" pitchFamily="18" charset="0"/>
                <a:ea typeface="宋体" panose="02010600030101010101" pitchFamily="2" charset="-122"/>
                <a:cs typeface="+mn-cs"/>
              </a:rPr>
              <a:t>证明</a:t>
            </a:r>
            <a:r>
              <a:rPr kumimoji="1" lang="zh-CN" altLang="en-US" sz="32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    </a:t>
            </a:r>
          </a:p>
        </p:txBody>
      </p:sp>
      <p:graphicFrame>
        <p:nvGraphicFramePr>
          <p:cNvPr id="2053" name="Object 10">
            <a:extLst>
              <a:ext uri="{FF2B5EF4-FFF2-40B4-BE49-F238E27FC236}">
                <a16:creationId xmlns:a16="http://schemas.microsoft.com/office/drawing/2014/main" id="{747142BA-13A8-49FB-B368-CD7B19514919}"/>
              </a:ext>
            </a:extLst>
          </p:cNvPr>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name="Equation" r:id="rId7" imgW="114120" imgH="215640" progId="Equation.3">
                  <p:embed/>
                </p:oleObj>
              </mc:Choice>
              <mc:Fallback>
                <p:oleObj name="Equation" r:id="rId7" imgW="114120" imgH="215640" progId="Equation.3">
                  <p:embed/>
                  <p:pic>
                    <p:nvPicPr>
                      <p:cNvPr id="2053" name="Object 10">
                        <a:extLst>
                          <a:ext uri="{FF2B5EF4-FFF2-40B4-BE49-F238E27FC236}">
                            <a16:creationId xmlns:a16="http://schemas.microsoft.com/office/drawing/2014/main" id="{747142BA-13A8-49FB-B368-CD7B195149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26" name="Rectangle 14">
            <a:extLst>
              <a:ext uri="{FF2B5EF4-FFF2-40B4-BE49-F238E27FC236}">
                <a16:creationId xmlns:a16="http://schemas.microsoft.com/office/drawing/2014/main" id="{B9BFD044-84D1-4FCD-A302-7CA56754CAD0}"/>
              </a:ext>
            </a:extLst>
          </p:cNvPr>
          <p:cNvSpPr>
            <a:spLocks noChangeArrowheads="1"/>
          </p:cNvSpPr>
          <p:nvPr/>
        </p:nvSpPr>
        <p:spPr bwMode="auto">
          <a:xfrm>
            <a:off x="1763713" y="5726113"/>
            <a:ext cx="64770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b="0" i="0" u="none" strike="noStrike" kern="1200" cap="none" spc="0" normalizeH="0" baseline="0" noProof="0">
                <a:ln>
                  <a:noFill/>
                </a:ln>
                <a:solidFill>
                  <a:srgbClr val="464646"/>
                </a:solidFill>
                <a:effectLst/>
                <a:uLnTx/>
                <a:uFillTx/>
                <a:latin typeface="宋体" panose="02010600030101010101" pitchFamily="2" charset="-122"/>
                <a:ea typeface="宋体" panose="02010600030101010101" pitchFamily="2" charset="-122"/>
                <a:cs typeface="+mn-cs"/>
              </a:rPr>
              <a:t>此定理也可用归纳法证明</a:t>
            </a:r>
            <a:r>
              <a:rPr kumimoji="1" lang="en-US" altLang="zh-CN" sz="2800" b="0" i="0" u="none" strike="noStrike" kern="1200" cap="none" spc="0" normalizeH="0" baseline="0" noProof="0">
                <a:ln>
                  <a:noFill/>
                </a:ln>
                <a:solidFill>
                  <a:srgbClr val="464646"/>
                </a:solidFill>
                <a:effectLst/>
                <a:uLnTx/>
                <a:uFillTx/>
                <a:latin typeface="宋体" panose="02010600030101010101" pitchFamily="2" charset="-122"/>
                <a:ea typeface="宋体" panose="02010600030101010101" pitchFamily="2" charset="-122"/>
                <a:cs typeface="+mn-cs"/>
              </a:rPr>
              <a:t>(</a:t>
            </a:r>
            <a:r>
              <a:rPr kumimoji="1" lang="zh-CN" altLang="en-US" sz="2800" b="0" i="0" u="none" strike="noStrike" kern="1200" cap="none" spc="0" normalizeH="0" baseline="0" noProof="0">
                <a:ln>
                  <a:noFill/>
                </a:ln>
                <a:solidFill>
                  <a:srgbClr val="464646"/>
                </a:solidFill>
                <a:effectLst/>
                <a:uLnTx/>
                <a:uFillTx/>
                <a:latin typeface="宋体" panose="02010600030101010101" pitchFamily="2" charset="-122"/>
                <a:ea typeface="宋体" panose="02010600030101010101" pitchFamily="2" charset="-122"/>
                <a:cs typeface="+mn-cs"/>
              </a:rPr>
              <a:t>略</a:t>
            </a:r>
            <a:r>
              <a:rPr kumimoji="1" lang="en-US" altLang="zh-CN" sz="2800" b="0" i="0" u="none" strike="noStrike" kern="1200" cap="none" spc="0" normalizeH="0" baseline="0" noProof="0">
                <a:ln>
                  <a:noFill/>
                </a:ln>
                <a:solidFill>
                  <a:srgbClr val="464646"/>
                </a:solidFill>
                <a:effectLst/>
                <a:uLnTx/>
                <a:uFillTx/>
                <a:latin typeface="宋体" panose="02010600030101010101" pitchFamily="2" charset="-122"/>
                <a:ea typeface="宋体" panose="02010600030101010101" pitchFamily="2" charset="-122"/>
                <a:cs typeface="+mn-cs"/>
              </a:rPr>
              <a:t>)</a:t>
            </a:r>
            <a:r>
              <a:rPr kumimoji="1" lang="zh-CN" altLang="en-US" sz="2800" b="0" i="0" u="none" strike="noStrike" kern="1200" cap="none" spc="0" normalizeH="0" baseline="0" noProof="0">
                <a:ln>
                  <a:noFill/>
                </a:ln>
                <a:solidFill>
                  <a:srgbClr val="464646"/>
                </a:solidFill>
                <a:effectLst/>
                <a:uLnTx/>
                <a:uFillTx/>
                <a:latin typeface="宋体" panose="02010600030101010101" pitchFamily="2" charset="-122"/>
                <a:ea typeface="宋体" panose="02010600030101010101" pitchFamily="2" charset="-122"/>
                <a:cs typeface="+mn-cs"/>
              </a:rPr>
              <a:t>。</a:t>
            </a:r>
            <a:br>
              <a:rPr kumimoji="1" lang="zh-CN" altLang="en-US" sz="3200" b="0" i="0" u="none" strike="noStrike" kern="1200" cap="none" spc="0" normalizeH="0" baseline="0" noProof="0">
                <a:ln>
                  <a:noFill/>
                </a:ln>
                <a:solidFill>
                  <a:srgbClr val="464646"/>
                </a:solidFill>
                <a:effectLst/>
                <a:uLnTx/>
                <a:uFillTx/>
                <a:latin typeface="宋体" panose="02010600030101010101" pitchFamily="2" charset="-122"/>
                <a:ea typeface="宋体" panose="02010600030101010101" pitchFamily="2" charset="-122"/>
                <a:cs typeface="+mn-cs"/>
              </a:rPr>
            </a:br>
            <a:endParaRPr kumimoji="1" lang="zh-CN" altLang="en-US" sz="3200" b="0" i="0" u="none" strike="noStrike" kern="1200" cap="none" spc="0" normalizeH="0" baseline="0" noProof="0">
              <a:ln>
                <a:noFill/>
              </a:ln>
              <a:solidFill>
                <a:srgbClr val="464646"/>
              </a:solidFill>
              <a:effectLst/>
              <a:uLnTx/>
              <a:uFillTx/>
              <a:latin typeface="宋体" panose="02010600030101010101" pitchFamily="2" charset="-122"/>
              <a:ea typeface="宋体" panose="02010600030101010101" pitchFamily="2" charset="-122"/>
              <a:cs typeface="+mn-cs"/>
            </a:endParaRPr>
          </a:p>
        </p:txBody>
      </p:sp>
      <p:graphicFrame>
        <p:nvGraphicFramePr>
          <p:cNvPr id="13328" name="Object 16">
            <a:extLst>
              <a:ext uri="{FF2B5EF4-FFF2-40B4-BE49-F238E27FC236}">
                <a16:creationId xmlns:a16="http://schemas.microsoft.com/office/drawing/2014/main" id="{D3A5B2AE-493A-45BA-809A-2D05794B86C5}"/>
              </a:ext>
            </a:extLst>
          </p:cNvPr>
          <p:cNvGraphicFramePr>
            <a:graphicFrameLocks noChangeAspect="1"/>
          </p:cNvGraphicFramePr>
          <p:nvPr/>
        </p:nvGraphicFramePr>
        <p:xfrm>
          <a:off x="3857625" y="2143125"/>
          <a:ext cx="1295400" cy="687388"/>
        </p:xfrm>
        <a:graphic>
          <a:graphicData uri="http://schemas.openxmlformats.org/presentationml/2006/ole">
            <mc:AlternateContent xmlns:mc="http://schemas.openxmlformats.org/markup-compatibility/2006">
              <mc:Choice xmlns:v="urn:schemas-microsoft-com:vml" Requires="v">
                <p:oleObj name="公式" r:id="rId8" imgW="431640" imgH="228600" progId="Equation.3">
                  <p:embed/>
                </p:oleObj>
              </mc:Choice>
              <mc:Fallback>
                <p:oleObj name="公式" r:id="rId8" imgW="431640" imgH="228600" progId="Equation.3">
                  <p:embed/>
                  <p:pic>
                    <p:nvPicPr>
                      <p:cNvPr id="13328" name="Object 16">
                        <a:extLst>
                          <a:ext uri="{FF2B5EF4-FFF2-40B4-BE49-F238E27FC236}">
                            <a16:creationId xmlns:a16="http://schemas.microsoft.com/office/drawing/2014/main" id="{D3A5B2AE-493A-45BA-809A-2D05794B86C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57625" y="2143125"/>
                        <a:ext cx="1295400" cy="687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329" name="Object 17">
            <a:extLst>
              <a:ext uri="{FF2B5EF4-FFF2-40B4-BE49-F238E27FC236}">
                <a16:creationId xmlns:a16="http://schemas.microsoft.com/office/drawing/2014/main" id="{D95E7A9C-96ED-4716-A46D-4F85CC15B9F9}"/>
              </a:ext>
            </a:extLst>
          </p:cNvPr>
          <p:cNvGraphicFramePr>
            <a:graphicFrameLocks noChangeAspect="1"/>
          </p:cNvGraphicFramePr>
          <p:nvPr/>
        </p:nvGraphicFramePr>
        <p:xfrm>
          <a:off x="4500563" y="3429000"/>
          <a:ext cx="1295400" cy="687388"/>
        </p:xfrm>
        <a:graphic>
          <a:graphicData uri="http://schemas.openxmlformats.org/presentationml/2006/ole">
            <mc:AlternateContent xmlns:mc="http://schemas.openxmlformats.org/markup-compatibility/2006">
              <mc:Choice xmlns:v="urn:schemas-microsoft-com:vml" Requires="v">
                <p:oleObj name="Equation" r:id="rId10" imgW="431640" imgH="228600" progId="Equation.3">
                  <p:embed/>
                </p:oleObj>
              </mc:Choice>
              <mc:Fallback>
                <p:oleObj name="Equation" r:id="rId10" imgW="431640" imgH="228600" progId="Equation.3">
                  <p:embed/>
                  <p:pic>
                    <p:nvPicPr>
                      <p:cNvPr id="13329" name="Object 17">
                        <a:extLst>
                          <a:ext uri="{FF2B5EF4-FFF2-40B4-BE49-F238E27FC236}">
                            <a16:creationId xmlns:a16="http://schemas.microsoft.com/office/drawing/2014/main" id="{D95E7A9C-96ED-4716-A46D-4F85CC15B9F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00563" y="3429000"/>
                        <a:ext cx="1295400" cy="687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330" name="Object 18">
            <a:extLst>
              <a:ext uri="{FF2B5EF4-FFF2-40B4-BE49-F238E27FC236}">
                <a16:creationId xmlns:a16="http://schemas.microsoft.com/office/drawing/2014/main" id="{2C021CFF-24C8-44AC-AF98-22D9544EFA55}"/>
              </a:ext>
            </a:extLst>
          </p:cNvPr>
          <p:cNvGraphicFramePr>
            <a:graphicFrameLocks noChangeAspect="1"/>
          </p:cNvGraphicFramePr>
          <p:nvPr/>
        </p:nvGraphicFramePr>
        <p:xfrm>
          <a:off x="3643313" y="3929063"/>
          <a:ext cx="500062" cy="762000"/>
        </p:xfrm>
        <a:graphic>
          <a:graphicData uri="http://schemas.openxmlformats.org/presentationml/2006/ole">
            <mc:AlternateContent xmlns:mc="http://schemas.openxmlformats.org/markup-compatibility/2006">
              <mc:Choice xmlns:v="urn:schemas-microsoft-com:vml" Requires="v">
                <p:oleObj name="Equation" r:id="rId12" imgW="266400" imgH="457200" progId="Equation.3">
                  <p:embed/>
                </p:oleObj>
              </mc:Choice>
              <mc:Fallback>
                <p:oleObj name="Equation" r:id="rId12" imgW="266400" imgH="457200" progId="Equation.3">
                  <p:embed/>
                  <p:pic>
                    <p:nvPicPr>
                      <p:cNvPr id="13330" name="Object 18">
                        <a:extLst>
                          <a:ext uri="{FF2B5EF4-FFF2-40B4-BE49-F238E27FC236}">
                            <a16:creationId xmlns:a16="http://schemas.microsoft.com/office/drawing/2014/main" id="{2C021CFF-24C8-44AC-AF98-22D9544EFA55}"/>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643313" y="3929063"/>
                        <a:ext cx="500062" cy="76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 name="Object 9">
            <a:extLst>
              <a:ext uri="{FF2B5EF4-FFF2-40B4-BE49-F238E27FC236}">
                <a16:creationId xmlns:a16="http://schemas.microsoft.com/office/drawing/2014/main" id="{130CC5B5-238A-4E90-A827-017A5050397B}"/>
              </a:ext>
            </a:extLst>
          </p:cNvPr>
          <p:cNvGraphicFramePr>
            <a:graphicFrameLocks noChangeAspect="1"/>
          </p:cNvGraphicFramePr>
          <p:nvPr/>
        </p:nvGraphicFramePr>
        <p:xfrm>
          <a:off x="2268538" y="4510088"/>
          <a:ext cx="3897312" cy="1222375"/>
        </p:xfrm>
        <a:graphic>
          <a:graphicData uri="http://schemas.openxmlformats.org/presentationml/2006/ole">
            <mc:AlternateContent xmlns:mc="http://schemas.openxmlformats.org/markup-compatibility/2006">
              <mc:Choice xmlns:v="urn:schemas-microsoft-com:vml" Requires="v">
                <p:oleObj name="公式" r:id="rId14" imgW="1460160" imgH="457200" progId="Equation.3">
                  <p:embed/>
                </p:oleObj>
              </mc:Choice>
              <mc:Fallback>
                <p:oleObj name="公式" r:id="rId14" imgW="1460160" imgH="457200" progId="Equation.3">
                  <p:embed/>
                  <p:pic>
                    <p:nvPicPr>
                      <p:cNvPr id="15" name="Object 9">
                        <a:extLst>
                          <a:ext uri="{FF2B5EF4-FFF2-40B4-BE49-F238E27FC236}">
                            <a16:creationId xmlns:a16="http://schemas.microsoft.com/office/drawing/2014/main" id="{130CC5B5-238A-4E90-A827-017A5050397B}"/>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268538" y="4510088"/>
                        <a:ext cx="3897312" cy="1222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3320"/>
                                        </p:tgtEl>
                                        <p:attrNameLst>
                                          <p:attrName>style.visibility</p:attrName>
                                        </p:attrNameLst>
                                      </p:cBhvr>
                                      <p:to>
                                        <p:strVal val="visible"/>
                                      </p:to>
                                    </p:set>
                                    <p:animEffect transition="in" filter="checkerboard(across)">
                                      <p:cBhvr>
                                        <p:cTn id="7" dur="500"/>
                                        <p:tgtEl>
                                          <p:spTgt spid="133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13314"/>
                                        </p:tgtEl>
                                        <p:attrNameLst>
                                          <p:attrName>style.visibility</p:attrName>
                                        </p:attrNameLst>
                                      </p:cBhvr>
                                      <p:to>
                                        <p:strVal val="visible"/>
                                      </p:to>
                                    </p:set>
                                    <p:animEffect transition="in" filter="box(in)">
                                      <p:cBhvr>
                                        <p:cTn id="12" dur="500"/>
                                        <p:tgtEl>
                                          <p:spTgt spid="13314"/>
                                        </p:tgtEl>
                                      </p:cBhvr>
                                    </p:animEffect>
                                  </p:childTnLst>
                                </p:cTn>
                              </p:par>
                            </p:childTnLst>
                          </p:cTn>
                        </p:par>
                        <p:par>
                          <p:cTn id="13" fill="hold" nodeType="afterGroup">
                            <p:stCondLst>
                              <p:cond delay="500"/>
                            </p:stCondLst>
                            <p:childTnLst>
                              <p:par>
                                <p:cTn id="14" presetID="9" presetClass="entr" presetSubtype="0" fill="hold" nodeType="afterEffect">
                                  <p:stCondLst>
                                    <p:cond delay="0"/>
                                  </p:stCondLst>
                                  <p:childTnLst>
                                    <p:set>
                                      <p:cBhvr>
                                        <p:cTn id="15" dur="1" fill="hold">
                                          <p:stCondLst>
                                            <p:cond delay="0"/>
                                          </p:stCondLst>
                                        </p:cTn>
                                        <p:tgtEl>
                                          <p:spTgt spid="13328"/>
                                        </p:tgtEl>
                                        <p:attrNameLst>
                                          <p:attrName>style.visibility</p:attrName>
                                        </p:attrNameLst>
                                      </p:cBhvr>
                                      <p:to>
                                        <p:strVal val="visible"/>
                                      </p:to>
                                    </p:set>
                                    <p:animEffect transition="in" filter="dissolve">
                                      <p:cBhvr>
                                        <p:cTn id="16" dur="500"/>
                                        <p:tgtEl>
                                          <p:spTgt spid="13328"/>
                                        </p:tgtEl>
                                      </p:cBhvr>
                                    </p:animEffect>
                                  </p:childTnLst>
                                </p:cTn>
                              </p:par>
                            </p:childTnLst>
                          </p:cTn>
                        </p:par>
                        <p:par>
                          <p:cTn id="17" fill="hold" nodeType="afterGroup">
                            <p:stCondLst>
                              <p:cond delay="1000"/>
                            </p:stCondLst>
                            <p:childTnLst>
                              <p:par>
                                <p:cTn id="18" presetID="9" presetClass="entr" presetSubtype="0" fill="hold" nodeType="afterEffect">
                                  <p:stCondLst>
                                    <p:cond delay="0"/>
                                  </p:stCondLst>
                                  <p:childTnLst>
                                    <p:set>
                                      <p:cBhvr>
                                        <p:cTn id="19" dur="1" fill="hold">
                                          <p:stCondLst>
                                            <p:cond delay="0"/>
                                          </p:stCondLst>
                                        </p:cTn>
                                        <p:tgtEl>
                                          <p:spTgt spid="13329"/>
                                        </p:tgtEl>
                                        <p:attrNameLst>
                                          <p:attrName>style.visibility</p:attrName>
                                        </p:attrNameLst>
                                      </p:cBhvr>
                                      <p:to>
                                        <p:strVal val="visible"/>
                                      </p:to>
                                    </p:set>
                                    <p:animEffect transition="in" filter="dissolve">
                                      <p:cBhvr>
                                        <p:cTn id="20" dur="500"/>
                                        <p:tgtEl>
                                          <p:spTgt spid="13329"/>
                                        </p:tgtEl>
                                      </p:cBhvr>
                                    </p:animEffect>
                                  </p:childTnLst>
                                </p:cTn>
                              </p:par>
                            </p:childTnLst>
                          </p:cTn>
                        </p:par>
                        <p:par>
                          <p:cTn id="21" fill="hold" nodeType="afterGroup">
                            <p:stCondLst>
                              <p:cond delay="1500"/>
                            </p:stCondLst>
                            <p:childTnLst>
                              <p:par>
                                <p:cTn id="22" presetID="9" presetClass="entr" presetSubtype="0" fill="hold" nodeType="afterEffect">
                                  <p:stCondLst>
                                    <p:cond delay="0"/>
                                  </p:stCondLst>
                                  <p:childTnLst>
                                    <p:set>
                                      <p:cBhvr>
                                        <p:cTn id="23" dur="1" fill="hold">
                                          <p:stCondLst>
                                            <p:cond delay="0"/>
                                          </p:stCondLst>
                                        </p:cTn>
                                        <p:tgtEl>
                                          <p:spTgt spid="13330"/>
                                        </p:tgtEl>
                                        <p:attrNameLst>
                                          <p:attrName>style.visibility</p:attrName>
                                        </p:attrNameLst>
                                      </p:cBhvr>
                                      <p:to>
                                        <p:strVal val="visible"/>
                                      </p:to>
                                    </p:set>
                                    <p:animEffect transition="in" filter="dissolve">
                                      <p:cBhvr>
                                        <p:cTn id="24" dur="500"/>
                                        <p:tgtEl>
                                          <p:spTgt spid="13330"/>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13326"/>
                                        </p:tgtEl>
                                        <p:attrNameLst>
                                          <p:attrName>style.visibility</p:attrName>
                                        </p:attrNameLst>
                                      </p:cBhvr>
                                      <p:to>
                                        <p:strVal val="visible"/>
                                      </p:to>
                                    </p:set>
                                    <p:animEffect transition="in" filter="blinds(horizontal)">
                                      <p:cBhvr>
                                        <p:cTn id="29" dur="500"/>
                                        <p:tgtEl>
                                          <p:spTgt spid="13326"/>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5" presetClass="entr" presetSubtype="10" fill="hold" nodeType="click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checkerboard(across)">
                                      <p:cBhvr>
                                        <p:cTn id="3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26" grpId="0"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2EFEA300-7C31-48EF-80B3-21E15F488244}"/>
              </a:ext>
            </a:extLst>
          </p:cNvPr>
          <p:cNvSpPr>
            <a:spLocks noGrp="1" noChangeArrowheads="1"/>
          </p:cNvSpPr>
          <p:nvPr>
            <p:ph type="title"/>
          </p:nvPr>
        </p:nvSpPr>
        <p:spPr>
          <a:xfrm>
            <a:off x="971600" y="908720"/>
            <a:ext cx="7541840" cy="4877734"/>
          </a:xfrm>
        </p:spPr>
        <p:txBody>
          <a:bodyPr/>
          <a:lstStyle/>
          <a:p>
            <a:pPr eaLnBrk="1" fontAlgn="auto" hangingPunct="1">
              <a:spcAft>
                <a:spcPts val="0"/>
              </a:spcAft>
              <a:defRPr/>
            </a:pPr>
            <a:r>
              <a:rPr lang="zh-CN" altLang="en-US" sz="3600" b="0" dirty="0">
                <a:solidFill>
                  <a:schemeClr val="tx1"/>
                </a:solidFill>
                <a:effectLst/>
                <a:latin typeface="隶书" pitchFamily="49" charset="-122"/>
                <a:ea typeface="隶书" pitchFamily="49" charset="-122"/>
              </a:rPr>
              <a:t>组合数   由于出现在二项式的展开式中，而把它称作二项式系数。在计算机科学中，特别是算法分析的一些公式里，二项式系数经常出现，因此对它的一些性质和它所满足的许多恒等式都必须熟练掌握。</a:t>
            </a:r>
            <a:br>
              <a:rPr lang="zh-CN" altLang="en-US" sz="3600" b="0" dirty="0">
                <a:effectLst/>
                <a:latin typeface="隶书" pitchFamily="49" charset="-122"/>
                <a:ea typeface="隶书" pitchFamily="49" charset="-122"/>
              </a:rPr>
            </a:br>
            <a:r>
              <a:rPr lang="zh-CN" altLang="en-US" sz="3600" b="0" dirty="0">
                <a:solidFill>
                  <a:srgbClr val="FF0000"/>
                </a:solidFill>
                <a:effectLst/>
                <a:latin typeface="隶书" pitchFamily="49" charset="-122"/>
                <a:ea typeface="隶书" pitchFamily="49" charset="-122"/>
              </a:rPr>
              <a:t>在</a:t>
            </a:r>
            <a:r>
              <a:rPr lang="en-US" altLang="zh-CN" sz="3600" b="0" dirty="0">
                <a:solidFill>
                  <a:srgbClr val="FF0000"/>
                </a:solidFill>
                <a:effectLst/>
                <a:latin typeface="隶书" pitchFamily="49" charset="-122"/>
                <a:ea typeface="隶书" pitchFamily="49" charset="-122"/>
              </a:rPr>
              <a:t>§1.3</a:t>
            </a:r>
            <a:r>
              <a:rPr lang="zh-CN" altLang="en-US" sz="3600" b="0" dirty="0">
                <a:solidFill>
                  <a:srgbClr val="FF0000"/>
                </a:solidFill>
                <a:effectLst/>
                <a:latin typeface="隶书" pitchFamily="49" charset="-122"/>
                <a:ea typeface="隶书" pitchFamily="49" charset="-122"/>
              </a:rPr>
              <a:t>节中，推论</a:t>
            </a:r>
            <a:r>
              <a:rPr lang="en-US" altLang="zh-CN" sz="3600" b="0" dirty="0">
                <a:solidFill>
                  <a:srgbClr val="FF0000"/>
                </a:solidFill>
                <a:effectLst/>
                <a:latin typeface="隶书" pitchFamily="49" charset="-122"/>
                <a:ea typeface="隶书" pitchFamily="49" charset="-122"/>
              </a:rPr>
              <a:t>1</a:t>
            </a:r>
            <a:r>
              <a:rPr lang="zh-CN" altLang="en-US" sz="3600" b="0" dirty="0">
                <a:solidFill>
                  <a:srgbClr val="FF0000"/>
                </a:solidFill>
                <a:effectLst/>
                <a:latin typeface="隶书" pitchFamily="49" charset="-122"/>
                <a:ea typeface="隶书" pitchFamily="49" charset="-122"/>
              </a:rPr>
              <a:t>，</a:t>
            </a:r>
            <a:r>
              <a:rPr lang="en-US" altLang="zh-CN" sz="3600" b="0" dirty="0">
                <a:solidFill>
                  <a:srgbClr val="FF0000"/>
                </a:solidFill>
                <a:effectLst/>
                <a:latin typeface="隶书" pitchFamily="49" charset="-122"/>
                <a:ea typeface="隶书" pitchFamily="49" charset="-122"/>
              </a:rPr>
              <a:t>2</a:t>
            </a:r>
            <a:r>
              <a:rPr lang="zh-CN" altLang="en-US" sz="3600" b="0" dirty="0">
                <a:solidFill>
                  <a:srgbClr val="FF0000"/>
                </a:solidFill>
                <a:effectLst/>
                <a:latin typeface="隶书" pitchFamily="49" charset="-122"/>
                <a:ea typeface="隶书" pitchFamily="49" charset="-122"/>
              </a:rPr>
              <a:t>，</a:t>
            </a:r>
            <a:r>
              <a:rPr lang="en-US" altLang="zh-CN" sz="3600" b="0" dirty="0">
                <a:solidFill>
                  <a:srgbClr val="FF0000"/>
                </a:solidFill>
                <a:effectLst/>
                <a:latin typeface="隶书" pitchFamily="49" charset="-122"/>
                <a:ea typeface="隶书" pitchFamily="49" charset="-122"/>
              </a:rPr>
              <a:t>3</a:t>
            </a:r>
            <a:r>
              <a:rPr lang="zh-CN" altLang="en-US" sz="3600" b="0" dirty="0">
                <a:solidFill>
                  <a:srgbClr val="FF0000"/>
                </a:solidFill>
                <a:effectLst/>
                <a:latin typeface="隶书" pitchFamily="49" charset="-122"/>
                <a:ea typeface="隶书" pitchFamily="49" charset="-122"/>
              </a:rPr>
              <a:t>就是二项式系数的一些重要性质。</a:t>
            </a:r>
          </a:p>
        </p:txBody>
      </p:sp>
      <p:graphicFrame>
        <p:nvGraphicFramePr>
          <p:cNvPr id="3074" name="Object 4">
            <a:extLst>
              <a:ext uri="{FF2B5EF4-FFF2-40B4-BE49-F238E27FC236}">
                <a16:creationId xmlns:a16="http://schemas.microsoft.com/office/drawing/2014/main" id="{2AA57E4F-3758-42AC-8F75-9AE9F63DF84F}"/>
              </a:ext>
            </a:extLst>
          </p:cNvPr>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name="Equation" r:id="rId2" imgW="114120" imgH="215640" progId="Equation.3">
                  <p:embed/>
                </p:oleObj>
              </mc:Choice>
              <mc:Fallback>
                <p:oleObj name="Equation" r:id="rId2" imgW="114120" imgH="215640" progId="Equation.3">
                  <p:embed/>
                  <p:pic>
                    <p:nvPicPr>
                      <p:cNvPr id="3074" name="Object 4">
                        <a:extLst>
                          <a:ext uri="{FF2B5EF4-FFF2-40B4-BE49-F238E27FC236}">
                            <a16:creationId xmlns:a16="http://schemas.microsoft.com/office/drawing/2014/main" id="{2AA57E4F-3758-42AC-8F75-9AE9F63DF8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5" name="Object 5">
            <a:extLst>
              <a:ext uri="{FF2B5EF4-FFF2-40B4-BE49-F238E27FC236}">
                <a16:creationId xmlns:a16="http://schemas.microsoft.com/office/drawing/2014/main" id="{54871C0A-96D1-4950-9B38-4F0495E292B4}"/>
              </a:ext>
            </a:extLst>
          </p:cNvPr>
          <p:cNvGraphicFramePr>
            <a:graphicFrameLocks noChangeAspect="1"/>
          </p:cNvGraphicFramePr>
          <p:nvPr/>
        </p:nvGraphicFramePr>
        <p:xfrm>
          <a:off x="2357438" y="928688"/>
          <a:ext cx="781050" cy="904875"/>
        </p:xfrm>
        <a:graphic>
          <a:graphicData uri="http://schemas.openxmlformats.org/presentationml/2006/ole">
            <mc:AlternateContent xmlns:mc="http://schemas.openxmlformats.org/markup-compatibility/2006">
              <mc:Choice xmlns:v="urn:schemas-microsoft-com:vml" Requires="v">
                <p:oleObj name="Equation" r:id="rId4" imgW="266400" imgH="457200" progId="Equation.3">
                  <p:embed/>
                </p:oleObj>
              </mc:Choice>
              <mc:Fallback>
                <p:oleObj name="Equation" r:id="rId4" imgW="266400" imgH="457200" progId="Equation.3">
                  <p:embed/>
                  <p:pic>
                    <p:nvPicPr>
                      <p:cNvPr id="3075" name="Object 5">
                        <a:extLst>
                          <a:ext uri="{FF2B5EF4-FFF2-40B4-BE49-F238E27FC236}">
                            <a16:creationId xmlns:a16="http://schemas.microsoft.com/office/drawing/2014/main" id="{54871C0A-96D1-4950-9B38-4F0495E292B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57438" y="928688"/>
                        <a:ext cx="781050" cy="904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CFF2B626-39FF-4A7F-91E5-28F1462311D4}"/>
              </a:ext>
            </a:extLst>
          </p:cNvPr>
          <p:cNvSpPr>
            <a:spLocks noGrp="1" noChangeArrowheads="1"/>
          </p:cNvSpPr>
          <p:nvPr>
            <p:ph type="title"/>
          </p:nvPr>
        </p:nvSpPr>
        <p:spPr/>
        <p:txBody>
          <a:bodyPr/>
          <a:lstStyle/>
          <a:p>
            <a:pPr eaLnBrk="1" fontAlgn="auto" hangingPunct="1">
              <a:spcAft>
                <a:spcPts val="0"/>
              </a:spcAft>
              <a:defRPr/>
            </a:pPr>
            <a:br>
              <a:rPr lang="en-US" altLang="zh-CN" sz="3200">
                <a:latin typeface="宋体" pitchFamily="2" charset="-122"/>
              </a:rPr>
            </a:br>
            <a:endParaRPr lang="en-US" altLang="zh-CN" sz="3200">
              <a:latin typeface="宋体" pitchFamily="2" charset="-122"/>
            </a:endParaRPr>
          </a:p>
        </p:txBody>
      </p:sp>
      <p:sp>
        <p:nvSpPr>
          <p:cNvPr id="4100" name="Rectangle 4">
            <a:extLst>
              <a:ext uri="{FF2B5EF4-FFF2-40B4-BE49-F238E27FC236}">
                <a16:creationId xmlns:a16="http://schemas.microsoft.com/office/drawing/2014/main" id="{F932B944-6A84-4404-9182-089AD9B92963}"/>
              </a:ext>
            </a:extLst>
          </p:cNvPr>
          <p:cNvSpPr>
            <a:spLocks noChangeArrowheads="1"/>
          </p:cNvSpPr>
          <p:nvPr/>
        </p:nvSpPr>
        <p:spPr bwMode="auto">
          <a:xfrm>
            <a:off x="495300" y="5257800"/>
            <a:ext cx="8153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zh-CN" sz="32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graphicFrame>
        <p:nvGraphicFramePr>
          <p:cNvPr id="6150" name="Object 6">
            <a:extLst>
              <a:ext uri="{FF2B5EF4-FFF2-40B4-BE49-F238E27FC236}">
                <a16:creationId xmlns:a16="http://schemas.microsoft.com/office/drawing/2014/main" id="{B292230F-B8A7-4204-8AA4-5C84AECDD607}"/>
              </a:ext>
            </a:extLst>
          </p:cNvPr>
          <p:cNvGraphicFramePr>
            <a:graphicFrameLocks noChangeAspect="1"/>
          </p:cNvGraphicFramePr>
          <p:nvPr/>
        </p:nvGraphicFramePr>
        <p:xfrm>
          <a:off x="2708275" y="1428750"/>
          <a:ext cx="4106863" cy="3482975"/>
        </p:xfrm>
        <a:graphic>
          <a:graphicData uri="http://schemas.openxmlformats.org/presentationml/2006/ole">
            <mc:AlternateContent xmlns:mc="http://schemas.openxmlformats.org/markup-compatibility/2006">
              <mc:Choice xmlns:v="urn:schemas-microsoft-com:vml" Requires="v">
                <p:oleObj name="公式" r:id="rId2" imgW="1676160" imgH="1422360" progId="Equation.3">
                  <p:embed/>
                </p:oleObj>
              </mc:Choice>
              <mc:Fallback>
                <p:oleObj name="公式" r:id="rId2" imgW="1676160" imgH="1422360" progId="Equation.3">
                  <p:embed/>
                  <p:pic>
                    <p:nvPicPr>
                      <p:cNvPr id="6150" name="Object 6">
                        <a:extLst>
                          <a:ext uri="{FF2B5EF4-FFF2-40B4-BE49-F238E27FC236}">
                            <a16:creationId xmlns:a16="http://schemas.microsoft.com/office/drawing/2014/main" id="{B292230F-B8A7-4204-8AA4-5C84AECDD6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8275" y="1428750"/>
                        <a:ext cx="4106863" cy="3482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52" name="Text Box 8">
            <a:extLst>
              <a:ext uri="{FF2B5EF4-FFF2-40B4-BE49-F238E27FC236}">
                <a16:creationId xmlns:a16="http://schemas.microsoft.com/office/drawing/2014/main" id="{1E2E97A4-0954-42EF-BBD1-41C77639FEE0}"/>
              </a:ext>
            </a:extLst>
          </p:cNvPr>
          <p:cNvSpPr txBox="1">
            <a:spLocks noChangeArrowheads="1"/>
          </p:cNvSpPr>
          <p:nvPr/>
        </p:nvSpPr>
        <p:spPr bwMode="auto">
          <a:xfrm>
            <a:off x="2428875" y="642938"/>
            <a:ext cx="64770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90000"/>
              </a:lnSpc>
              <a:spcBef>
                <a:spcPct val="20000"/>
              </a:spcBef>
              <a:spcAft>
                <a:spcPct val="0"/>
              </a:spcAft>
              <a:buClrTx/>
              <a:buSzTx/>
              <a:buFontTx/>
              <a:buNone/>
              <a:tabLst/>
              <a:defRPr/>
            </a:pPr>
            <a:r>
              <a:rPr kumimoji="1" lang="zh-CN" altLang="en-US" sz="2800" b="1" i="0" u="none" strike="noStrike" kern="1200" cap="none" spc="0" normalizeH="0" baseline="0" noProof="0">
                <a:ln>
                  <a:noFill/>
                </a:ln>
                <a:solidFill>
                  <a:srgbClr val="FF0066"/>
                </a:solidFill>
                <a:effectLst/>
                <a:uLnTx/>
                <a:uFillTx/>
                <a:latin typeface="宋体" panose="02010600030101010101" pitchFamily="2" charset="-122"/>
                <a:ea typeface="宋体" panose="02010600030101010101" pitchFamily="2" charset="-122"/>
                <a:cs typeface="+mn-cs"/>
              </a:rPr>
              <a:t>当</a:t>
            </a:r>
            <a:r>
              <a:rPr kumimoji="1" lang="en-US" altLang="zh-CN" sz="2800" b="1" i="0" u="none" strike="noStrike" kern="1200" cap="none" spc="0" normalizeH="0" baseline="0" noProof="0">
                <a:ln>
                  <a:noFill/>
                </a:ln>
                <a:solidFill>
                  <a:srgbClr val="FF0066"/>
                </a:solidFill>
                <a:effectLst/>
                <a:uLnTx/>
                <a:uFillTx/>
                <a:latin typeface="宋体" panose="02010600030101010101" pitchFamily="2" charset="-122"/>
                <a:ea typeface="宋体" panose="02010600030101010101" pitchFamily="2" charset="-122"/>
                <a:cs typeface="+mn-cs"/>
              </a:rPr>
              <a:t>n</a:t>
            </a:r>
            <a:r>
              <a:rPr kumimoji="1" lang="zh-CN" altLang="en-US" sz="2800" b="1" i="0" u="none" strike="noStrike" kern="1200" cap="none" spc="0" normalizeH="0" baseline="0" noProof="0">
                <a:ln>
                  <a:noFill/>
                </a:ln>
                <a:solidFill>
                  <a:srgbClr val="FF0066"/>
                </a:solidFill>
                <a:effectLst/>
                <a:uLnTx/>
                <a:uFillTx/>
                <a:latin typeface="宋体" panose="02010600030101010101" pitchFamily="2" charset="-122"/>
                <a:ea typeface="宋体" panose="02010600030101010101" pitchFamily="2" charset="-122"/>
                <a:cs typeface="+mn-cs"/>
              </a:rPr>
              <a:t>是正整数时，对任何</a:t>
            </a:r>
            <a:r>
              <a:rPr kumimoji="1" lang="en-US" altLang="zh-CN" sz="2800" b="1" i="0" u="none" strike="noStrike" kern="1200" cap="none" spc="0" normalizeH="0" baseline="0" noProof="0">
                <a:ln>
                  <a:noFill/>
                </a:ln>
                <a:solidFill>
                  <a:srgbClr val="FF0066"/>
                </a:solidFill>
                <a:effectLst/>
                <a:uLnTx/>
                <a:uFillTx/>
                <a:latin typeface="宋体" panose="02010600030101010101" pitchFamily="2" charset="-122"/>
                <a:ea typeface="宋体" panose="02010600030101010101" pitchFamily="2" charset="-122"/>
                <a:cs typeface="+mn-cs"/>
              </a:rPr>
              <a:t>x,y</a:t>
            </a:r>
            <a:r>
              <a:rPr kumimoji="1" lang="zh-CN" altLang="en-US" sz="2800" b="1" i="0" u="none" strike="noStrike" kern="1200" cap="none" spc="0" normalizeH="0" baseline="0" noProof="0">
                <a:ln>
                  <a:noFill/>
                </a:ln>
                <a:solidFill>
                  <a:srgbClr val="FF0066"/>
                </a:solidFill>
                <a:effectLst/>
                <a:uLnTx/>
                <a:uFillTx/>
                <a:latin typeface="宋体" panose="02010600030101010101" pitchFamily="2" charset="-122"/>
                <a:ea typeface="宋体" panose="02010600030101010101" pitchFamily="2" charset="-122"/>
                <a:cs typeface="+mn-cs"/>
              </a:rPr>
              <a:t>均有</a:t>
            </a:r>
            <a:endParaRPr kumimoji="1" lang="zh-CN" altLang="en-US" sz="2400" b="1" i="0" u="none" strike="noStrike" kern="1200" cap="none" spc="0" normalizeH="0" baseline="0" noProof="0">
              <a:ln>
                <a:noFill/>
              </a:ln>
              <a:solidFill>
                <a:srgbClr val="FF0066"/>
              </a:solidFill>
              <a:effectLst/>
              <a:uLnTx/>
              <a:uFillTx/>
              <a:latin typeface="Times New Roman" panose="02020603050405020304" pitchFamily="18" charset="0"/>
              <a:ea typeface="宋体" panose="02010600030101010101" pitchFamily="2" charset="-122"/>
              <a:cs typeface="+mn-cs"/>
            </a:endParaRPr>
          </a:p>
        </p:txBody>
      </p:sp>
      <p:sp>
        <p:nvSpPr>
          <p:cNvPr id="6155" name="Rectangle 11">
            <a:extLst>
              <a:ext uri="{FF2B5EF4-FFF2-40B4-BE49-F238E27FC236}">
                <a16:creationId xmlns:a16="http://schemas.microsoft.com/office/drawing/2014/main" id="{61C48C3A-00C9-40BE-9AFF-674ABF3C186D}"/>
              </a:ext>
            </a:extLst>
          </p:cNvPr>
          <p:cNvSpPr>
            <a:spLocks noChangeArrowheads="1"/>
          </p:cNvSpPr>
          <p:nvPr/>
        </p:nvSpPr>
        <p:spPr bwMode="auto">
          <a:xfrm>
            <a:off x="611188" y="5181600"/>
            <a:ext cx="8137525"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90000"/>
              </a:lnSpc>
              <a:spcBef>
                <a:spcPct val="20000"/>
              </a:spcBef>
              <a:spcAft>
                <a:spcPct val="0"/>
              </a:spcAft>
              <a:buClrTx/>
              <a:buSzTx/>
              <a:buFontTx/>
              <a:buNone/>
              <a:tabLst/>
              <a:defRPr/>
            </a:pPr>
            <a:r>
              <a:rPr kumimoji="1" lang="zh-CN" altLang="en-US"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在实际应用中，</a:t>
            </a:r>
            <a:r>
              <a:rPr kumimoji="1" lang="en-US" altLang="zh-CN"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y=1</a:t>
            </a:r>
            <a:r>
              <a:rPr kumimoji="1" lang="zh-CN" altLang="en-US"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的情况经常出现，于是有下列</a:t>
            </a:r>
          </a:p>
        </p:txBody>
      </p:sp>
      <p:sp>
        <p:nvSpPr>
          <p:cNvPr id="8" name="WordArt 7">
            <a:extLst>
              <a:ext uri="{FF2B5EF4-FFF2-40B4-BE49-F238E27FC236}">
                <a16:creationId xmlns:a16="http://schemas.microsoft.com/office/drawing/2014/main" id="{C52675F1-7C26-4A9E-920B-FC801D041675}"/>
              </a:ext>
            </a:extLst>
          </p:cNvPr>
          <p:cNvSpPr>
            <a:spLocks noChangeArrowheads="1" noChangeShapeType="1" noTextEdit="1"/>
          </p:cNvSpPr>
          <p:nvPr/>
        </p:nvSpPr>
        <p:spPr bwMode="auto">
          <a:xfrm>
            <a:off x="571472" y="642918"/>
            <a:ext cx="1514476" cy="914400"/>
          </a:xfrm>
          <a:prstGeom prst="rect">
            <a:avLst/>
          </a:prstGeom>
        </p:spPr>
        <p:txBody>
          <a:bodyPr wrap="none" fromWordArt="1">
            <a:prstTxWarp prst="textPlain">
              <a:avLst>
                <a:gd name="adj" fmla="val 50000"/>
              </a:avLst>
            </a:prstTxWarp>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3600" b="1" i="0" u="none" strike="noStrike" kern="10" cap="all" spc="0" normalizeH="0" baseline="0" noProof="0" dirty="0">
                <a:ln/>
                <a:solidFill>
                  <a:srgbClr val="2DA2BF"/>
                </a:solidFill>
                <a:effectLst>
                  <a:outerShdw blurRad="19685" dist="12700" dir="5400000" algn="tl" rotWithShape="0">
                    <a:srgbClr val="2DA2BF">
                      <a:satMod val="130000"/>
                      <a:alpha val="60000"/>
                    </a:srgbClr>
                  </a:outerShdw>
                  <a:reflection blurRad="10000" stA="55000" endPos="48000" dist="500" dir="5400000" sy="-100000" algn="bl" rotWithShape="0"/>
                </a:effectLst>
                <a:uLnTx/>
                <a:uFillTx/>
                <a:latin typeface="宋体"/>
                <a:ea typeface="宋体"/>
                <a:cs typeface="+mn-cs"/>
              </a:rPr>
              <a:t>推论</a:t>
            </a:r>
            <a:r>
              <a:rPr kumimoji="1" lang="en-US" altLang="zh-CN" sz="3600" b="1" i="0" u="none" strike="noStrike" kern="10" cap="all" spc="0" normalizeH="0" baseline="0" noProof="0" dirty="0">
                <a:ln/>
                <a:solidFill>
                  <a:srgbClr val="2DA2BF"/>
                </a:solidFill>
                <a:effectLst>
                  <a:outerShdw blurRad="19685" dist="12700" dir="5400000" algn="tl" rotWithShape="0">
                    <a:srgbClr val="2DA2BF">
                      <a:satMod val="130000"/>
                      <a:alpha val="60000"/>
                    </a:srgbClr>
                  </a:outerShdw>
                  <a:reflection blurRad="10000" stA="55000" endPos="48000" dist="500" dir="5400000" sy="-100000" algn="bl" rotWithShape="0"/>
                </a:effectLst>
                <a:uLnTx/>
                <a:uFillTx/>
                <a:latin typeface="宋体"/>
                <a:ea typeface="宋体"/>
                <a:cs typeface="+mn-cs"/>
              </a:rPr>
              <a:t>1</a:t>
            </a:r>
            <a:endParaRPr kumimoji="1" lang="zh-CN" altLang="en-US" sz="3600" b="1" i="0" u="none" strike="noStrike" kern="10" cap="all" spc="0" normalizeH="0" baseline="0" noProof="0" dirty="0">
              <a:ln/>
              <a:solidFill>
                <a:srgbClr val="2DA2BF"/>
              </a:solidFill>
              <a:effectLst>
                <a:outerShdw blurRad="19685" dist="12700" dir="5400000" algn="tl" rotWithShape="0">
                  <a:srgbClr val="2DA2BF">
                    <a:satMod val="130000"/>
                    <a:alpha val="60000"/>
                  </a:srgbClr>
                </a:outerShdw>
                <a:reflection blurRad="10000" stA="55000" endPos="48000" dist="500" dir="5400000" sy="-100000" algn="bl" rotWithShape="0"/>
              </a:effectLst>
              <a:uLnTx/>
              <a:uFillTx/>
              <a:latin typeface="宋体"/>
              <a:ea typeface="宋体"/>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152"/>
                                        </p:tgtEl>
                                        <p:attrNameLst>
                                          <p:attrName>style.visibility</p:attrName>
                                        </p:attrNameLst>
                                      </p:cBhvr>
                                      <p:to>
                                        <p:strVal val="visible"/>
                                      </p:to>
                                    </p:set>
                                    <p:animEffect transition="in" filter="dissolve">
                                      <p:cBhvr>
                                        <p:cTn id="7" dur="500"/>
                                        <p:tgtEl>
                                          <p:spTgt spid="615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6150"/>
                                        </p:tgtEl>
                                        <p:attrNameLst>
                                          <p:attrName>style.visibility</p:attrName>
                                        </p:attrNameLst>
                                      </p:cBhvr>
                                      <p:to>
                                        <p:strVal val="visible"/>
                                      </p:to>
                                    </p:set>
                                    <p:animEffect transition="in" filter="checkerboard(across)">
                                      <p:cBhvr>
                                        <p:cTn id="12" dur="500"/>
                                        <p:tgtEl>
                                          <p:spTgt spid="615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6155"/>
                                        </p:tgtEl>
                                        <p:attrNameLst>
                                          <p:attrName>style.visibility</p:attrName>
                                        </p:attrNameLst>
                                      </p:cBhvr>
                                      <p:to>
                                        <p:strVal val="visible"/>
                                      </p:to>
                                    </p:set>
                                    <p:anim calcmode="lin" valueType="num">
                                      <p:cBhvr additive="base">
                                        <p:cTn id="17" dur="500" fill="hold"/>
                                        <p:tgtEl>
                                          <p:spTgt spid="6155"/>
                                        </p:tgtEl>
                                        <p:attrNameLst>
                                          <p:attrName>ppt_x</p:attrName>
                                        </p:attrNameLst>
                                      </p:cBhvr>
                                      <p:tavLst>
                                        <p:tav tm="0">
                                          <p:val>
                                            <p:strVal val="0-#ppt_w/2"/>
                                          </p:val>
                                        </p:tav>
                                        <p:tav tm="100000">
                                          <p:val>
                                            <p:strVal val="#ppt_x"/>
                                          </p:val>
                                        </p:tav>
                                      </p:tavLst>
                                    </p:anim>
                                    <p:anim calcmode="lin" valueType="num">
                                      <p:cBhvr additive="base">
                                        <p:cTn id="18" dur="500" fill="hold"/>
                                        <p:tgtEl>
                                          <p:spTgt spid="615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2" grpId="0" autoUpdateAnimBg="0"/>
      <p:bldP spid="6155" grpId="0"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CB3C461B-5367-4311-AE0D-0431B927C232}"/>
              </a:ext>
            </a:extLst>
          </p:cNvPr>
          <p:cNvSpPr>
            <a:spLocks noChangeArrowheads="1"/>
          </p:cNvSpPr>
          <p:nvPr/>
        </p:nvSpPr>
        <p:spPr bwMode="auto">
          <a:xfrm>
            <a:off x="2073275" y="908050"/>
            <a:ext cx="7467600" cy="277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0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a:t>
            </a:r>
            <a:r>
              <a:rPr kumimoji="1" lang="zh-CN" altLang="en-US" sz="2800" b="1" i="0" u="none" strike="noStrike" kern="1200" cap="none" spc="0" normalizeH="0" baseline="0" noProof="0">
                <a:ln>
                  <a:noFill/>
                </a:ln>
                <a:solidFill>
                  <a:srgbClr val="FF0066"/>
                </a:solidFill>
                <a:effectLst/>
                <a:uLnTx/>
                <a:uFillTx/>
                <a:latin typeface="宋体" panose="02010600030101010101" pitchFamily="2" charset="-122"/>
                <a:ea typeface="宋体" panose="02010600030101010101" pitchFamily="2" charset="-122"/>
                <a:cs typeface="+mn-cs"/>
              </a:rPr>
              <a:t>当</a:t>
            </a:r>
            <a:r>
              <a:rPr kumimoji="1" lang="en-US" altLang="zh-CN" sz="2800" b="1" i="0" u="none" strike="noStrike" kern="1200" cap="none" spc="0" normalizeH="0" baseline="0" noProof="0">
                <a:ln>
                  <a:noFill/>
                </a:ln>
                <a:solidFill>
                  <a:srgbClr val="FF0066"/>
                </a:solidFill>
                <a:effectLst/>
                <a:uLnTx/>
                <a:uFillTx/>
                <a:latin typeface="宋体" panose="02010600030101010101" pitchFamily="2" charset="-122"/>
                <a:ea typeface="宋体" panose="02010600030101010101" pitchFamily="2" charset="-122"/>
                <a:cs typeface="+mn-cs"/>
              </a:rPr>
              <a:t>n</a:t>
            </a:r>
            <a:r>
              <a:rPr kumimoji="1" lang="zh-CN" altLang="en-US" sz="2800" b="1" i="0" u="none" strike="noStrike" kern="1200" cap="none" spc="0" normalizeH="0" baseline="0" noProof="0">
                <a:ln>
                  <a:noFill/>
                </a:ln>
                <a:solidFill>
                  <a:srgbClr val="FF0066"/>
                </a:solidFill>
                <a:effectLst/>
                <a:uLnTx/>
                <a:uFillTx/>
                <a:latin typeface="宋体" panose="02010600030101010101" pitchFamily="2" charset="-122"/>
                <a:ea typeface="宋体" panose="02010600030101010101" pitchFamily="2" charset="-122"/>
                <a:cs typeface="+mn-cs"/>
              </a:rPr>
              <a:t>是正整数时，对所有的</a:t>
            </a:r>
            <a:r>
              <a:rPr kumimoji="1" lang="en-US" altLang="zh-CN" sz="2800" b="1" i="0" u="none" strike="noStrike" kern="1200" cap="none" spc="0" normalizeH="0" baseline="0" noProof="0">
                <a:ln>
                  <a:noFill/>
                </a:ln>
                <a:solidFill>
                  <a:srgbClr val="FF0066"/>
                </a:solidFill>
                <a:effectLst/>
                <a:uLnTx/>
                <a:uFillTx/>
                <a:latin typeface="宋体" panose="02010600030101010101" pitchFamily="2" charset="-122"/>
                <a:ea typeface="宋体" panose="02010600030101010101" pitchFamily="2" charset="-122"/>
                <a:cs typeface="+mn-cs"/>
              </a:rPr>
              <a:t>x</a:t>
            </a:r>
            <a:r>
              <a:rPr kumimoji="1" lang="zh-CN" altLang="en-US" sz="2800" b="1" i="0" u="none" strike="noStrike" kern="1200" cap="none" spc="0" normalizeH="0" baseline="0" noProof="0">
                <a:ln>
                  <a:noFill/>
                </a:ln>
                <a:solidFill>
                  <a:srgbClr val="FF0066"/>
                </a:solidFill>
                <a:effectLst/>
                <a:uLnTx/>
                <a:uFillTx/>
                <a:latin typeface="宋体" panose="02010600030101010101" pitchFamily="2" charset="-122"/>
                <a:ea typeface="宋体" panose="02010600030101010101" pitchFamily="2" charset="-122"/>
                <a:cs typeface="+mn-cs"/>
              </a:rPr>
              <a:t>有</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1" lang="zh-CN" altLang="en-US" sz="32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a:t>
            </a:r>
            <a:endParaRPr kumimoji="1" lang="en-US" altLang="zh-CN" sz="32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0000"/>
              </a:lnSpc>
              <a:spcBef>
                <a:spcPct val="50000"/>
              </a:spcBef>
              <a:spcAft>
                <a:spcPct val="0"/>
              </a:spcAft>
              <a:buClrTx/>
              <a:buSzTx/>
              <a:buFontTx/>
              <a:buNone/>
              <a:tabLst/>
              <a:defRPr/>
            </a:pPr>
            <a:endParaRPr kumimoji="1" lang="en-US" altLang="zh-CN" sz="32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0000"/>
              </a:lnSpc>
              <a:spcBef>
                <a:spcPct val="50000"/>
              </a:spcBef>
              <a:spcAft>
                <a:spcPct val="0"/>
              </a:spcAft>
              <a:buClrTx/>
              <a:buSzTx/>
              <a:buFontTx/>
              <a:buNone/>
              <a:tabLst/>
              <a:defRPr/>
            </a:pPr>
            <a:endParaRPr kumimoji="1" lang="en-US" altLang="zh-CN" sz="32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graphicFrame>
        <p:nvGraphicFramePr>
          <p:cNvPr id="14339" name="Object 3">
            <a:extLst>
              <a:ext uri="{FF2B5EF4-FFF2-40B4-BE49-F238E27FC236}">
                <a16:creationId xmlns:a16="http://schemas.microsoft.com/office/drawing/2014/main" id="{AE5A55D3-01EB-4A4B-A13C-E22C9886AB4A}"/>
              </a:ext>
            </a:extLst>
          </p:cNvPr>
          <p:cNvGraphicFramePr>
            <a:graphicFrameLocks noChangeAspect="1"/>
          </p:cNvGraphicFramePr>
          <p:nvPr/>
        </p:nvGraphicFramePr>
        <p:xfrm>
          <a:off x="2398713" y="1624013"/>
          <a:ext cx="3781425" cy="968375"/>
        </p:xfrm>
        <a:graphic>
          <a:graphicData uri="http://schemas.openxmlformats.org/presentationml/2006/ole">
            <mc:AlternateContent xmlns:mc="http://schemas.openxmlformats.org/markup-compatibility/2006">
              <mc:Choice xmlns:v="urn:schemas-microsoft-com:vml" Requires="v">
                <p:oleObj name="公式" r:id="rId2" imgW="1168200" imgH="457200" progId="Equation.3">
                  <p:embed/>
                </p:oleObj>
              </mc:Choice>
              <mc:Fallback>
                <p:oleObj name="公式" r:id="rId2" imgW="1168200" imgH="457200" progId="Equation.3">
                  <p:embed/>
                  <p:pic>
                    <p:nvPicPr>
                      <p:cNvPr id="14339" name="Object 3">
                        <a:extLst>
                          <a:ext uri="{FF2B5EF4-FFF2-40B4-BE49-F238E27FC236}">
                            <a16:creationId xmlns:a16="http://schemas.microsoft.com/office/drawing/2014/main" id="{AE5A55D3-01EB-4A4B-A13C-E22C9886AB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98713" y="1624013"/>
                        <a:ext cx="3781425" cy="968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41" name="Rectangle 5">
            <a:extLst>
              <a:ext uri="{FF2B5EF4-FFF2-40B4-BE49-F238E27FC236}">
                <a16:creationId xmlns:a16="http://schemas.microsoft.com/office/drawing/2014/main" id="{561648B5-A686-47B0-B743-75D38F5E7C12}"/>
              </a:ext>
            </a:extLst>
          </p:cNvPr>
          <p:cNvSpPr>
            <a:spLocks noChangeArrowheads="1"/>
          </p:cNvSpPr>
          <p:nvPr/>
        </p:nvSpPr>
        <p:spPr bwMode="auto">
          <a:xfrm>
            <a:off x="827088" y="3148013"/>
            <a:ext cx="7239000" cy="280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32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令</a:t>
            </a:r>
            <a:r>
              <a:rPr kumimoji="1" lang="en-US" altLang="zh-CN" sz="32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x=1</a:t>
            </a:r>
            <a:r>
              <a:rPr kumimoji="1" lang="zh-CN" altLang="en-US" sz="32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时，有</a:t>
            </a:r>
            <a:r>
              <a:rPr kumimoji="1" lang="zh-CN" altLang="en-US" sz="2800" b="1" i="0" u="none" strike="noStrike" kern="1200" cap="none" spc="0" normalizeH="0" baseline="0" noProof="0">
                <a:ln>
                  <a:noFill/>
                </a:ln>
                <a:solidFill>
                  <a:srgbClr val="FF0066"/>
                </a:solidFill>
                <a:effectLst/>
                <a:uLnTx/>
                <a:uFillTx/>
                <a:latin typeface="宋体" panose="02010600030101010101" pitchFamily="2" charset="-122"/>
                <a:ea typeface="宋体" panose="02010600030101010101" pitchFamily="2" charset="-122"/>
                <a:cs typeface="+mn-cs"/>
              </a:rPr>
              <a:t>推论</a:t>
            </a:r>
            <a:r>
              <a:rPr kumimoji="1" lang="en-US" altLang="zh-CN" sz="2800" b="1" i="0" u="none" strike="noStrike" kern="1200" cap="none" spc="0" normalizeH="0" baseline="0" noProof="0">
                <a:ln>
                  <a:noFill/>
                </a:ln>
                <a:solidFill>
                  <a:srgbClr val="FF0066"/>
                </a:solidFill>
                <a:effectLst/>
                <a:uLnTx/>
                <a:uFillTx/>
                <a:latin typeface="宋体" panose="02010600030101010101" pitchFamily="2" charset="-122"/>
                <a:ea typeface="宋体" panose="02010600030101010101" pitchFamily="2" charset="-122"/>
                <a:cs typeface="+mn-cs"/>
              </a:rPr>
              <a:t>3</a:t>
            </a:r>
            <a:r>
              <a:rPr kumimoji="1" lang="zh-CN" altLang="en-US" sz="32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当</a:t>
            </a:r>
            <a:r>
              <a:rPr kumimoji="1" lang="en-US" altLang="zh-CN" sz="32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n</a:t>
            </a:r>
            <a:r>
              <a:rPr kumimoji="1" lang="zh-CN" altLang="en-US" sz="32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是正整数时，都有</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32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    </a:t>
            </a:r>
            <a:endParaRPr kumimoji="1" lang="en-US" altLang="zh-CN" sz="3200" b="1" i="0" u="none" strike="noStrike" kern="1200" cap="none" spc="0" normalizeH="0" baseline="0" noProof="0">
              <a:ln>
                <a:noFill/>
              </a:ln>
              <a:solidFill>
                <a:srgbClr val="FF0066"/>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en-US" altLang="zh-CN" sz="32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0000"/>
              </a:lnSpc>
              <a:spcBef>
                <a:spcPct val="50000"/>
              </a:spcBef>
              <a:spcAft>
                <a:spcPct val="0"/>
              </a:spcAft>
              <a:buClrTx/>
              <a:buSzTx/>
              <a:buFontTx/>
              <a:buNone/>
              <a:tabLst/>
              <a:defRPr/>
            </a:pPr>
            <a:endParaRPr kumimoji="1" lang="en-US" altLang="zh-CN" sz="32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graphicFrame>
        <p:nvGraphicFramePr>
          <p:cNvPr id="14342" name="Object 6">
            <a:extLst>
              <a:ext uri="{FF2B5EF4-FFF2-40B4-BE49-F238E27FC236}">
                <a16:creationId xmlns:a16="http://schemas.microsoft.com/office/drawing/2014/main" id="{CBB31477-B83D-45F4-B7CE-D10C902C3528}"/>
              </a:ext>
            </a:extLst>
          </p:cNvPr>
          <p:cNvGraphicFramePr>
            <a:graphicFrameLocks noChangeAspect="1"/>
          </p:cNvGraphicFramePr>
          <p:nvPr/>
        </p:nvGraphicFramePr>
        <p:xfrm>
          <a:off x="3338513" y="3795713"/>
          <a:ext cx="2535237" cy="1179512"/>
        </p:xfrm>
        <a:graphic>
          <a:graphicData uri="http://schemas.openxmlformats.org/presentationml/2006/ole">
            <mc:AlternateContent xmlns:mc="http://schemas.openxmlformats.org/markup-compatibility/2006">
              <mc:Choice xmlns:v="urn:schemas-microsoft-com:vml" Requires="v">
                <p:oleObj name="公式" r:id="rId4" imgW="736560" imgH="457200" progId="Equation.3">
                  <p:embed/>
                </p:oleObj>
              </mc:Choice>
              <mc:Fallback>
                <p:oleObj name="公式" r:id="rId4" imgW="736560" imgH="457200" progId="Equation.3">
                  <p:embed/>
                  <p:pic>
                    <p:nvPicPr>
                      <p:cNvPr id="14342" name="Object 6">
                        <a:extLst>
                          <a:ext uri="{FF2B5EF4-FFF2-40B4-BE49-F238E27FC236}">
                            <a16:creationId xmlns:a16="http://schemas.microsoft.com/office/drawing/2014/main" id="{CBB31477-B83D-45F4-B7CE-D10C902C352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38513" y="3795713"/>
                        <a:ext cx="2535237" cy="1179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WordArt 7">
            <a:extLst>
              <a:ext uri="{FF2B5EF4-FFF2-40B4-BE49-F238E27FC236}">
                <a16:creationId xmlns:a16="http://schemas.microsoft.com/office/drawing/2014/main" id="{92E25634-A79F-462D-9885-AD7609809723}"/>
              </a:ext>
            </a:extLst>
          </p:cNvPr>
          <p:cNvSpPr>
            <a:spLocks noChangeArrowheads="1" noChangeShapeType="1" noTextEdit="1"/>
          </p:cNvSpPr>
          <p:nvPr/>
        </p:nvSpPr>
        <p:spPr bwMode="auto">
          <a:xfrm>
            <a:off x="824136" y="426368"/>
            <a:ext cx="1371600" cy="914400"/>
          </a:xfrm>
          <a:prstGeom prst="rect">
            <a:avLst/>
          </a:prstGeom>
        </p:spPr>
        <p:txBody>
          <a:bodyPr wrap="none" fromWordArt="1">
            <a:prstTxWarp prst="textPlain">
              <a:avLst>
                <a:gd name="adj" fmla="val 50000"/>
              </a:avLst>
            </a:prstTxWarp>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3600" b="1" i="0" u="none" strike="noStrike" kern="10" cap="all" spc="0" normalizeH="0" baseline="0" noProof="0" dirty="0">
                <a:ln/>
                <a:solidFill>
                  <a:srgbClr val="2DA2BF"/>
                </a:solidFill>
                <a:effectLst>
                  <a:outerShdw blurRad="19685" dist="12700" dir="5400000" algn="tl" rotWithShape="0">
                    <a:srgbClr val="2DA2BF">
                      <a:satMod val="130000"/>
                      <a:alpha val="60000"/>
                    </a:srgbClr>
                  </a:outerShdw>
                  <a:reflection blurRad="10000" stA="55000" endPos="48000" dist="500" dir="5400000" sy="-100000" algn="bl" rotWithShape="0"/>
                </a:effectLst>
                <a:uLnTx/>
                <a:uFillTx/>
                <a:latin typeface="宋体"/>
                <a:ea typeface="宋体"/>
                <a:cs typeface="+mn-cs"/>
              </a:rPr>
              <a:t>推论</a:t>
            </a:r>
            <a:r>
              <a:rPr kumimoji="1" lang="en-US" altLang="zh-CN" sz="3600" b="1" i="0" u="none" strike="noStrike" kern="10" cap="all" spc="0" normalizeH="0" baseline="0" noProof="0" dirty="0">
                <a:ln/>
                <a:solidFill>
                  <a:srgbClr val="2DA2BF"/>
                </a:solidFill>
                <a:effectLst>
                  <a:outerShdw blurRad="19685" dist="12700" dir="5400000" algn="tl" rotWithShape="0">
                    <a:srgbClr val="2DA2BF">
                      <a:satMod val="130000"/>
                      <a:alpha val="60000"/>
                    </a:srgbClr>
                  </a:outerShdw>
                  <a:reflection blurRad="10000" stA="55000" endPos="48000" dist="500" dir="5400000" sy="-100000" algn="bl" rotWithShape="0"/>
                </a:effectLst>
                <a:uLnTx/>
                <a:uFillTx/>
                <a:latin typeface="宋体"/>
                <a:ea typeface="宋体"/>
                <a:cs typeface="+mn-cs"/>
              </a:rPr>
              <a:t>2</a:t>
            </a:r>
            <a:endParaRPr kumimoji="1" lang="zh-CN" altLang="en-US" sz="3600" b="1" i="0" u="none" strike="noStrike" kern="10" cap="all" spc="0" normalizeH="0" baseline="0" noProof="0" dirty="0">
              <a:ln/>
              <a:solidFill>
                <a:srgbClr val="2DA2BF"/>
              </a:solidFill>
              <a:effectLst>
                <a:outerShdw blurRad="19685" dist="12700" dir="5400000" algn="tl" rotWithShape="0">
                  <a:srgbClr val="2DA2BF">
                    <a:satMod val="130000"/>
                    <a:alpha val="60000"/>
                  </a:srgbClr>
                </a:outerShdw>
                <a:reflection blurRad="10000" stA="55000" endPos="48000" dist="500" dir="5400000" sy="-100000" algn="bl" rotWithShape="0"/>
              </a:effectLst>
              <a:uLnTx/>
              <a:uFillTx/>
              <a:latin typeface="宋体"/>
              <a:ea typeface="宋体"/>
              <a:cs typeface="+mn-cs"/>
            </a:endParaRPr>
          </a:p>
        </p:txBody>
      </p:sp>
      <p:sp>
        <p:nvSpPr>
          <p:cNvPr id="5127" name="矩形 7">
            <a:extLst>
              <a:ext uri="{FF2B5EF4-FFF2-40B4-BE49-F238E27FC236}">
                <a16:creationId xmlns:a16="http://schemas.microsoft.com/office/drawing/2014/main" id="{D3DE9A8B-8423-4A2E-9614-CB5099CFFEC9}"/>
              </a:ext>
            </a:extLst>
          </p:cNvPr>
          <p:cNvSpPr>
            <a:spLocks noChangeArrowheads="1"/>
          </p:cNvSpPr>
          <p:nvPr/>
        </p:nvSpPr>
        <p:spPr bwMode="auto">
          <a:xfrm>
            <a:off x="6875463" y="1916113"/>
            <a:ext cx="11636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a:ln>
                  <a:noFill/>
                </a:ln>
                <a:solidFill>
                  <a:srgbClr val="FF0066"/>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2400" b="1" i="0" u="none" strike="noStrike" kern="1200" cap="none" spc="0" normalizeH="0" baseline="0" noProof="0">
                <a:ln>
                  <a:noFill/>
                </a:ln>
                <a:solidFill>
                  <a:srgbClr val="FF0066"/>
                </a:solidFill>
                <a:effectLst/>
                <a:uLnTx/>
                <a:uFillTx/>
                <a:latin typeface="宋体" panose="02010600030101010101" pitchFamily="2" charset="-122"/>
                <a:ea typeface="宋体" panose="02010600030101010101" pitchFamily="2" charset="-122"/>
                <a:cs typeface="+mn-cs"/>
              </a:rPr>
              <a:t>.</a:t>
            </a:r>
            <a:r>
              <a:rPr kumimoji="1" lang="en-US" altLang="zh-CN" sz="2400" b="1" i="0" u="none" strike="noStrike" kern="1200" cap="none" spc="0" normalizeH="0" baseline="0" noProof="0">
                <a:ln>
                  <a:noFill/>
                </a:ln>
                <a:solidFill>
                  <a:srgbClr val="FF0066"/>
                </a:solidFill>
                <a:effectLst/>
                <a:uLnTx/>
                <a:uFillTx/>
                <a:latin typeface="Times New Roman" panose="02020603050405020304" pitchFamily="18" charset="0"/>
                <a:ea typeface="宋体" panose="02010600030101010101" pitchFamily="2" charset="-122"/>
                <a:cs typeface="Times New Roman" panose="02020603050405020304" pitchFamily="18" charset="0"/>
              </a:rPr>
              <a:t>13)</a:t>
            </a:r>
            <a:r>
              <a:rPr kumimoji="1" lang="en-US" altLang="zh-CN" sz="24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 </a:t>
            </a:r>
            <a:endParaRPr kumimoji="1" lang="zh-CN" altLang="en-US" sz="24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5128" name="矩形 8">
            <a:extLst>
              <a:ext uri="{FF2B5EF4-FFF2-40B4-BE49-F238E27FC236}">
                <a16:creationId xmlns:a16="http://schemas.microsoft.com/office/drawing/2014/main" id="{9C560CCE-D488-4C3C-B542-0D1CC265E435}"/>
              </a:ext>
            </a:extLst>
          </p:cNvPr>
          <p:cNvSpPr>
            <a:spLocks noChangeArrowheads="1"/>
          </p:cNvSpPr>
          <p:nvPr/>
        </p:nvSpPr>
        <p:spPr bwMode="auto">
          <a:xfrm>
            <a:off x="6804025" y="4221163"/>
            <a:ext cx="11620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a:ln>
                  <a:noFill/>
                </a:ln>
                <a:solidFill>
                  <a:srgbClr val="FF0066"/>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2400" b="1" i="0" u="none" strike="noStrike" kern="1200" cap="none" spc="0" normalizeH="0" baseline="0" noProof="0">
                <a:ln>
                  <a:noFill/>
                </a:ln>
                <a:solidFill>
                  <a:srgbClr val="FF0066"/>
                </a:solidFill>
                <a:effectLst/>
                <a:uLnTx/>
                <a:uFillTx/>
                <a:latin typeface="宋体" panose="02010600030101010101" pitchFamily="2" charset="-122"/>
                <a:ea typeface="宋体" panose="02010600030101010101" pitchFamily="2" charset="-122"/>
                <a:cs typeface="+mn-cs"/>
              </a:rPr>
              <a:t>.</a:t>
            </a:r>
            <a:r>
              <a:rPr kumimoji="1" lang="en-US" altLang="zh-CN" sz="2400" b="1" i="0" u="none" strike="noStrike" kern="1200" cap="none" spc="0" normalizeH="0" baseline="0" noProof="0">
                <a:ln>
                  <a:noFill/>
                </a:ln>
                <a:solidFill>
                  <a:srgbClr val="FF0066"/>
                </a:solidFill>
                <a:effectLst/>
                <a:uLnTx/>
                <a:uFillTx/>
                <a:latin typeface="Times New Roman" panose="02020603050405020304" pitchFamily="18" charset="0"/>
                <a:ea typeface="宋体" panose="02010600030101010101" pitchFamily="2" charset="-122"/>
                <a:cs typeface="Times New Roman" panose="02020603050405020304" pitchFamily="18" charset="0"/>
              </a:rPr>
              <a:t>14)</a:t>
            </a:r>
            <a:r>
              <a:rPr kumimoji="1" lang="en-US" altLang="zh-CN" sz="24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 </a:t>
            </a:r>
            <a:endParaRPr kumimoji="1" lang="zh-CN" altLang="en-US" sz="24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338"/>
                                        </p:tgtEl>
                                        <p:attrNameLst>
                                          <p:attrName>style.visibility</p:attrName>
                                        </p:attrNameLst>
                                      </p:cBhvr>
                                      <p:to>
                                        <p:strVal val="visible"/>
                                      </p:to>
                                    </p:set>
                                    <p:animEffect transition="in" filter="blinds(horizontal)">
                                      <p:cBhvr>
                                        <p:cTn id="7" dur="500"/>
                                        <p:tgtEl>
                                          <p:spTgt spid="14338"/>
                                        </p:tgtEl>
                                      </p:cBhvr>
                                    </p:animEffect>
                                  </p:childTnLst>
                                </p:cTn>
                              </p:par>
                            </p:childTnLst>
                          </p:cTn>
                        </p:par>
                        <p:par>
                          <p:cTn id="8" fill="hold" nodeType="afterGroup">
                            <p:stCondLst>
                              <p:cond delay="500"/>
                            </p:stCondLst>
                            <p:childTnLst>
                              <p:par>
                                <p:cTn id="9" presetID="4" presetClass="entr" presetSubtype="16" fill="hold" nodeType="afterEffect">
                                  <p:stCondLst>
                                    <p:cond delay="0"/>
                                  </p:stCondLst>
                                  <p:childTnLst>
                                    <p:set>
                                      <p:cBhvr>
                                        <p:cTn id="10" dur="1" fill="hold">
                                          <p:stCondLst>
                                            <p:cond delay="0"/>
                                          </p:stCondLst>
                                        </p:cTn>
                                        <p:tgtEl>
                                          <p:spTgt spid="14339"/>
                                        </p:tgtEl>
                                        <p:attrNameLst>
                                          <p:attrName>style.visibility</p:attrName>
                                        </p:attrNameLst>
                                      </p:cBhvr>
                                      <p:to>
                                        <p:strVal val="visible"/>
                                      </p:to>
                                    </p:set>
                                    <p:animEffect transition="in" filter="box(in)">
                                      <p:cBhvr>
                                        <p:cTn id="11" dur="500"/>
                                        <p:tgtEl>
                                          <p:spTgt spid="14339"/>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5" presetClass="entr" presetSubtype="10" fill="hold" grpId="0" nodeType="clickEffect">
                                  <p:stCondLst>
                                    <p:cond delay="0"/>
                                  </p:stCondLst>
                                  <p:childTnLst>
                                    <p:set>
                                      <p:cBhvr>
                                        <p:cTn id="15" dur="1" fill="hold">
                                          <p:stCondLst>
                                            <p:cond delay="0"/>
                                          </p:stCondLst>
                                        </p:cTn>
                                        <p:tgtEl>
                                          <p:spTgt spid="14341"/>
                                        </p:tgtEl>
                                        <p:attrNameLst>
                                          <p:attrName>style.visibility</p:attrName>
                                        </p:attrNameLst>
                                      </p:cBhvr>
                                      <p:to>
                                        <p:strVal val="visible"/>
                                      </p:to>
                                    </p:set>
                                    <p:animEffect transition="in" filter="checkerboard(across)">
                                      <p:cBhvr>
                                        <p:cTn id="16" dur="500"/>
                                        <p:tgtEl>
                                          <p:spTgt spid="14341"/>
                                        </p:tgtEl>
                                      </p:cBhvr>
                                    </p:animEffect>
                                  </p:childTnLst>
                                </p:cTn>
                              </p:par>
                            </p:childTnLst>
                          </p:cTn>
                        </p:par>
                        <p:par>
                          <p:cTn id="17" fill="hold" nodeType="afterGroup">
                            <p:stCondLst>
                              <p:cond delay="500"/>
                            </p:stCondLst>
                            <p:childTnLst>
                              <p:par>
                                <p:cTn id="18" presetID="9" presetClass="entr" presetSubtype="0" fill="hold" nodeType="afterEffect">
                                  <p:stCondLst>
                                    <p:cond delay="0"/>
                                  </p:stCondLst>
                                  <p:childTnLst>
                                    <p:set>
                                      <p:cBhvr>
                                        <p:cTn id="19" dur="1" fill="hold">
                                          <p:stCondLst>
                                            <p:cond delay="0"/>
                                          </p:stCondLst>
                                        </p:cTn>
                                        <p:tgtEl>
                                          <p:spTgt spid="14342"/>
                                        </p:tgtEl>
                                        <p:attrNameLst>
                                          <p:attrName>style.visibility</p:attrName>
                                        </p:attrNameLst>
                                      </p:cBhvr>
                                      <p:to>
                                        <p:strVal val="visible"/>
                                      </p:to>
                                    </p:set>
                                    <p:animEffect transition="in" filter="dissolve">
                                      <p:cBhvr>
                                        <p:cTn id="20" dur="500"/>
                                        <p:tgtEl>
                                          <p:spTgt spid="143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autoUpdateAnimBg="0"/>
      <p:bldP spid="14341" grpId="0"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a:extLst>
              <a:ext uri="{FF2B5EF4-FFF2-40B4-BE49-F238E27FC236}">
                <a16:creationId xmlns:a16="http://schemas.microsoft.com/office/drawing/2014/main" id="{FD846E1A-F891-4B51-84FA-7FDB4A70D245}"/>
              </a:ext>
            </a:extLst>
          </p:cNvPr>
          <p:cNvSpPr>
            <a:spLocks noChangeArrowheads="1"/>
          </p:cNvSpPr>
          <p:nvPr/>
        </p:nvSpPr>
        <p:spPr bwMode="auto">
          <a:xfrm>
            <a:off x="755650" y="738188"/>
            <a:ext cx="7772400" cy="501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a:t>
            </a:r>
            <a:r>
              <a:rPr kumimoji="1" lang="zh-CN" altLang="en-US"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在式</a:t>
            </a:r>
            <a:r>
              <a:rPr kumimoji="1" lang="en-US" altLang="zh-CN"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(1.13)</a:t>
            </a:r>
            <a:r>
              <a:rPr kumimoji="1" lang="zh-CN" altLang="en-US"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中，令</a:t>
            </a:r>
            <a:r>
              <a:rPr kumimoji="1" lang="en-US" altLang="zh-CN"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x=-1</a:t>
            </a:r>
            <a:r>
              <a:rPr kumimoji="1" lang="zh-CN" altLang="en-US"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时，有</a:t>
            </a:r>
            <a:r>
              <a:rPr kumimoji="1" lang="zh-CN" altLang="en-US" sz="3200" b="0" i="0" u="none" strike="noStrike" kern="1200" cap="none" spc="0" normalizeH="0" baseline="0" noProof="0">
                <a:ln>
                  <a:noFill/>
                </a:ln>
                <a:solidFill>
                  <a:srgbClr val="FF0066"/>
                </a:solidFill>
                <a:effectLst/>
                <a:uLnTx/>
                <a:uFillTx/>
                <a:latin typeface="宋体" panose="02010600030101010101" pitchFamily="2" charset="-122"/>
                <a:ea typeface="宋体" panose="02010600030101010101" pitchFamily="2" charset="-122"/>
                <a:cs typeface="+mn-cs"/>
              </a:rPr>
              <a:t>推论</a:t>
            </a:r>
            <a:r>
              <a:rPr kumimoji="1" lang="en-US" altLang="zh-CN" sz="3200" b="0" i="0" u="none" strike="noStrike" kern="1200" cap="none" spc="0" normalizeH="0" baseline="0" noProof="0">
                <a:ln>
                  <a:noFill/>
                </a:ln>
                <a:solidFill>
                  <a:srgbClr val="FF0066"/>
                </a:solidFill>
                <a:effectLst/>
                <a:uLnTx/>
                <a:uFillTx/>
                <a:latin typeface="宋体" panose="02010600030101010101" pitchFamily="2" charset="-122"/>
                <a:ea typeface="宋体" panose="02010600030101010101" pitchFamily="2" charset="-122"/>
                <a:cs typeface="+mn-cs"/>
              </a:rPr>
              <a:t>4</a:t>
            </a:r>
            <a:r>
              <a:rPr kumimoji="1" lang="zh-CN" altLang="en-US"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当</a:t>
            </a:r>
            <a:r>
              <a:rPr kumimoji="1" lang="en-US" altLang="zh-CN"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n</a:t>
            </a:r>
            <a:r>
              <a:rPr kumimoji="1" lang="zh-CN" altLang="en-US"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是正整数时，有</a:t>
            </a:r>
          </a:p>
          <a:p>
            <a:pPr marL="0" marR="0" lvl="0" indent="0" algn="just" defTabSz="914400" rtl="0" eaLnBrk="1" fontAlgn="base" latinLnBrk="0" hangingPunct="1">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tabLst/>
              <a:defRPr/>
            </a:pPr>
            <a:r>
              <a:rPr kumimoji="1" lang="zh-CN" altLang="en-US"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                            </a:t>
            </a:r>
            <a:r>
              <a:rPr kumimoji="1" lang="en-US" altLang="zh-CN" sz="2400" b="1" i="0" u="none" strike="noStrike" kern="1200" cap="none" spc="0" normalizeH="0" baseline="0" noProof="0">
                <a:ln>
                  <a:noFill/>
                </a:ln>
                <a:solidFill>
                  <a:srgbClr val="FF0066"/>
                </a:solidFill>
                <a:effectLst/>
                <a:uLnTx/>
                <a:uFillTx/>
                <a:latin typeface="Times New Roman" panose="02020603050405020304" pitchFamily="18" charset="0"/>
                <a:ea typeface="宋体" panose="02010600030101010101" pitchFamily="2" charset="-122"/>
                <a:cs typeface="Times New Roman" panose="02020603050405020304" pitchFamily="18" charset="0"/>
              </a:rPr>
              <a:t>(1.15)                                                                                                                                   </a:t>
            </a:r>
          </a:p>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  </a:t>
            </a:r>
            <a:r>
              <a:rPr kumimoji="1" lang="zh-CN" altLang="en-US" sz="3200" b="0" i="0" u="none" strike="noStrike" kern="1200" cap="none" spc="0" normalizeH="0" baseline="0" noProof="0">
                <a:ln>
                  <a:noFill/>
                </a:ln>
                <a:solidFill>
                  <a:srgbClr val="FF0000"/>
                </a:solidFill>
                <a:effectLst/>
                <a:uLnTx/>
                <a:uFillTx/>
                <a:latin typeface="宋体" panose="02010600030101010101" pitchFamily="2" charset="-122"/>
                <a:ea typeface="宋体" panose="02010600030101010101" pitchFamily="2" charset="-122"/>
                <a:cs typeface="+mn-cs"/>
              </a:rPr>
              <a:t>注意，</a:t>
            </a:r>
            <a:r>
              <a:rPr kumimoji="1" lang="zh-CN" altLang="en-US"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推论</a:t>
            </a:r>
            <a:r>
              <a:rPr kumimoji="1" lang="en-US" altLang="zh-CN"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3</a:t>
            </a:r>
            <a:r>
              <a:rPr kumimoji="1" lang="zh-CN" altLang="en-US"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表明，在具有</a:t>
            </a:r>
            <a:r>
              <a:rPr kumimoji="1" lang="en-US" altLang="zh-CN"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n</a:t>
            </a:r>
            <a:r>
              <a:rPr kumimoji="1" lang="zh-CN" altLang="en-US"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个元素的集合中，所有子集的个数为</a:t>
            </a:r>
            <a:r>
              <a:rPr kumimoji="1" lang="en-US" altLang="zh-CN"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2</a:t>
            </a:r>
            <a:r>
              <a:rPr kumimoji="1" lang="en-US" altLang="zh-CN" sz="3200" b="0" i="0" u="none" strike="noStrike" kern="1200" cap="none" spc="0" normalizeH="0" baseline="30000" noProof="0">
                <a:ln>
                  <a:noFill/>
                </a:ln>
                <a:solidFill>
                  <a:prstClr val="black"/>
                </a:solidFill>
                <a:effectLst/>
                <a:uLnTx/>
                <a:uFillTx/>
                <a:latin typeface="宋体" panose="02010600030101010101" pitchFamily="2" charset="-122"/>
                <a:ea typeface="宋体" panose="02010600030101010101" pitchFamily="2" charset="-122"/>
                <a:cs typeface="+mn-cs"/>
              </a:rPr>
              <a:t>n</a:t>
            </a:r>
            <a:r>
              <a:rPr kumimoji="1" lang="zh-CN" altLang="en-US"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a:t>
            </a:r>
            <a:endParaRPr kumimoji="1" lang="en-US" altLang="zh-CN"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tabLst/>
              <a:defRPr/>
            </a:pPr>
            <a:r>
              <a:rPr kumimoji="1" lang="zh-CN" altLang="en-US"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        推论</a:t>
            </a:r>
            <a:r>
              <a:rPr kumimoji="1" lang="en-US" altLang="zh-CN"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4</a:t>
            </a:r>
            <a:r>
              <a:rPr kumimoji="1" lang="zh-CN" altLang="en-US"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表明，在具有</a:t>
            </a:r>
            <a:r>
              <a:rPr kumimoji="1" lang="en-US" altLang="zh-CN"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n(n≠0)</a:t>
            </a:r>
            <a:r>
              <a:rPr kumimoji="1" lang="zh-CN" altLang="en-US"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个元素的集合中，偶数子集的个数与奇数子集的个数相等。</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altLang="zh-CN"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endParaRPr>
          </a:p>
        </p:txBody>
      </p:sp>
      <p:graphicFrame>
        <p:nvGraphicFramePr>
          <p:cNvPr id="7173" name="Object 5">
            <a:extLst>
              <a:ext uri="{FF2B5EF4-FFF2-40B4-BE49-F238E27FC236}">
                <a16:creationId xmlns:a16="http://schemas.microsoft.com/office/drawing/2014/main" id="{1D9BF0B7-B744-46C9-AC38-2AFBA705AD12}"/>
              </a:ext>
            </a:extLst>
          </p:cNvPr>
          <p:cNvGraphicFramePr>
            <a:graphicFrameLocks noChangeAspect="1"/>
          </p:cNvGraphicFramePr>
          <p:nvPr/>
        </p:nvGraphicFramePr>
        <p:xfrm>
          <a:off x="2411413" y="1673225"/>
          <a:ext cx="3048000" cy="1006475"/>
        </p:xfrm>
        <a:graphic>
          <a:graphicData uri="http://schemas.openxmlformats.org/presentationml/2006/ole">
            <mc:AlternateContent xmlns:mc="http://schemas.openxmlformats.org/markup-compatibility/2006">
              <mc:Choice xmlns:v="urn:schemas-microsoft-com:vml" Requires="v">
                <p:oleObj name="公式" r:id="rId2" imgW="1002960" imgH="457200" progId="Equation.3">
                  <p:embed/>
                </p:oleObj>
              </mc:Choice>
              <mc:Fallback>
                <p:oleObj name="公式" r:id="rId2" imgW="1002960" imgH="457200" progId="Equation.3">
                  <p:embed/>
                  <p:pic>
                    <p:nvPicPr>
                      <p:cNvPr id="7173" name="Object 5">
                        <a:extLst>
                          <a:ext uri="{FF2B5EF4-FFF2-40B4-BE49-F238E27FC236}">
                            <a16:creationId xmlns:a16="http://schemas.microsoft.com/office/drawing/2014/main" id="{1D9BF0B7-B744-46C9-AC38-2AFBA705AD12}"/>
                          </a:ext>
                        </a:extLst>
                      </p:cNvPr>
                      <p:cNvPicPr>
                        <a:picLocks noChangeAspect="1" noChangeArrowheads="1"/>
                      </p:cNvPicPr>
                      <p:nvPr/>
                    </p:nvPicPr>
                    <p:blipFill>
                      <a:blip r:embed="rId3">
                        <a:grayscl/>
                        <a:biLevel thresh="50000"/>
                        <a:extLst>
                          <a:ext uri="{28A0092B-C50C-407E-A947-70E740481C1C}">
                            <a14:useLocalDpi xmlns:a14="http://schemas.microsoft.com/office/drawing/2010/main" val="0"/>
                          </a:ext>
                        </a:extLst>
                      </a:blip>
                      <a:srcRect/>
                      <a:stretch>
                        <a:fillRect/>
                      </a:stretch>
                    </p:blipFill>
                    <p:spPr bwMode="auto">
                      <a:xfrm>
                        <a:off x="2411413" y="1673225"/>
                        <a:ext cx="3048000" cy="1006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171"/>
                                        </p:tgtEl>
                                        <p:attrNameLst>
                                          <p:attrName>style.visibility</p:attrName>
                                        </p:attrNameLst>
                                      </p:cBhvr>
                                      <p:to>
                                        <p:strVal val="visible"/>
                                      </p:to>
                                    </p:set>
                                    <p:animEffect transition="in" filter="blinds(horizontal)">
                                      <p:cBhvr>
                                        <p:cTn id="7" dur="500"/>
                                        <p:tgtEl>
                                          <p:spTgt spid="7171"/>
                                        </p:tgtEl>
                                      </p:cBhvr>
                                    </p:animEffect>
                                  </p:childTnLst>
                                </p:cTn>
                              </p:par>
                            </p:childTnLst>
                          </p:cTn>
                        </p:par>
                        <p:par>
                          <p:cTn id="8" fill="hold" nodeType="afterGroup">
                            <p:stCondLst>
                              <p:cond delay="500"/>
                            </p:stCondLst>
                            <p:childTnLst>
                              <p:par>
                                <p:cTn id="9" presetID="4" presetClass="entr" presetSubtype="16" fill="hold" nodeType="afterEffect">
                                  <p:stCondLst>
                                    <p:cond delay="0"/>
                                  </p:stCondLst>
                                  <p:childTnLst>
                                    <p:set>
                                      <p:cBhvr>
                                        <p:cTn id="10" dur="1" fill="hold">
                                          <p:stCondLst>
                                            <p:cond delay="0"/>
                                          </p:stCondLst>
                                        </p:cTn>
                                        <p:tgtEl>
                                          <p:spTgt spid="7173"/>
                                        </p:tgtEl>
                                        <p:attrNameLst>
                                          <p:attrName>style.visibility</p:attrName>
                                        </p:attrNameLst>
                                      </p:cBhvr>
                                      <p:to>
                                        <p:strVal val="visible"/>
                                      </p:to>
                                    </p:set>
                                    <p:animEffect transition="in" filter="box(in)">
                                      <p:cBhvr>
                                        <p:cTn id="11" dur="500"/>
                                        <p:tgtEl>
                                          <p:spTgt spid="71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8195" name="Object 3">
            <a:extLst>
              <a:ext uri="{FF2B5EF4-FFF2-40B4-BE49-F238E27FC236}">
                <a16:creationId xmlns:a16="http://schemas.microsoft.com/office/drawing/2014/main" id="{BA41D23B-CD16-4E33-A6D3-D377BF595423}"/>
              </a:ext>
            </a:extLst>
          </p:cNvPr>
          <p:cNvGraphicFramePr>
            <a:graphicFrameLocks noGrp="1" noChangeAspect="1"/>
          </p:cNvGraphicFramePr>
          <p:nvPr>
            <p:ph idx="1"/>
          </p:nvPr>
        </p:nvGraphicFramePr>
        <p:xfrm>
          <a:off x="2928938" y="1627188"/>
          <a:ext cx="4459287" cy="2159000"/>
        </p:xfrm>
        <a:graphic>
          <a:graphicData uri="http://schemas.openxmlformats.org/presentationml/2006/ole">
            <mc:AlternateContent xmlns:mc="http://schemas.openxmlformats.org/markup-compatibility/2006">
              <mc:Choice xmlns:v="urn:schemas-microsoft-com:vml" Requires="v">
                <p:oleObj name="公式" r:id="rId2" imgW="1993680" imgH="965160" progId="Equation.3">
                  <p:embed/>
                </p:oleObj>
              </mc:Choice>
              <mc:Fallback>
                <p:oleObj name="公式" r:id="rId2" imgW="1993680" imgH="965160" progId="Equation.3">
                  <p:embed/>
                  <p:pic>
                    <p:nvPicPr>
                      <p:cNvPr id="8195" name="Object 3">
                        <a:extLst>
                          <a:ext uri="{FF2B5EF4-FFF2-40B4-BE49-F238E27FC236}">
                            <a16:creationId xmlns:a16="http://schemas.microsoft.com/office/drawing/2014/main" id="{BA41D23B-CD16-4E33-A6D3-D377BF595423}"/>
                          </a:ext>
                        </a:extLst>
                      </p:cNvPr>
                      <p:cNvPicPr>
                        <a:picLocks noChangeAspect="1" noChangeArrowheads="1"/>
                      </p:cNvPicPr>
                      <p:nvPr/>
                    </p:nvPicPr>
                    <p:blipFill>
                      <a:blip r:embed="rId3">
                        <a:lum contrast="20000"/>
                        <a:extLst>
                          <a:ext uri="{28A0092B-C50C-407E-A947-70E740481C1C}">
                            <a14:useLocalDpi xmlns:a14="http://schemas.microsoft.com/office/drawing/2010/main" val="0"/>
                          </a:ext>
                        </a:extLst>
                      </a:blip>
                      <a:srcRect/>
                      <a:stretch>
                        <a:fillRect/>
                      </a:stretch>
                    </p:blipFill>
                    <p:spPr bwMode="auto">
                      <a:xfrm>
                        <a:off x="2928938" y="1627188"/>
                        <a:ext cx="4459287" cy="215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194" name="Rectangle 2">
            <a:extLst>
              <a:ext uri="{FF2B5EF4-FFF2-40B4-BE49-F238E27FC236}">
                <a16:creationId xmlns:a16="http://schemas.microsoft.com/office/drawing/2014/main" id="{CDEA58A8-31E3-46DB-BC49-D8C55DC51E80}"/>
              </a:ext>
            </a:extLst>
          </p:cNvPr>
          <p:cNvSpPr>
            <a:spLocks noGrp="1" noChangeArrowheads="1"/>
          </p:cNvSpPr>
          <p:nvPr>
            <p:ph type="title"/>
          </p:nvPr>
        </p:nvSpPr>
        <p:spPr>
          <a:xfrm>
            <a:off x="323528" y="1991816"/>
            <a:ext cx="8424936" cy="5181600"/>
          </a:xfrm>
        </p:spPr>
        <p:txBody>
          <a:bodyPr/>
          <a:lstStyle/>
          <a:p>
            <a:pPr eaLnBrk="1" fontAlgn="auto" hangingPunct="1">
              <a:spcAft>
                <a:spcPts val="0"/>
              </a:spcAft>
              <a:defRPr/>
            </a:pPr>
            <a:br>
              <a:rPr lang="en-US" altLang="zh-CN" sz="2800" dirty="0">
                <a:solidFill>
                  <a:schemeClr val="tx1"/>
                </a:solidFill>
                <a:effectLst/>
                <a:latin typeface="宋体" pitchFamily="2" charset="-122"/>
                <a:ea typeface="宋体" pitchFamily="2" charset="-122"/>
              </a:rPr>
            </a:br>
            <a:br>
              <a:rPr lang="en-US" altLang="zh-CN" sz="2800" dirty="0">
                <a:solidFill>
                  <a:schemeClr val="tx1"/>
                </a:solidFill>
                <a:effectLst/>
                <a:latin typeface="宋体" pitchFamily="2" charset="-122"/>
                <a:ea typeface="宋体" pitchFamily="2" charset="-122"/>
              </a:rPr>
            </a:br>
            <a:r>
              <a:rPr lang="en-US" altLang="zh-CN" sz="2800" dirty="0">
                <a:solidFill>
                  <a:schemeClr val="tx1"/>
                </a:solidFill>
                <a:effectLst/>
                <a:latin typeface="宋体" pitchFamily="2" charset="-122"/>
                <a:ea typeface="宋体" pitchFamily="2" charset="-122"/>
              </a:rPr>
              <a:t>  </a:t>
            </a:r>
            <a:r>
              <a:rPr lang="zh-CN" altLang="en-US" sz="2800" dirty="0">
                <a:solidFill>
                  <a:schemeClr val="tx1"/>
                </a:solidFill>
                <a:effectLst/>
                <a:latin typeface="宋体" pitchFamily="2" charset="-122"/>
                <a:ea typeface="宋体" pitchFamily="2" charset="-122"/>
              </a:rPr>
              <a:t>为了区别二项式系数    ，称     为广义的二项式系数。</a:t>
            </a:r>
            <a:br>
              <a:rPr lang="zh-CN" altLang="en-US" sz="2800" dirty="0">
                <a:solidFill>
                  <a:schemeClr val="tx1"/>
                </a:solidFill>
                <a:effectLst/>
                <a:latin typeface="宋体" pitchFamily="2" charset="-122"/>
                <a:ea typeface="宋体" pitchFamily="2" charset="-122"/>
              </a:rPr>
            </a:br>
            <a:endParaRPr lang="zh-CN" altLang="en-US" sz="2800" dirty="0">
              <a:solidFill>
                <a:schemeClr val="tx1"/>
              </a:solidFill>
              <a:effectLst/>
              <a:latin typeface="宋体" pitchFamily="2" charset="-122"/>
              <a:ea typeface="宋体" pitchFamily="2" charset="-122"/>
            </a:endParaRPr>
          </a:p>
        </p:txBody>
      </p:sp>
      <p:sp>
        <p:nvSpPr>
          <p:cNvPr id="8204" name="Text Box 12">
            <a:extLst>
              <a:ext uri="{FF2B5EF4-FFF2-40B4-BE49-F238E27FC236}">
                <a16:creationId xmlns:a16="http://schemas.microsoft.com/office/drawing/2014/main" id="{324AF147-30A4-4750-83C5-CC115CD4A45A}"/>
              </a:ext>
            </a:extLst>
          </p:cNvPr>
          <p:cNvSpPr txBox="1">
            <a:spLocks noChangeArrowheads="1"/>
          </p:cNvSpPr>
          <p:nvPr/>
        </p:nvSpPr>
        <p:spPr bwMode="auto">
          <a:xfrm>
            <a:off x="2411413" y="981075"/>
            <a:ext cx="57150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90000"/>
              </a:lnSpc>
              <a:spcBef>
                <a:spcPct val="20000"/>
              </a:spcBef>
              <a:spcAft>
                <a:spcPct val="0"/>
              </a:spcAft>
              <a:buClrTx/>
              <a:buSzTx/>
              <a:buFontTx/>
              <a:buNone/>
              <a:tabLst/>
              <a:defRPr/>
            </a:pPr>
            <a:r>
              <a:rPr kumimoji="1" lang="zh-CN" altLang="en-US" sz="2800" b="1" i="0" u="none" strike="noStrike" kern="1200" cap="none" spc="0" normalizeH="0" baseline="0" noProof="0">
                <a:ln>
                  <a:noFill/>
                </a:ln>
                <a:solidFill>
                  <a:srgbClr val="FF0066"/>
                </a:solidFill>
                <a:effectLst/>
                <a:uLnTx/>
                <a:uFillTx/>
                <a:latin typeface="宋体" panose="02010600030101010101" pitchFamily="2" charset="-122"/>
                <a:ea typeface="宋体" panose="02010600030101010101" pitchFamily="2" charset="-122"/>
                <a:cs typeface="+mn-cs"/>
              </a:rPr>
              <a:t>对于任何实数</a:t>
            </a:r>
            <a:r>
              <a:rPr kumimoji="1" lang="en-US" altLang="zh-CN" sz="2800" b="1" i="0" u="none" strike="noStrike" kern="1200" cap="none" spc="0" normalizeH="0" baseline="0" noProof="0">
                <a:ln>
                  <a:noFill/>
                </a:ln>
                <a:solidFill>
                  <a:srgbClr val="FF0066"/>
                </a:solidFill>
                <a:effectLst/>
                <a:uLnTx/>
                <a:uFillTx/>
                <a:latin typeface="宋体" panose="02010600030101010101" pitchFamily="2" charset="-122"/>
                <a:ea typeface="宋体" panose="02010600030101010101" pitchFamily="2" charset="-122"/>
                <a:cs typeface="+mn-cs"/>
              </a:rPr>
              <a:t>α</a:t>
            </a:r>
            <a:r>
              <a:rPr kumimoji="1" lang="zh-CN" altLang="en-US" sz="2800" b="1" i="0" u="none" strike="noStrike" kern="1200" cap="none" spc="0" normalizeH="0" baseline="0" noProof="0">
                <a:ln>
                  <a:noFill/>
                </a:ln>
                <a:solidFill>
                  <a:srgbClr val="FF0066"/>
                </a:solidFill>
                <a:effectLst/>
                <a:uLnTx/>
                <a:uFillTx/>
                <a:latin typeface="宋体" panose="02010600030101010101" pitchFamily="2" charset="-122"/>
                <a:ea typeface="宋体" panose="02010600030101010101" pitchFamily="2" charset="-122"/>
                <a:cs typeface="+mn-cs"/>
              </a:rPr>
              <a:t>和整数</a:t>
            </a:r>
            <a:r>
              <a:rPr kumimoji="1" lang="en-US" altLang="zh-CN" sz="2800" b="1" i="0" u="none" strike="noStrike" kern="1200" cap="none" spc="0" normalizeH="0" baseline="0" noProof="0">
                <a:ln>
                  <a:noFill/>
                </a:ln>
                <a:solidFill>
                  <a:srgbClr val="FF0066"/>
                </a:solidFill>
                <a:effectLst/>
                <a:uLnTx/>
                <a:uFillTx/>
                <a:latin typeface="宋体" panose="02010600030101010101" pitchFamily="2" charset="-122"/>
                <a:ea typeface="宋体" panose="02010600030101010101" pitchFamily="2" charset="-122"/>
                <a:cs typeface="+mn-cs"/>
              </a:rPr>
              <a:t>k</a:t>
            </a:r>
            <a:r>
              <a:rPr kumimoji="1" lang="zh-CN" altLang="en-US" sz="2800" b="1" i="0" u="none" strike="noStrike" kern="1200" cap="none" spc="0" normalizeH="0" baseline="0" noProof="0">
                <a:ln>
                  <a:noFill/>
                </a:ln>
                <a:solidFill>
                  <a:srgbClr val="FF0066"/>
                </a:solidFill>
                <a:effectLst/>
                <a:uLnTx/>
                <a:uFillTx/>
                <a:latin typeface="宋体" panose="02010600030101010101" pitchFamily="2" charset="-122"/>
                <a:ea typeface="宋体" panose="02010600030101010101" pitchFamily="2" charset="-122"/>
                <a:cs typeface="+mn-cs"/>
              </a:rPr>
              <a:t>，有</a:t>
            </a:r>
          </a:p>
        </p:txBody>
      </p:sp>
      <p:sp>
        <p:nvSpPr>
          <p:cNvPr id="8" name="WordArt 7">
            <a:extLst>
              <a:ext uri="{FF2B5EF4-FFF2-40B4-BE49-F238E27FC236}">
                <a16:creationId xmlns:a16="http://schemas.microsoft.com/office/drawing/2014/main" id="{98E9ABBA-C8FD-4A2E-93EC-C9E1150E57FF}"/>
              </a:ext>
            </a:extLst>
          </p:cNvPr>
          <p:cNvSpPr>
            <a:spLocks noChangeArrowheads="1" noChangeShapeType="1" noTextEdit="1"/>
          </p:cNvSpPr>
          <p:nvPr/>
        </p:nvSpPr>
        <p:spPr bwMode="auto">
          <a:xfrm>
            <a:off x="971600" y="548680"/>
            <a:ext cx="1371600" cy="914400"/>
          </a:xfrm>
          <a:prstGeom prst="rect">
            <a:avLst/>
          </a:prstGeom>
        </p:spPr>
        <p:txBody>
          <a:bodyPr wrap="none" fromWordArt="1">
            <a:prstTxWarp prst="textPlain">
              <a:avLst>
                <a:gd name="adj" fmla="val 50000"/>
              </a:avLst>
            </a:prstTxWarp>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3600" b="1" i="0" u="none" strike="noStrike" kern="10" cap="all" spc="0" normalizeH="0" baseline="0" noProof="0" dirty="0">
                <a:ln/>
                <a:solidFill>
                  <a:srgbClr val="2DA2BF"/>
                </a:solidFill>
                <a:effectLst>
                  <a:outerShdw blurRad="19685" dist="12700" dir="5400000" algn="tl" rotWithShape="0">
                    <a:srgbClr val="2DA2BF">
                      <a:satMod val="130000"/>
                      <a:alpha val="60000"/>
                    </a:srgbClr>
                  </a:outerShdw>
                  <a:reflection blurRad="10000" stA="55000" endPos="48000" dist="500" dir="5400000" sy="-100000" algn="bl" rotWithShape="0"/>
                </a:effectLst>
                <a:uLnTx/>
                <a:uFillTx/>
                <a:latin typeface="宋体"/>
                <a:ea typeface="宋体"/>
                <a:cs typeface="+mn-cs"/>
              </a:rPr>
              <a:t>定义</a:t>
            </a:r>
            <a:r>
              <a:rPr kumimoji="1" lang="en-US" altLang="zh-CN" sz="3600" b="1" i="0" u="none" strike="noStrike" kern="10" cap="all" spc="0" normalizeH="0" baseline="0" noProof="0" dirty="0">
                <a:ln/>
                <a:solidFill>
                  <a:srgbClr val="2DA2BF"/>
                </a:solidFill>
                <a:effectLst>
                  <a:outerShdw blurRad="19685" dist="12700" dir="5400000" algn="tl" rotWithShape="0">
                    <a:srgbClr val="2DA2BF">
                      <a:satMod val="130000"/>
                      <a:alpha val="60000"/>
                    </a:srgbClr>
                  </a:outerShdw>
                  <a:reflection blurRad="10000" stA="55000" endPos="48000" dist="500" dir="5400000" sy="-100000" algn="bl" rotWithShape="0"/>
                </a:effectLst>
                <a:uLnTx/>
                <a:uFillTx/>
                <a:latin typeface="宋体"/>
                <a:ea typeface="宋体"/>
                <a:cs typeface="+mn-cs"/>
              </a:rPr>
              <a:t>1.6</a:t>
            </a:r>
            <a:endParaRPr kumimoji="1" lang="zh-CN" altLang="en-US" sz="3600" b="1" i="0" u="none" strike="noStrike" kern="10" cap="all" spc="0" normalizeH="0" baseline="0" noProof="0" dirty="0">
              <a:ln/>
              <a:solidFill>
                <a:srgbClr val="2DA2BF"/>
              </a:solidFill>
              <a:effectLst>
                <a:outerShdw blurRad="19685" dist="12700" dir="5400000" algn="tl" rotWithShape="0">
                  <a:srgbClr val="2DA2BF">
                    <a:satMod val="130000"/>
                    <a:alpha val="60000"/>
                  </a:srgbClr>
                </a:outerShdw>
                <a:reflection blurRad="10000" stA="55000" endPos="48000" dist="500" dir="5400000" sy="-100000" algn="bl" rotWithShape="0"/>
              </a:effectLst>
              <a:uLnTx/>
              <a:uFillTx/>
              <a:latin typeface="宋体"/>
              <a:ea typeface="宋体"/>
              <a:cs typeface="+mn-cs"/>
            </a:endParaRPr>
          </a:p>
        </p:txBody>
      </p:sp>
      <p:graphicFrame>
        <p:nvGraphicFramePr>
          <p:cNvPr id="2" name="Object 8">
            <a:extLst>
              <a:ext uri="{FF2B5EF4-FFF2-40B4-BE49-F238E27FC236}">
                <a16:creationId xmlns:a16="http://schemas.microsoft.com/office/drawing/2014/main" id="{FBF7830F-C02E-44FC-91EE-8E4CC414E247}"/>
              </a:ext>
            </a:extLst>
          </p:cNvPr>
          <p:cNvGraphicFramePr>
            <a:graphicFrameLocks noChangeAspect="1"/>
          </p:cNvGraphicFramePr>
          <p:nvPr/>
        </p:nvGraphicFramePr>
        <p:xfrm>
          <a:off x="5500688" y="4071938"/>
          <a:ext cx="642937" cy="1103312"/>
        </p:xfrm>
        <a:graphic>
          <a:graphicData uri="http://schemas.openxmlformats.org/presentationml/2006/ole">
            <mc:AlternateContent xmlns:mc="http://schemas.openxmlformats.org/markup-compatibility/2006">
              <mc:Choice xmlns:v="urn:schemas-microsoft-com:vml" Requires="v">
                <p:oleObj name="公式" r:id="rId4" imgW="266400" imgH="457200" progId="Equation.3">
                  <p:embed/>
                </p:oleObj>
              </mc:Choice>
              <mc:Fallback>
                <p:oleObj name="公式" r:id="rId4" imgW="266400" imgH="457200" progId="Equation.3">
                  <p:embed/>
                  <p:pic>
                    <p:nvPicPr>
                      <p:cNvPr id="2" name="Object 8">
                        <a:extLst>
                          <a:ext uri="{FF2B5EF4-FFF2-40B4-BE49-F238E27FC236}">
                            <a16:creationId xmlns:a16="http://schemas.microsoft.com/office/drawing/2014/main" id="{FBF7830F-C02E-44FC-91EE-8E4CC414E247}"/>
                          </a:ext>
                        </a:extLst>
                      </p:cNvPr>
                      <p:cNvPicPr>
                        <a:picLocks noChangeAspect="1" noChangeArrowheads="1"/>
                      </p:cNvPicPr>
                      <p:nvPr/>
                    </p:nvPicPr>
                    <p:blipFill>
                      <a:blip r:embed="rId5">
                        <a:lum contrast="20000"/>
                        <a:extLst>
                          <a:ext uri="{28A0092B-C50C-407E-A947-70E740481C1C}">
                            <a14:useLocalDpi xmlns:a14="http://schemas.microsoft.com/office/drawing/2010/main" val="0"/>
                          </a:ext>
                        </a:extLst>
                      </a:blip>
                      <a:srcRect/>
                      <a:stretch>
                        <a:fillRect/>
                      </a:stretch>
                    </p:blipFill>
                    <p:spPr bwMode="auto">
                      <a:xfrm>
                        <a:off x="5500688" y="4071938"/>
                        <a:ext cx="642937" cy="1103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Object 9">
            <a:extLst>
              <a:ext uri="{FF2B5EF4-FFF2-40B4-BE49-F238E27FC236}">
                <a16:creationId xmlns:a16="http://schemas.microsoft.com/office/drawing/2014/main" id="{63CC3014-0475-4741-BAF5-96D307C97F66}"/>
              </a:ext>
            </a:extLst>
          </p:cNvPr>
          <p:cNvGraphicFramePr>
            <a:graphicFrameLocks noChangeAspect="1"/>
          </p:cNvGraphicFramePr>
          <p:nvPr/>
        </p:nvGraphicFramePr>
        <p:xfrm>
          <a:off x="4071938" y="4071938"/>
          <a:ext cx="642937" cy="1103312"/>
        </p:xfrm>
        <a:graphic>
          <a:graphicData uri="http://schemas.openxmlformats.org/presentationml/2006/ole">
            <mc:AlternateContent xmlns:mc="http://schemas.openxmlformats.org/markup-compatibility/2006">
              <mc:Choice xmlns:v="urn:schemas-microsoft-com:vml" Requires="v">
                <p:oleObj name="公式" r:id="rId6" imgW="266400" imgH="457200" progId="Equation.3">
                  <p:embed/>
                </p:oleObj>
              </mc:Choice>
              <mc:Fallback>
                <p:oleObj name="公式" r:id="rId6" imgW="266400" imgH="457200" progId="Equation.3">
                  <p:embed/>
                  <p:pic>
                    <p:nvPicPr>
                      <p:cNvPr id="3" name="Object 9">
                        <a:extLst>
                          <a:ext uri="{FF2B5EF4-FFF2-40B4-BE49-F238E27FC236}">
                            <a16:creationId xmlns:a16="http://schemas.microsoft.com/office/drawing/2014/main" id="{63CC3014-0475-4741-BAF5-96D307C97F66}"/>
                          </a:ext>
                        </a:extLst>
                      </p:cNvPr>
                      <p:cNvPicPr>
                        <a:picLocks noChangeAspect="1" noChangeArrowheads="1"/>
                      </p:cNvPicPr>
                      <p:nvPr/>
                    </p:nvPicPr>
                    <p:blipFill>
                      <a:blip r:embed="rId7">
                        <a:lum contrast="20000"/>
                        <a:extLst>
                          <a:ext uri="{28A0092B-C50C-407E-A947-70E740481C1C}">
                            <a14:useLocalDpi xmlns:a14="http://schemas.microsoft.com/office/drawing/2010/main" val="0"/>
                          </a:ext>
                        </a:extLst>
                      </a:blip>
                      <a:srcRect/>
                      <a:stretch>
                        <a:fillRect/>
                      </a:stretch>
                    </p:blipFill>
                    <p:spPr bwMode="auto">
                      <a:xfrm>
                        <a:off x="4071938" y="4071938"/>
                        <a:ext cx="642937" cy="1103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204"/>
                                        </p:tgtEl>
                                        <p:attrNameLst>
                                          <p:attrName>style.visibility</p:attrName>
                                        </p:attrNameLst>
                                      </p:cBhvr>
                                      <p:to>
                                        <p:strVal val="visible"/>
                                      </p:to>
                                    </p:set>
                                    <p:animEffect transition="in" filter="blinds(horizontal)">
                                      <p:cBhvr>
                                        <p:cTn id="7" dur="500"/>
                                        <p:tgtEl>
                                          <p:spTgt spid="8204"/>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8195"/>
                                        </p:tgtEl>
                                        <p:attrNameLst>
                                          <p:attrName>style.visibility</p:attrName>
                                        </p:attrNameLst>
                                      </p:cBhvr>
                                      <p:to>
                                        <p:strVal val="visible"/>
                                      </p:to>
                                    </p:set>
                                    <p:animEffect transition="in" filter="dissolve">
                                      <p:cBhvr>
                                        <p:cTn id="11" dur="500"/>
                                        <p:tgtEl>
                                          <p:spTgt spid="819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5" presetClass="entr" presetSubtype="10" fill="hold" nodeType="clickEffect">
                                  <p:stCondLst>
                                    <p:cond delay="0"/>
                                  </p:stCondLst>
                                  <p:childTnLst>
                                    <p:set>
                                      <p:cBhvr>
                                        <p:cTn id="15" dur="1" fill="hold">
                                          <p:stCondLst>
                                            <p:cond delay="0"/>
                                          </p:stCondLst>
                                        </p:cTn>
                                        <p:tgtEl>
                                          <p:spTgt spid="8194"/>
                                        </p:tgtEl>
                                        <p:attrNameLst>
                                          <p:attrName>style.visibility</p:attrName>
                                        </p:attrNameLst>
                                      </p:cBhvr>
                                      <p:to>
                                        <p:strVal val="visible"/>
                                      </p:to>
                                    </p:set>
                                    <p:animEffect transition="in" filter="checkerboard(across)">
                                      <p:cBhvr>
                                        <p:cTn id="16" dur="500"/>
                                        <p:tgtEl>
                                          <p:spTgt spid="8194"/>
                                        </p:tgtEl>
                                      </p:cBhvr>
                                    </p:animEffect>
                                  </p:childTnLst>
                                </p:cTn>
                              </p:par>
                            </p:childTnLst>
                          </p:cTn>
                        </p:par>
                        <p:par>
                          <p:cTn id="17" fill="hold" nodeType="afterGroup">
                            <p:stCondLst>
                              <p:cond delay="500"/>
                            </p:stCondLst>
                            <p:childTnLst>
                              <p:par>
                                <p:cTn id="18" presetID="9" presetClass="entr" presetSubtype="0"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dissolve">
                                      <p:cBhvr>
                                        <p:cTn id="20" dur="500"/>
                                        <p:tgtEl>
                                          <p:spTgt spid="2"/>
                                        </p:tgtEl>
                                      </p:cBhvr>
                                    </p:animEffect>
                                  </p:childTnLst>
                                </p:cTn>
                              </p:par>
                            </p:childTnLst>
                          </p:cTn>
                        </p:par>
                        <p:par>
                          <p:cTn id="21" fill="hold" nodeType="afterGroup">
                            <p:stCondLst>
                              <p:cond delay="1000"/>
                            </p:stCondLst>
                            <p:childTnLst>
                              <p:par>
                                <p:cTn id="22" presetID="9" presetClass="entr" presetSubtype="0" fill="hold" nodeType="after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dissolve">
                                      <p:cBhvr>
                                        <p:cTn id="2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04" grpId="0"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3" name="Rectangle 3">
            <a:extLst>
              <a:ext uri="{FF2B5EF4-FFF2-40B4-BE49-F238E27FC236}">
                <a16:creationId xmlns:a16="http://schemas.microsoft.com/office/drawing/2014/main" id="{32AE5A70-3712-4D26-93DC-ABD7E8023458}"/>
              </a:ext>
            </a:extLst>
          </p:cNvPr>
          <p:cNvSpPr>
            <a:spLocks noGrp="1" noChangeArrowheads="1"/>
          </p:cNvSpPr>
          <p:nvPr>
            <p:ph idx="1"/>
          </p:nvPr>
        </p:nvSpPr>
        <p:spPr>
          <a:xfrm>
            <a:off x="457200" y="981075"/>
            <a:ext cx="8686800" cy="4114800"/>
          </a:xfrm>
        </p:spPr>
        <p:txBody>
          <a:bodyPr/>
          <a:lstStyle/>
          <a:p>
            <a:pPr eaLnBrk="1" hangingPunct="1">
              <a:buFont typeface="Wingdings 3" panose="05040102010807070707" pitchFamily="18" charset="2"/>
              <a:buNone/>
            </a:pPr>
            <a:r>
              <a:rPr lang="zh-CN" altLang="en-US" b="1">
                <a:latin typeface="宋体" panose="02010600030101010101" pitchFamily="2" charset="-122"/>
              </a:rPr>
              <a:t>          </a:t>
            </a:r>
            <a:r>
              <a:rPr kumimoji="1" lang="zh-CN" altLang="en-US" sz="2800" b="1">
                <a:solidFill>
                  <a:srgbClr val="FF0066"/>
                </a:solidFill>
                <a:latin typeface="宋体" panose="02010600030101010101" pitchFamily="2" charset="-122"/>
                <a:ea typeface="宋体" panose="02010600030101010101" pitchFamily="2" charset="-122"/>
              </a:rPr>
              <a:t>设</a:t>
            </a:r>
            <a:r>
              <a:rPr kumimoji="1" lang="en-US" altLang="zh-CN" sz="2800" b="1">
                <a:solidFill>
                  <a:srgbClr val="FF0066"/>
                </a:solidFill>
                <a:latin typeface="宋体" panose="02010600030101010101" pitchFamily="2" charset="-122"/>
                <a:ea typeface="宋体" panose="02010600030101010101" pitchFamily="2" charset="-122"/>
              </a:rPr>
              <a:t>α</a:t>
            </a:r>
            <a:r>
              <a:rPr kumimoji="1" lang="zh-CN" altLang="en-US" sz="2800" b="1">
                <a:solidFill>
                  <a:srgbClr val="FF0066"/>
                </a:solidFill>
                <a:latin typeface="宋体" panose="02010600030101010101" pitchFamily="2" charset="-122"/>
                <a:ea typeface="宋体" panose="02010600030101010101" pitchFamily="2" charset="-122"/>
              </a:rPr>
              <a:t>是一个任意实数，则对于满足</a:t>
            </a:r>
            <a:endParaRPr kumimoji="1" lang="en-US" altLang="zh-CN" sz="2800" b="1">
              <a:solidFill>
                <a:srgbClr val="FF0066"/>
              </a:solidFill>
              <a:latin typeface="宋体" panose="02010600030101010101" pitchFamily="2" charset="-122"/>
              <a:ea typeface="宋体" panose="02010600030101010101" pitchFamily="2" charset="-122"/>
            </a:endParaRPr>
          </a:p>
          <a:p>
            <a:pPr algn="ctr" eaLnBrk="1" hangingPunct="1">
              <a:buFont typeface="Wingdings 3" panose="05040102010807070707" pitchFamily="18" charset="2"/>
              <a:buNone/>
            </a:pPr>
            <a:r>
              <a:rPr kumimoji="1" lang="zh-CN" altLang="en-US" sz="2800" b="1">
                <a:solidFill>
                  <a:srgbClr val="FF0066"/>
                </a:solidFill>
                <a:latin typeface="宋体" panose="02010600030101010101" pitchFamily="2" charset="-122"/>
                <a:ea typeface="宋体" panose="02010600030101010101" pitchFamily="2" charset="-122"/>
              </a:rPr>
              <a:t>｜</a:t>
            </a:r>
            <a:r>
              <a:rPr kumimoji="1" lang="en-US" altLang="zh-CN" sz="2800" b="1">
                <a:solidFill>
                  <a:srgbClr val="FF0066"/>
                </a:solidFill>
                <a:latin typeface="宋体" panose="02010600030101010101" pitchFamily="2" charset="-122"/>
                <a:ea typeface="宋体" panose="02010600030101010101" pitchFamily="2" charset="-122"/>
              </a:rPr>
              <a:t>x/y</a:t>
            </a:r>
            <a:r>
              <a:rPr kumimoji="1" lang="zh-CN" altLang="en-US" sz="2800" b="1">
                <a:solidFill>
                  <a:srgbClr val="FF0066"/>
                </a:solidFill>
                <a:latin typeface="宋体" panose="02010600030101010101" pitchFamily="2" charset="-122"/>
                <a:ea typeface="宋体" panose="02010600030101010101" pitchFamily="2" charset="-122"/>
              </a:rPr>
              <a:t>｜</a:t>
            </a:r>
            <a:r>
              <a:rPr kumimoji="1" lang="en-US" altLang="zh-CN" sz="2800" b="1">
                <a:solidFill>
                  <a:srgbClr val="FF0066"/>
                </a:solidFill>
                <a:latin typeface="宋体" panose="02010600030101010101" pitchFamily="2" charset="-122"/>
                <a:ea typeface="宋体" panose="02010600030101010101" pitchFamily="2" charset="-122"/>
              </a:rPr>
              <a:t>&lt;1</a:t>
            </a:r>
            <a:r>
              <a:rPr kumimoji="1" lang="zh-CN" altLang="en-US" sz="2800" b="1">
                <a:solidFill>
                  <a:srgbClr val="FF0066"/>
                </a:solidFill>
                <a:latin typeface="宋体" panose="02010600030101010101" pitchFamily="2" charset="-122"/>
                <a:ea typeface="宋体" panose="02010600030101010101" pitchFamily="2" charset="-122"/>
              </a:rPr>
              <a:t>的所有</a:t>
            </a:r>
            <a:r>
              <a:rPr kumimoji="1" lang="en-US" altLang="zh-CN" sz="2800" b="1">
                <a:solidFill>
                  <a:srgbClr val="FF0066"/>
                </a:solidFill>
                <a:latin typeface="宋体" panose="02010600030101010101" pitchFamily="2" charset="-122"/>
                <a:ea typeface="宋体" panose="02010600030101010101" pitchFamily="2" charset="-122"/>
              </a:rPr>
              <a:t>x</a:t>
            </a:r>
            <a:r>
              <a:rPr kumimoji="1" lang="zh-CN" altLang="en-US" sz="2800" b="1">
                <a:solidFill>
                  <a:srgbClr val="FF0066"/>
                </a:solidFill>
                <a:latin typeface="宋体" panose="02010600030101010101" pitchFamily="2" charset="-122"/>
                <a:ea typeface="宋体" panose="02010600030101010101" pitchFamily="2" charset="-122"/>
              </a:rPr>
              <a:t>和</a:t>
            </a:r>
            <a:r>
              <a:rPr kumimoji="1" lang="en-US" altLang="zh-CN" sz="2800" b="1">
                <a:solidFill>
                  <a:srgbClr val="FF0066"/>
                </a:solidFill>
                <a:latin typeface="宋体" panose="02010600030101010101" pitchFamily="2" charset="-122"/>
                <a:ea typeface="宋体" panose="02010600030101010101" pitchFamily="2" charset="-122"/>
              </a:rPr>
              <a:t>y</a:t>
            </a:r>
            <a:r>
              <a:rPr kumimoji="1" lang="zh-CN" altLang="en-US" sz="2800" b="1">
                <a:solidFill>
                  <a:srgbClr val="FF0066"/>
                </a:solidFill>
                <a:latin typeface="宋体" panose="02010600030101010101" pitchFamily="2" charset="-122"/>
                <a:ea typeface="宋体" panose="02010600030101010101" pitchFamily="2" charset="-122"/>
              </a:rPr>
              <a:t>有</a:t>
            </a:r>
          </a:p>
          <a:p>
            <a:pPr eaLnBrk="1" hangingPunct="1"/>
            <a:endParaRPr lang="en-US" altLang="zh-CN" b="1"/>
          </a:p>
        </p:txBody>
      </p:sp>
      <p:graphicFrame>
        <p:nvGraphicFramePr>
          <p:cNvPr id="15364" name="Object 4">
            <a:extLst>
              <a:ext uri="{FF2B5EF4-FFF2-40B4-BE49-F238E27FC236}">
                <a16:creationId xmlns:a16="http://schemas.microsoft.com/office/drawing/2014/main" id="{107A1F9D-615C-4DFB-9455-C1F673D9B5B2}"/>
              </a:ext>
            </a:extLst>
          </p:cNvPr>
          <p:cNvGraphicFramePr>
            <a:graphicFrameLocks noChangeAspect="1"/>
          </p:cNvGraphicFramePr>
          <p:nvPr/>
        </p:nvGraphicFramePr>
        <p:xfrm>
          <a:off x="2051050" y="2133600"/>
          <a:ext cx="4610100" cy="1081088"/>
        </p:xfrm>
        <a:graphic>
          <a:graphicData uri="http://schemas.openxmlformats.org/presentationml/2006/ole">
            <mc:AlternateContent xmlns:mc="http://schemas.openxmlformats.org/markup-compatibility/2006">
              <mc:Choice xmlns:v="urn:schemas-microsoft-com:vml" Requires="v">
                <p:oleObj name="Equation" r:id="rId2" imgW="1498320" imgH="457200" progId="Equation.3">
                  <p:embed/>
                </p:oleObj>
              </mc:Choice>
              <mc:Fallback>
                <p:oleObj name="Equation" r:id="rId2" imgW="1498320" imgH="457200" progId="Equation.3">
                  <p:embed/>
                  <p:pic>
                    <p:nvPicPr>
                      <p:cNvPr id="15364" name="Object 4">
                        <a:extLst>
                          <a:ext uri="{FF2B5EF4-FFF2-40B4-BE49-F238E27FC236}">
                            <a16:creationId xmlns:a16="http://schemas.microsoft.com/office/drawing/2014/main" id="{107A1F9D-615C-4DFB-9455-C1F673D9B5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1050" y="2133600"/>
                        <a:ext cx="4610100" cy="1081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65" name="Rectangle 5">
            <a:extLst>
              <a:ext uri="{FF2B5EF4-FFF2-40B4-BE49-F238E27FC236}">
                <a16:creationId xmlns:a16="http://schemas.microsoft.com/office/drawing/2014/main" id="{E31CB0EB-D5C4-4BE8-A270-9F513B6178AD}"/>
              </a:ext>
            </a:extLst>
          </p:cNvPr>
          <p:cNvSpPr>
            <a:spLocks noChangeArrowheads="1"/>
          </p:cNvSpPr>
          <p:nvPr/>
        </p:nvSpPr>
        <p:spPr bwMode="auto">
          <a:xfrm>
            <a:off x="755650" y="3716338"/>
            <a:ext cx="79248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  </a:t>
            </a:r>
            <a:r>
              <a:rPr kumimoji="1" lang="zh-CN" altLang="en-US"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式中</a:t>
            </a:r>
            <a:r>
              <a:rPr kumimoji="1" lang="zh-CN" altLang="en-US" sz="32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 </a:t>
            </a:r>
          </a:p>
        </p:txBody>
      </p:sp>
      <p:sp>
        <p:nvSpPr>
          <p:cNvPr id="15370" name="Rectangle 10">
            <a:extLst>
              <a:ext uri="{FF2B5EF4-FFF2-40B4-BE49-F238E27FC236}">
                <a16:creationId xmlns:a16="http://schemas.microsoft.com/office/drawing/2014/main" id="{40938AED-6BDD-4260-9430-5B83724005D4}"/>
              </a:ext>
            </a:extLst>
          </p:cNvPr>
          <p:cNvSpPr>
            <a:spLocks noChangeArrowheads="1"/>
          </p:cNvSpPr>
          <p:nvPr/>
        </p:nvSpPr>
        <p:spPr bwMode="auto">
          <a:xfrm>
            <a:off x="900113" y="4797425"/>
            <a:ext cx="73152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0" i="0" u="none" strike="noStrike" kern="1200" cap="none" spc="0" normalizeH="0" baseline="0" noProof="0">
                <a:ln>
                  <a:noFill/>
                </a:ln>
                <a:solidFill>
                  <a:srgbClr val="464646"/>
                </a:solidFill>
                <a:effectLst/>
                <a:uLnTx/>
                <a:uFillTx/>
                <a:latin typeface="宋体" panose="02010600030101010101" pitchFamily="2" charset="-122"/>
                <a:ea typeface="宋体" panose="02010600030101010101" pitchFamily="2" charset="-122"/>
                <a:cs typeface="Courier New" panose="02070309020205020404" pitchFamily="49" charset="0"/>
              </a:rPr>
              <a:t> </a:t>
            </a:r>
            <a:r>
              <a:rPr kumimoji="1" lang="zh-CN" altLang="en-US" sz="3200" b="0" i="0" u="none" strike="noStrike" kern="1200" cap="none" spc="0" normalizeH="0" baseline="0" noProof="0">
                <a:ln>
                  <a:noFill/>
                </a:ln>
                <a:solidFill>
                  <a:srgbClr val="464646"/>
                </a:solidFill>
                <a:effectLst/>
                <a:uLnTx/>
                <a:uFillTx/>
                <a:latin typeface="宋体" panose="02010600030101010101" pitchFamily="2" charset="-122"/>
                <a:ea typeface="宋体" panose="02010600030101010101" pitchFamily="2" charset="-122"/>
                <a:cs typeface="Courier New" panose="02070309020205020404" pitchFamily="49" charset="0"/>
              </a:rPr>
              <a:t>证明：略。</a:t>
            </a:r>
            <a:br>
              <a:rPr kumimoji="1" lang="zh-CN" altLang="en-US" sz="3200" b="0" i="0" u="none" strike="noStrike" kern="1200" cap="none" spc="0" normalizeH="0" baseline="0" noProof="0">
                <a:ln>
                  <a:noFill/>
                </a:ln>
                <a:solidFill>
                  <a:srgbClr val="464646"/>
                </a:solidFill>
                <a:effectLst/>
                <a:uLnTx/>
                <a:uFillTx/>
                <a:latin typeface="宋体" panose="02010600030101010101" pitchFamily="2" charset="-122"/>
                <a:ea typeface="宋体" panose="02010600030101010101" pitchFamily="2" charset="-122"/>
                <a:cs typeface="Courier New" panose="02070309020205020404" pitchFamily="49" charset="0"/>
              </a:rPr>
            </a:br>
            <a:endParaRPr kumimoji="1" lang="zh-CN" altLang="en-US" sz="3200" b="0" i="0" u="none" strike="noStrike" kern="1200" cap="none" spc="0" normalizeH="0" baseline="0" noProof="0">
              <a:ln>
                <a:noFill/>
              </a:ln>
              <a:solidFill>
                <a:srgbClr val="464646"/>
              </a:solidFill>
              <a:effectLst/>
              <a:uLnTx/>
              <a:uFillTx/>
              <a:latin typeface="宋体" panose="02010600030101010101" pitchFamily="2" charset="-122"/>
              <a:ea typeface="宋体" panose="02010600030101010101" pitchFamily="2" charset="-122"/>
              <a:cs typeface="Courier New" panose="02070309020205020404" pitchFamily="49" charset="0"/>
            </a:endParaRPr>
          </a:p>
        </p:txBody>
      </p:sp>
      <p:graphicFrame>
        <p:nvGraphicFramePr>
          <p:cNvPr id="15371" name="Object 11">
            <a:extLst>
              <a:ext uri="{FF2B5EF4-FFF2-40B4-BE49-F238E27FC236}">
                <a16:creationId xmlns:a16="http://schemas.microsoft.com/office/drawing/2014/main" id="{E80F99D5-D1A6-4CAC-96B2-ED1E06F8C616}"/>
              </a:ext>
            </a:extLst>
          </p:cNvPr>
          <p:cNvGraphicFramePr>
            <a:graphicFrameLocks noChangeAspect="1"/>
          </p:cNvGraphicFramePr>
          <p:nvPr/>
        </p:nvGraphicFramePr>
        <p:xfrm>
          <a:off x="2771775" y="3573463"/>
          <a:ext cx="3394075" cy="947737"/>
        </p:xfrm>
        <a:graphic>
          <a:graphicData uri="http://schemas.openxmlformats.org/presentationml/2006/ole">
            <mc:AlternateContent xmlns:mc="http://schemas.openxmlformats.org/markup-compatibility/2006">
              <mc:Choice xmlns:v="urn:schemas-microsoft-com:vml" Requires="v">
                <p:oleObj name="Equation" r:id="rId4" imgW="1638000" imgH="457200" progId="Equation.3">
                  <p:embed/>
                </p:oleObj>
              </mc:Choice>
              <mc:Fallback>
                <p:oleObj name="Equation" r:id="rId4" imgW="1638000" imgH="457200" progId="Equation.3">
                  <p:embed/>
                  <p:pic>
                    <p:nvPicPr>
                      <p:cNvPr id="15371" name="Object 11">
                        <a:extLst>
                          <a:ext uri="{FF2B5EF4-FFF2-40B4-BE49-F238E27FC236}">
                            <a16:creationId xmlns:a16="http://schemas.microsoft.com/office/drawing/2014/main" id="{E80F99D5-D1A6-4CAC-96B2-ED1E06F8C61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71775" y="3573463"/>
                        <a:ext cx="3394075" cy="947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WordArt 7">
            <a:extLst>
              <a:ext uri="{FF2B5EF4-FFF2-40B4-BE49-F238E27FC236}">
                <a16:creationId xmlns:a16="http://schemas.microsoft.com/office/drawing/2014/main" id="{765C8CD4-1AEB-4EC0-A0A6-9069A2E7A664}"/>
              </a:ext>
            </a:extLst>
          </p:cNvPr>
          <p:cNvSpPr>
            <a:spLocks noChangeArrowheads="1" noChangeShapeType="1" noTextEdit="1"/>
          </p:cNvSpPr>
          <p:nvPr/>
        </p:nvSpPr>
        <p:spPr bwMode="auto">
          <a:xfrm>
            <a:off x="827584" y="548680"/>
            <a:ext cx="1371600" cy="914400"/>
          </a:xfrm>
          <a:prstGeom prst="rect">
            <a:avLst/>
          </a:prstGeom>
        </p:spPr>
        <p:txBody>
          <a:bodyPr wrap="none" fromWordArt="1">
            <a:prstTxWarp prst="textPlain">
              <a:avLst>
                <a:gd name="adj" fmla="val 50000"/>
              </a:avLst>
            </a:prstTxWarp>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3600" b="1" i="0" u="none" strike="noStrike" kern="10" cap="all" spc="0" normalizeH="0" baseline="0" noProof="0" dirty="0">
                <a:ln/>
                <a:solidFill>
                  <a:srgbClr val="2DA2BF"/>
                </a:solidFill>
                <a:effectLst>
                  <a:outerShdw blurRad="19685" dist="12700" dir="5400000" algn="tl" rotWithShape="0">
                    <a:srgbClr val="2DA2BF">
                      <a:satMod val="130000"/>
                      <a:alpha val="60000"/>
                    </a:srgbClr>
                  </a:outerShdw>
                  <a:reflection blurRad="10000" stA="55000" endPos="48000" dist="500" dir="5400000" sy="-100000" algn="bl" rotWithShape="0"/>
                </a:effectLst>
                <a:uLnTx/>
                <a:uFillTx/>
                <a:latin typeface="宋体"/>
                <a:ea typeface="宋体"/>
                <a:cs typeface="+mn-cs"/>
              </a:rPr>
              <a:t>定义</a:t>
            </a:r>
            <a:r>
              <a:rPr kumimoji="1" lang="en-US" altLang="zh-CN" sz="3600" b="1" i="0" u="none" strike="noStrike" kern="10" cap="all" spc="0" normalizeH="0" baseline="0" noProof="0" dirty="0">
                <a:ln/>
                <a:solidFill>
                  <a:srgbClr val="2DA2BF"/>
                </a:solidFill>
                <a:effectLst>
                  <a:outerShdw blurRad="19685" dist="12700" dir="5400000" algn="tl" rotWithShape="0">
                    <a:srgbClr val="2DA2BF">
                      <a:satMod val="130000"/>
                      <a:alpha val="60000"/>
                    </a:srgbClr>
                  </a:outerShdw>
                  <a:reflection blurRad="10000" stA="55000" endPos="48000" dist="500" dir="5400000" sy="-100000" algn="bl" rotWithShape="0"/>
                </a:effectLst>
                <a:uLnTx/>
                <a:uFillTx/>
                <a:latin typeface="宋体"/>
                <a:ea typeface="宋体"/>
                <a:cs typeface="+mn-cs"/>
              </a:rPr>
              <a:t>1.8</a:t>
            </a:r>
            <a:endParaRPr kumimoji="1" lang="zh-CN" altLang="en-US" sz="3600" b="1" i="0" u="none" strike="noStrike" kern="10" cap="all" spc="0" normalizeH="0" baseline="0" noProof="0" dirty="0">
              <a:ln/>
              <a:solidFill>
                <a:srgbClr val="2DA2BF"/>
              </a:solidFill>
              <a:effectLst>
                <a:outerShdw blurRad="19685" dist="12700" dir="5400000" algn="tl" rotWithShape="0">
                  <a:srgbClr val="2DA2BF">
                    <a:satMod val="130000"/>
                    <a:alpha val="60000"/>
                  </a:srgbClr>
                </a:outerShdw>
                <a:reflection blurRad="10000" stA="55000" endPos="48000" dist="500" dir="5400000" sy="-100000" algn="bl" rotWithShape="0"/>
              </a:effectLst>
              <a:uLnTx/>
              <a:uFillTx/>
              <a:latin typeface="宋体"/>
              <a:ea typeface="宋体"/>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Effect transition="in" filter="randombar(horizontal)">
                                      <p:cBhvr>
                                        <p:cTn id="7" dur="500"/>
                                        <p:tgtEl>
                                          <p:spTgt spid="1536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5363">
                                            <p:txEl>
                                              <p:pRg st="1" end="1"/>
                                            </p:txEl>
                                          </p:spTgt>
                                        </p:tgtEl>
                                        <p:attrNameLst>
                                          <p:attrName>style.visibility</p:attrName>
                                        </p:attrNameLst>
                                      </p:cBhvr>
                                      <p:to>
                                        <p:strVal val="visible"/>
                                      </p:to>
                                    </p:set>
                                    <p:animEffect transition="in" filter="randombar(horizontal)">
                                      <p:cBhvr>
                                        <p:cTn id="12" dur="500"/>
                                        <p:tgtEl>
                                          <p:spTgt spid="1536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5364"/>
                                        </p:tgtEl>
                                        <p:attrNameLst>
                                          <p:attrName>style.visibility</p:attrName>
                                        </p:attrNameLst>
                                      </p:cBhvr>
                                      <p:to>
                                        <p:strVal val="visible"/>
                                      </p:to>
                                    </p:set>
                                    <p:animEffect transition="in" filter="dissolve">
                                      <p:cBhvr>
                                        <p:cTn id="17" dur="500"/>
                                        <p:tgtEl>
                                          <p:spTgt spid="1536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5365"/>
                                        </p:tgtEl>
                                        <p:attrNameLst>
                                          <p:attrName>style.visibility</p:attrName>
                                        </p:attrNameLst>
                                      </p:cBhvr>
                                      <p:to>
                                        <p:strVal val="visible"/>
                                      </p:to>
                                    </p:set>
                                    <p:animEffect transition="in" filter="blinds(horizontal)">
                                      <p:cBhvr>
                                        <p:cTn id="22" dur="500"/>
                                        <p:tgtEl>
                                          <p:spTgt spid="1536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15371"/>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4" presetClass="entr" presetSubtype="16" fill="hold" grpId="0" nodeType="clickEffect">
                                  <p:stCondLst>
                                    <p:cond delay="0"/>
                                  </p:stCondLst>
                                  <p:childTnLst>
                                    <p:set>
                                      <p:cBhvr>
                                        <p:cTn id="30" dur="1" fill="hold">
                                          <p:stCondLst>
                                            <p:cond delay="0"/>
                                          </p:stCondLst>
                                        </p:cTn>
                                        <p:tgtEl>
                                          <p:spTgt spid="15370"/>
                                        </p:tgtEl>
                                        <p:attrNameLst>
                                          <p:attrName>style.visibility</p:attrName>
                                        </p:attrNameLst>
                                      </p:cBhvr>
                                      <p:to>
                                        <p:strVal val="visible"/>
                                      </p:to>
                                    </p:set>
                                    <p:animEffect transition="in" filter="box(in)">
                                      <p:cBhvr>
                                        <p:cTn id="31" dur="500"/>
                                        <p:tgtEl>
                                          <p:spTgt spid="153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build="p" autoUpdateAnimBg="0"/>
      <p:bldP spid="15365" grpId="0" autoUpdateAnimBg="0"/>
      <p:bldP spid="15370" grpId="0"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9" name="Rectangle 3">
            <a:extLst>
              <a:ext uri="{FF2B5EF4-FFF2-40B4-BE49-F238E27FC236}">
                <a16:creationId xmlns:a16="http://schemas.microsoft.com/office/drawing/2014/main" id="{AF1E9C1C-7D9C-4BD6-A13E-E26E90EA44F3}"/>
              </a:ext>
            </a:extLst>
          </p:cNvPr>
          <p:cNvSpPr>
            <a:spLocks noGrp="1" noChangeArrowheads="1"/>
          </p:cNvSpPr>
          <p:nvPr>
            <p:ph idx="1"/>
          </p:nvPr>
        </p:nvSpPr>
        <p:spPr>
          <a:xfrm>
            <a:off x="381000" y="2590800"/>
            <a:ext cx="8382000" cy="3505200"/>
          </a:xfrm>
        </p:spPr>
        <p:txBody>
          <a:bodyPr/>
          <a:lstStyle/>
          <a:p>
            <a:pPr eaLnBrk="1" hangingPunct="1">
              <a:buFontTx/>
              <a:buNone/>
            </a:pPr>
            <a:r>
              <a:rPr lang="en-US" altLang="zh-CN" sz="2800" b="1">
                <a:latin typeface="宋体" panose="02010600030101010101" pitchFamily="2" charset="-122"/>
                <a:ea typeface="宋体" panose="02010600030101010101" pitchFamily="2" charset="-122"/>
              </a:rPr>
              <a:t></a:t>
            </a:r>
          </a:p>
          <a:p>
            <a:pPr eaLnBrk="1" hangingPunct="1">
              <a:buFontTx/>
              <a:buNone/>
            </a:pPr>
            <a:r>
              <a:rPr lang="zh-CN" altLang="en-US" sz="2800" b="1">
                <a:latin typeface="宋体" panose="02010600030101010101" pitchFamily="2" charset="-122"/>
                <a:ea typeface="宋体" panose="02010600030101010101" pitchFamily="2" charset="-122"/>
              </a:rPr>
              <a:t>在式</a:t>
            </a:r>
            <a:r>
              <a:rPr lang="en-US" altLang="zh-CN" sz="2800" b="1">
                <a:latin typeface="宋体" panose="02010600030101010101" pitchFamily="2" charset="-122"/>
                <a:ea typeface="宋体" panose="02010600030101010101" pitchFamily="2" charset="-122"/>
              </a:rPr>
              <a:t>(1.17)</a:t>
            </a:r>
            <a:r>
              <a:rPr lang="zh-CN" altLang="en-US" sz="2800" b="1">
                <a:latin typeface="宋体" panose="02010600030101010101" pitchFamily="2" charset="-122"/>
                <a:ea typeface="宋体" panose="02010600030101010101" pitchFamily="2" charset="-122"/>
              </a:rPr>
              <a:t>中，若令</a:t>
            </a:r>
            <a:r>
              <a:rPr lang="en-US" altLang="zh-CN" sz="2800" b="1">
                <a:latin typeface="宋体" panose="02010600030101010101" pitchFamily="2" charset="-122"/>
                <a:ea typeface="宋体" panose="02010600030101010101" pitchFamily="2" charset="-122"/>
              </a:rPr>
              <a:t>α=-n(n</a:t>
            </a:r>
            <a:r>
              <a:rPr lang="zh-CN" altLang="en-US" sz="2800" b="1">
                <a:latin typeface="宋体" panose="02010600030101010101" pitchFamily="2" charset="-122"/>
                <a:ea typeface="宋体" panose="02010600030101010101" pitchFamily="2" charset="-122"/>
              </a:rPr>
              <a:t>为正整数</a:t>
            </a:r>
            <a:r>
              <a:rPr lang="en-US" altLang="zh-CN" sz="2800" b="1">
                <a:latin typeface="宋体" panose="02010600030101010101" pitchFamily="2" charset="-122"/>
                <a:ea typeface="宋体" panose="02010600030101010101" pitchFamily="2" charset="-122"/>
              </a:rPr>
              <a:t>)</a:t>
            </a:r>
            <a:r>
              <a:rPr lang="zh-CN" altLang="en-US" sz="2800" b="1">
                <a:latin typeface="宋体" panose="02010600030101010101" pitchFamily="2" charset="-122"/>
                <a:ea typeface="宋体" panose="02010600030101010101" pitchFamily="2" charset="-122"/>
              </a:rPr>
              <a:t>，则有推论</a:t>
            </a:r>
            <a:r>
              <a:rPr lang="en-US" altLang="zh-CN" sz="2800" b="1">
                <a:latin typeface="宋体" panose="02010600030101010101" pitchFamily="2" charset="-122"/>
                <a:ea typeface="宋体" panose="02010600030101010101" pitchFamily="2" charset="-122"/>
              </a:rPr>
              <a:t>2     </a:t>
            </a:r>
            <a:r>
              <a:rPr lang="zh-CN" altLang="en-US" sz="2800" b="1">
                <a:latin typeface="宋体" panose="02010600030101010101" pitchFamily="2" charset="-122"/>
                <a:ea typeface="宋体" panose="02010600030101010101" pitchFamily="2" charset="-122"/>
              </a:rPr>
              <a:t>对于｜</a:t>
            </a:r>
            <a:r>
              <a:rPr lang="en-US" altLang="zh-CN" sz="2800" b="1">
                <a:latin typeface="宋体" panose="02010600030101010101" pitchFamily="2" charset="-122"/>
                <a:ea typeface="宋体" panose="02010600030101010101" pitchFamily="2" charset="-122"/>
              </a:rPr>
              <a:t>z</a:t>
            </a:r>
            <a:r>
              <a:rPr lang="zh-CN" altLang="en-US" sz="2800" b="1">
                <a:latin typeface="宋体" panose="02010600030101010101" pitchFamily="2" charset="-122"/>
                <a:ea typeface="宋体" panose="02010600030101010101" pitchFamily="2" charset="-122"/>
              </a:rPr>
              <a:t>｜</a:t>
            </a:r>
            <a:r>
              <a:rPr lang="en-US" altLang="zh-CN" sz="2800" b="1">
                <a:latin typeface="宋体" panose="02010600030101010101" pitchFamily="2" charset="-122"/>
                <a:ea typeface="宋体" panose="02010600030101010101" pitchFamily="2" charset="-122"/>
              </a:rPr>
              <a:t>&lt;1</a:t>
            </a:r>
            <a:r>
              <a:rPr lang="zh-CN" altLang="en-US" sz="2800" b="1">
                <a:latin typeface="宋体" panose="02010600030101010101" pitchFamily="2" charset="-122"/>
                <a:ea typeface="宋体" panose="02010600030101010101" pitchFamily="2" charset="-122"/>
              </a:rPr>
              <a:t>的任何</a:t>
            </a:r>
            <a:r>
              <a:rPr lang="en-US" altLang="zh-CN" sz="2800" b="1">
                <a:latin typeface="宋体" panose="02010600030101010101" pitchFamily="2" charset="-122"/>
                <a:ea typeface="宋体" panose="02010600030101010101" pitchFamily="2" charset="-122"/>
              </a:rPr>
              <a:t>z</a:t>
            </a:r>
            <a:r>
              <a:rPr lang="zh-CN" altLang="en-US" sz="2800" b="1">
                <a:latin typeface="宋体" panose="02010600030101010101" pitchFamily="2" charset="-122"/>
                <a:ea typeface="宋体" panose="02010600030101010101" pitchFamily="2" charset="-122"/>
              </a:rPr>
              <a:t>，有 </a:t>
            </a:r>
            <a:r>
              <a:rPr lang="en-US" altLang="zh-CN" sz="2800" b="1">
                <a:latin typeface="宋体" panose="02010600030101010101" pitchFamily="2" charset="-122"/>
                <a:ea typeface="宋体" panose="02010600030101010101" pitchFamily="2" charset="-122"/>
              </a:rPr>
              <a:t>(1.18) </a:t>
            </a:r>
          </a:p>
          <a:p>
            <a:pPr eaLnBrk="1" hangingPunct="1">
              <a:buFontTx/>
              <a:buNone/>
            </a:pPr>
            <a:r>
              <a:rPr lang="en-US" altLang="zh-CN" sz="2800" b="1">
                <a:latin typeface="宋体" panose="02010600030101010101" pitchFamily="2" charset="-122"/>
                <a:ea typeface="宋体" panose="02010600030101010101" pitchFamily="2" charset="-122"/>
              </a:rPr>
              <a:t>                                                </a:t>
            </a:r>
          </a:p>
          <a:p>
            <a:pPr eaLnBrk="1" hangingPunct="1">
              <a:buFontTx/>
              <a:buNone/>
            </a:pPr>
            <a:r>
              <a:rPr lang="en-US" altLang="zh-CN" sz="2800" b="1">
                <a:latin typeface="宋体" panose="02010600030101010101" pitchFamily="2" charset="-122"/>
                <a:ea typeface="宋体" panose="02010600030101010101" pitchFamily="2" charset="-122"/>
              </a:rPr>
              <a:t>                                                              </a:t>
            </a:r>
          </a:p>
          <a:p>
            <a:pPr eaLnBrk="1" hangingPunct="1"/>
            <a:endParaRPr lang="en-US" altLang="zh-CN" sz="2800" b="1">
              <a:latin typeface="宋体" panose="02010600030101010101" pitchFamily="2" charset="-122"/>
              <a:ea typeface="宋体" panose="02010600030101010101" pitchFamily="2" charset="-122"/>
            </a:endParaRPr>
          </a:p>
        </p:txBody>
      </p:sp>
      <p:sp>
        <p:nvSpPr>
          <p:cNvPr id="9218" name="Rectangle 2">
            <a:extLst>
              <a:ext uri="{FF2B5EF4-FFF2-40B4-BE49-F238E27FC236}">
                <a16:creationId xmlns:a16="http://schemas.microsoft.com/office/drawing/2014/main" id="{1E5B0BAA-1EB5-46E6-8783-A4123E662895}"/>
              </a:ext>
            </a:extLst>
          </p:cNvPr>
          <p:cNvSpPr>
            <a:spLocks noGrp="1" noChangeArrowheads="1"/>
          </p:cNvSpPr>
          <p:nvPr>
            <p:ph type="title"/>
          </p:nvPr>
        </p:nvSpPr>
        <p:spPr>
          <a:xfrm>
            <a:off x="6660232" y="1772816"/>
            <a:ext cx="1656184" cy="1080120"/>
          </a:xfrm>
        </p:spPr>
        <p:txBody>
          <a:bodyPr>
            <a:noAutofit/>
          </a:bodyPr>
          <a:lstStyle/>
          <a:p>
            <a:pPr eaLnBrk="1" fontAlgn="auto" hangingPunct="1">
              <a:spcAft>
                <a:spcPts val="0"/>
              </a:spcAft>
              <a:defRPr/>
            </a:pPr>
            <a:br>
              <a:rPr lang="en-US" altLang="zh-CN" sz="2800" dirty="0">
                <a:effectLst/>
                <a:latin typeface="宋体" pitchFamily="2" charset="-122"/>
                <a:cs typeface="Courier New" pitchFamily="49" charset="0"/>
              </a:rPr>
            </a:br>
            <a:r>
              <a:rPr lang="en-US" altLang="zh-CN" sz="2800" dirty="0">
                <a:effectLst/>
                <a:latin typeface="宋体" pitchFamily="2" charset="-122"/>
              </a:rPr>
              <a:t>(1.17)</a:t>
            </a:r>
            <a:br>
              <a:rPr lang="en-US" altLang="zh-CN" sz="2800" dirty="0">
                <a:effectLst/>
                <a:latin typeface="宋体" pitchFamily="2" charset="-122"/>
              </a:rPr>
            </a:br>
            <a:endParaRPr lang="en-US" altLang="zh-CN" sz="2800" dirty="0">
              <a:effectLst/>
              <a:latin typeface="宋体" pitchFamily="2" charset="-122"/>
            </a:endParaRPr>
          </a:p>
        </p:txBody>
      </p:sp>
      <p:graphicFrame>
        <p:nvGraphicFramePr>
          <p:cNvPr id="2" name="Object 0">
            <a:extLst>
              <a:ext uri="{FF2B5EF4-FFF2-40B4-BE49-F238E27FC236}">
                <a16:creationId xmlns:a16="http://schemas.microsoft.com/office/drawing/2014/main" id="{B13E3835-9A57-4A0F-965F-59FEAF772801}"/>
              </a:ext>
            </a:extLst>
          </p:cNvPr>
          <p:cNvGraphicFramePr>
            <a:graphicFrameLocks noChangeAspect="1"/>
          </p:cNvGraphicFramePr>
          <p:nvPr/>
        </p:nvGraphicFramePr>
        <p:xfrm>
          <a:off x="4527550" y="3333750"/>
          <a:ext cx="88900" cy="190500"/>
        </p:xfrm>
        <a:graphic>
          <a:graphicData uri="http://schemas.openxmlformats.org/presentationml/2006/ole">
            <mc:AlternateContent xmlns:mc="http://schemas.openxmlformats.org/markup-compatibility/2006">
              <mc:Choice xmlns:v="urn:schemas-microsoft-com:vml" Requires="v">
                <p:oleObj name="Equation" r:id="rId2" imgW="88560" imgH="190440" progId="Equation.3">
                  <p:embed/>
                </p:oleObj>
              </mc:Choice>
              <mc:Fallback>
                <p:oleObj name="Equation" r:id="rId2" imgW="88560" imgH="190440" progId="Equation.3">
                  <p:embed/>
                  <p:pic>
                    <p:nvPicPr>
                      <p:cNvPr id="2" name="Object 0">
                        <a:extLst>
                          <a:ext uri="{FF2B5EF4-FFF2-40B4-BE49-F238E27FC236}">
                            <a16:creationId xmlns:a16="http://schemas.microsoft.com/office/drawing/2014/main" id="{B13E3835-9A57-4A0F-965F-59FEAF7728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27550" y="3333750"/>
                        <a:ext cx="88900" cy="190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09" name="Object 1">
            <a:extLst>
              <a:ext uri="{FF2B5EF4-FFF2-40B4-BE49-F238E27FC236}">
                <a16:creationId xmlns:a16="http://schemas.microsoft.com/office/drawing/2014/main" id="{73AC5E44-31B6-4BD6-95F2-ACFDDB60A4A3}"/>
              </a:ext>
            </a:extLst>
          </p:cNvPr>
          <p:cNvGraphicFramePr>
            <a:graphicFrameLocks noChangeAspect="1"/>
          </p:cNvGraphicFramePr>
          <p:nvPr/>
        </p:nvGraphicFramePr>
        <p:xfrm>
          <a:off x="2627313" y="1700213"/>
          <a:ext cx="3313112" cy="1065212"/>
        </p:xfrm>
        <a:graphic>
          <a:graphicData uri="http://schemas.openxmlformats.org/presentationml/2006/ole">
            <mc:AlternateContent xmlns:mc="http://schemas.openxmlformats.org/markup-compatibility/2006">
              <mc:Choice xmlns:v="urn:schemas-microsoft-com:vml" Requires="v">
                <p:oleObj name="Equation" r:id="rId4" imgW="1066680" imgH="457200" progId="Equation.3">
                  <p:embed/>
                </p:oleObj>
              </mc:Choice>
              <mc:Fallback>
                <p:oleObj name="Equation" r:id="rId4" imgW="1066680" imgH="457200" progId="Equation.3">
                  <p:embed/>
                  <p:pic>
                    <p:nvPicPr>
                      <p:cNvPr id="17409" name="Object 1">
                        <a:extLst>
                          <a:ext uri="{FF2B5EF4-FFF2-40B4-BE49-F238E27FC236}">
                            <a16:creationId xmlns:a16="http://schemas.microsoft.com/office/drawing/2014/main" id="{73AC5E44-31B6-4BD6-95F2-ACFDDB60A4A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27313" y="1700213"/>
                        <a:ext cx="3313112" cy="1065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10" name="Object 2">
            <a:extLst>
              <a:ext uri="{FF2B5EF4-FFF2-40B4-BE49-F238E27FC236}">
                <a16:creationId xmlns:a16="http://schemas.microsoft.com/office/drawing/2014/main" id="{5820EDF2-0B4A-4D5B-ABFC-2C0312BC76FC}"/>
              </a:ext>
            </a:extLst>
          </p:cNvPr>
          <p:cNvGraphicFramePr>
            <a:graphicFrameLocks noChangeAspect="1"/>
          </p:cNvGraphicFramePr>
          <p:nvPr/>
        </p:nvGraphicFramePr>
        <p:xfrm>
          <a:off x="1455738" y="4240213"/>
          <a:ext cx="6234112" cy="976312"/>
        </p:xfrm>
        <a:graphic>
          <a:graphicData uri="http://schemas.openxmlformats.org/presentationml/2006/ole">
            <mc:AlternateContent xmlns:mc="http://schemas.openxmlformats.org/markup-compatibility/2006">
              <mc:Choice xmlns:v="urn:schemas-microsoft-com:vml" Requires="v">
                <p:oleObj name="Equation" r:id="rId6" imgW="2590560" imgH="457200" progId="Equation.3">
                  <p:embed/>
                </p:oleObj>
              </mc:Choice>
              <mc:Fallback>
                <p:oleObj name="Equation" r:id="rId6" imgW="2590560" imgH="457200" progId="Equation.3">
                  <p:embed/>
                  <p:pic>
                    <p:nvPicPr>
                      <p:cNvPr id="17410" name="Object 2">
                        <a:extLst>
                          <a:ext uri="{FF2B5EF4-FFF2-40B4-BE49-F238E27FC236}">
                            <a16:creationId xmlns:a16="http://schemas.microsoft.com/office/drawing/2014/main" id="{5820EDF2-0B4A-4D5B-ABFC-2C0312BC76F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55738" y="4240213"/>
                        <a:ext cx="6234112" cy="976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23" name="Rectangle 7">
            <a:extLst>
              <a:ext uri="{FF2B5EF4-FFF2-40B4-BE49-F238E27FC236}">
                <a16:creationId xmlns:a16="http://schemas.microsoft.com/office/drawing/2014/main" id="{454B724E-A4C2-49D4-9659-3DEC68D33A3C}"/>
              </a:ext>
            </a:extLst>
          </p:cNvPr>
          <p:cNvSpPr>
            <a:spLocks noChangeArrowheads="1"/>
          </p:cNvSpPr>
          <p:nvPr/>
        </p:nvSpPr>
        <p:spPr bwMode="auto">
          <a:xfrm>
            <a:off x="914400" y="5297488"/>
            <a:ext cx="61722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证明：略</a:t>
            </a:r>
          </a:p>
        </p:txBody>
      </p:sp>
      <p:sp>
        <p:nvSpPr>
          <p:cNvPr id="9224" name="Text Box 8">
            <a:extLst>
              <a:ext uri="{FF2B5EF4-FFF2-40B4-BE49-F238E27FC236}">
                <a16:creationId xmlns:a16="http://schemas.microsoft.com/office/drawing/2014/main" id="{49A736CF-7DAB-4231-A727-C219A8A6968B}"/>
              </a:ext>
            </a:extLst>
          </p:cNvPr>
          <p:cNvSpPr txBox="1">
            <a:spLocks noChangeArrowheads="1"/>
          </p:cNvSpPr>
          <p:nvPr/>
        </p:nvSpPr>
        <p:spPr bwMode="auto">
          <a:xfrm>
            <a:off x="685800" y="457200"/>
            <a:ext cx="7772400" cy="142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90000"/>
              </a:lnSpc>
              <a:spcBef>
                <a:spcPct val="20000"/>
              </a:spcBef>
              <a:spcAft>
                <a:spcPct val="0"/>
              </a:spcAft>
              <a:buClrTx/>
              <a:buSzTx/>
              <a:buFontTx/>
              <a:buNone/>
              <a:tabLst/>
              <a:defRPr/>
            </a:pPr>
            <a:r>
              <a:rPr kumimoji="1" lang="zh-CN" altLang="en-US"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在式</a:t>
            </a:r>
            <a:r>
              <a:rPr kumimoji="1" lang="en-US" altLang="zh-CN"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(1.16)</a:t>
            </a:r>
            <a:r>
              <a:rPr kumimoji="1" lang="zh-CN" altLang="en-US"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中，若令</a:t>
            </a:r>
            <a:r>
              <a:rPr kumimoji="1" lang="en-US" altLang="zh-CN"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z=x/y</a:t>
            </a:r>
            <a:r>
              <a:rPr kumimoji="1" lang="zh-CN" altLang="en-US"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，则有</a:t>
            </a:r>
          </a:p>
          <a:p>
            <a:pPr marL="0" marR="0" lvl="0" indent="0" algn="just" defTabSz="914400" rtl="0" eaLnBrk="1" fontAlgn="base" latinLnBrk="0" hangingPunct="1">
              <a:lnSpc>
                <a:spcPct val="90000"/>
              </a:lnSpc>
              <a:spcBef>
                <a:spcPct val="20000"/>
              </a:spcBef>
              <a:spcAft>
                <a:spcPct val="0"/>
              </a:spcAft>
              <a:buClrTx/>
              <a:buSzTx/>
              <a:buFontTx/>
              <a:buNone/>
              <a:tabLst/>
              <a:defRPr/>
            </a:pPr>
            <a:r>
              <a:rPr kumimoji="1" lang="zh-CN" altLang="en-US" sz="2800" b="1" i="0" u="none" strike="noStrike" kern="1200" cap="none" spc="0" normalizeH="0" baseline="0" noProof="0">
                <a:ln>
                  <a:noFill/>
                </a:ln>
                <a:solidFill>
                  <a:srgbClr val="FF0066"/>
                </a:solidFill>
                <a:effectLst/>
                <a:uLnTx/>
                <a:uFillTx/>
                <a:latin typeface="宋体" panose="02010600030101010101" pitchFamily="2" charset="-122"/>
                <a:ea typeface="宋体" panose="02010600030101010101" pitchFamily="2" charset="-122"/>
                <a:cs typeface="+mn-cs"/>
              </a:rPr>
              <a:t>推论</a:t>
            </a:r>
            <a:r>
              <a:rPr kumimoji="1" lang="en-US" altLang="zh-CN" sz="2800" b="1" i="0" u="none" strike="noStrike" kern="1200" cap="none" spc="0" normalizeH="0" baseline="0" noProof="0">
                <a:ln>
                  <a:noFill/>
                </a:ln>
                <a:solidFill>
                  <a:srgbClr val="FF0066"/>
                </a:solidFill>
                <a:effectLst/>
                <a:uLnTx/>
                <a:uFillTx/>
                <a:latin typeface="宋体" panose="02010600030101010101" pitchFamily="2" charset="-122"/>
                <a:ea typeface="宋体" panose="02010600030101010101" pitchFamily="2" charset="-122"/>
                <a:cs typeface="+mn-cs"/>
              </a:rPr>
              <a:t>1</a:t>
            </a:r>
            <a:r>
              <a:rPr kumimoji="1" lang="en-US" altLang="zh-CN"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  </a:t>
            </a:r>
            <a:r>
              <a:rPr kumimoji="1" lang="zh-CN" altLang="en-US"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对于｜</a:t>
            </a:r>
            <a:r>
              <a:rPr kumimoji="1" lang="en-US" altLang="zh-CN"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z</a:t>
            </a:r>
            <a:r>
              <a:rPr kumimoji="1" lang="zh-CN" altLang="en-US"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a:t>
            </a:r>
            <a:r>
              <a:rPr kumimoji="1" lang="en-US" altLang="zh-CN"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&lt;1</a:t>
            </a:r>
            <a:r>
              <a:rPr kumimoji="1" lang="zh-CN" altLang="en-US"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的任何</a:t>
            </a:r>
            <a:r>
              <a:rPr kumimoji="1" lang="en-US" altLang="zh-CN"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z</a:t>
            </a:r>
            <a:r>
              <a:rPr kumimoji="1" lang="zh-CN" altLang="en-US"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，有                               </a:t>
            </a:r>
          </a:p>
          <a:p>
            <a:pPr marL="0" marR="0" lvl="0" indent="0" algn="just" defTabSz="914400" rtl="0" eaLnBrk="1" fontAlgn="base" latinLnBrk="0" hangingPunct="1">
              <a:lnSpc>
                <a:spcPct val="90000"/>
              </a:lnSpc>
              <a:spcBef>
                <a:spcPct val="20000"/>
              </a:spcBef>
              <a:spcAft>
                <a:spcPct val="0"/>
              </a:spcAft>
              <a:buClrTx/>
              <a:buSzTx/>
              <a:buFontTx/>
              <a:buChar char="•"/>
              <a:tabLst/>
              <a:defRPr/>
            </a:pPr>
            <a:endParaRPr kumimoji="1" lang="zh-CN" altLang="en-US"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9224"/>
                                        </p:tgtEl>
                                        <p:attrNameLst>
                                          <p:attrName>style.visibility</p:attrName>
                                        </p:attrNameLst>
                                      </p:cBhvr>
                                      <p:to>
                                        <p:strVal val="visible"/>
                                      </p:to>
                                    </p:set>
                                    <p:animEffect transition="in" filter="randombar(horizontal)">
                                      <p:cBhvr>
                                        <p:cTn id="7" dur="500"/>
                                        <p:tgtEl>
                                          <p:spTgt spid="9224"/>
                                        </p:tgtEl>
                                      </p:cBhvr>
                                    </p:animEffect>
                                  </p:childTnLst>
                                </p:cTn>
                              </p:par>
                            </p:childTnLst>
                          </p:cTn>
                        </p:par>
                        <p:par>
                          <p:cTn id="8" fill="hold" nodeType="afterGroup">
                            <p:stCondLst>
                              <p:cond delay="500"/>
                            </p:stCondLst>
                            <p:childTnLst>
                              <p:par>
                                <p:cTn id="9" presetID="4" presetClass="entr" presetSubtype="16" fill="hold" nodeType="afterEffect">
                                  <p:stCondLst>
                                    <p:cond delay="0"/>
                                  </p:stCondLst>
                                  <p:childTnLst>
                                    <p:set>
                                      <p:cBhvr>
                                        <p:cTn id="10" dur="1" fill="hold">
                                          <p:stCondLst>
                                            <p:cond delay="0"/>
                                          </p:stCondLst>
                                        </p:cTn>
                                        <p:tgtEl>
                                          <p:spTgt spid="17409"/>
                                        </p:tgtEl>
                                        <p:attrNameLst>
                                          <p:attrName>style.visibility</p:attrName>
                                        </p:attrNameLst>
                                      </p:cBhvr>
                                      <p:to>
                                        <p:strVal val="visible"/>
                                      </p:to>
                                    </p:set>
                                    <p:animEffect transition="in" filter="box(in)">
                                      <p:cBhvr>
                                        <p:cTn id="11" dur="500"/>
                                        <p:tgtEl>
                                          <p:spTgt spid="17409"/>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9219">
                                            <p:txEl>
                                              <p:pRg st="0" end="0"/>
                                            </p:txEl>
                                          </p:spTgt>
                                        </p:tgtEl>
                                        <p:attrNameLst>
                                          <p:attrName>style.visibility</p:attrName>
                                        </p:attrNameLst>
                                      </p:cBhvr>
                                      <p:to>
                                        <p:strVal val="visible"/>
                                      </p:to>
                                    </p:set>
                                    <p:animEffect transition="in" filter="blinds(horizontal)">
                                      <p:cBhvr>
                                        <p:cTn id="16" dur="500"/>
                                        <p:tgtEl>
                                          <p:spTgt spid="9219">
                                            <p:txEl>
                                              <p:pRg st="0" end="0"/>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9219">
                                            <p:txEl>
                                              <p:pRg st="1" end="1"/>
                                            </p:txEl>
                                          </p:spTgt>
                                        </p:tgtEl>
                                        <p:attrNameLst>
                                          <p:attrName>style.visibility</p:attrName>
                                        </p:attrNameLst>
                                      </p:cBhvr>
                                      <p:to>
                                        <p:strVal val="visible"/>
                                      </p:to>
                                    </p:set>
                                    <p:animEffect transition="in" filter="blinds(horizontal)">
                                      <p:cBhvr>
                                        <p:cTn id="21" dur="500"/>
                                        <p:tgtEl>
                                          <p:spTgt spid="9219">
                                            <p:txEl>
                                              <p:pRg st="1" end="1"/>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9219">
                                            <p:txEl>
                                              <p:pRg st="2" end="2"/>
                                            </p:txEl>
                                          </p:spTgt>
                                        </p:tgtEl>
                                        <p:attrNameLst>
                                          <p:attrName>style.visibility</p:attrName>
                                        </p:attrNameLst>
                                      </p:cBhvr>
                                      <p:to>
                                        <p:strVal val="visible"/>
                                      </p:to>
                                    </p:set>
                                    <p:animEffect transition="in" filter="blinds(horizontal)">
                                      <p:cBhvr>
                                        <p:cTn id="26" dur="500"/>
                                        <p:tgtEl>
                                          <p:spTgt spid="9219">
                                            <p:txEl>
                                              <p:pRg st="2" end="2"/>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9219">
                                            <p:txEl>
                                              <p:pRg st="3" end="3"/>
                                            </p:txEl>
                                          </p:spTgt>
                                        </p:tgtEl>
                                        <p:attrNameLst>
                                          <p:attrName>style.visibility</p:attrName>
                                        </p:attrNameLst>
                                      </p:cBhvr>
                                      <p:to>
                                        <p:strVal val="visible"/>
                                      </p:to>
                                    </p:set>
                                    <p:animEffect transition="in" filter="blinds(horizontal)">
                                      <p:cBhvr>
                                        <p:cTn id="31" dur="500"/>
                                        <p:tgtEl>
                                          <p:spTgt spid="9219">
                                            <p:txEl>
                                              <p:pRg st="3" end="3"/>
                                            </p:txEl>
                                          </p:spTgt>
                                        </p:tgtEl>
                                      </p:cBhvr>
                                    </p:animEffect>
                                  </p:childTnLst>
                                </p:cTn>
                              </p:par>
                            </p:childTnLst>
                          </p:cTn>
                        </p:par>
                        <p:par>
                          <p:cTn id="32" fill="hold" nodeType="afterGroup">
                            <p:stCondLst>
                              <p:cond delay="500"/>
                            </p:stCondLst>
                            <p:childTnLst>
                              <p:par>
                                <p:cTn id="33" presetID="9" presetClass="entr" presetSubtype="0" fill="hold" nodeType="afterEffect">
                                  <p:stCondLst>
                                    <p:cond delay="0"/>
                                  </p:stCondLst>
                                  <p:childTnLst>
                                    <p:set>
                                      <p:cBhvr>
                                        <p:cTn id="34" dur="1" fill="hold">
                                          <p:stCondLst>
                                            <p:cond delay="0"/>
                                          </p:stCondLst>
                                        </p:cTn>
                                        <p:tgtEl>
                                          <p:spTgt spid="17410"/>
                                        </p:tgtEl>
                                        <p:attrNameLst>
                                          <p:attrName>style.visibility</p:attrName>
                                        </p:attrNameLst>
                                      </p:cBhvr>
                                      <p:to>
                                        <p:strVal val="visible"/>
                                      </p:to>
                                    </p:set>
                                    <p:animEffect transition="in" filter="dissolve">
                                      <p:cBhvr>
                                        <p:cTn id="35" dur="500"/>
                                        <p:tgtEl>
                                          <p:spTgt spid="17410"/>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9223"/>
                                        </p:tgtEl>
                                        <p:attrNameLst>
                                          <p:attrName>style.visibility</p:attrName>
                                        </p:attrNameLst>
                                      </p:cBhvr>
                                      <p:to>
                                        <p:strVal val="visible"/>
                                      </p:to>
                                    </p:set>
                                    <p:animEffect transition="in" filter="dissolve">
                                      <p:cBhvr>
                                        <p:cTn id="40" dur="500"/>
                                        <p:tgtEl>
                                          <p:spTgt spid="92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autoUpdateAnimBg="0"/>
      <p:bldP spid="9223" grpId="0" autoUpdateAnimBg="0"/>
      <p:bldP spid="9224" grpId="0"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9" name="Text Box 9">
            <a:extLst>
              <a:ext uri="{FF2B5EF4-FFF2-40B4-BE49-F238E27FC236}">
                <a16:creationId xmlns:a16="http://schemas.microsoft.com/office/drawing/2014/main" id="{6FB0DA16-D0F8-442A-A218-4B2311424D63}"/>
              </a:ext>
            </a:extLst>
          </p:cNvPr>
          <p:cNvSpPr txBox="1">
            <a:spLocks noChangeArrowheads="1"/>
          </p:cNvSpPr>
          <p:nvPr/>
        </p:nvSpPr>
        <p:spPr bwMode="auto">
          <a:xfrm>
            <a:off x="990600" y="685800"/>
            <a:ext cx="7162800" cy="224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在式</a:t>
            </a:r>
            <a:r>
              <a:rPr kumimoji="1" lang="en-US" altLang="zh-CN"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(1.18)</a:t>
            </a:r>
            <a:r>
              <a:rPr kumimoji="1" lang="zh-CN" altLang="en-US"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中，令</a:t>
            </a:r>
            <a:r>
              <a:rPr kumimoji="1" lang="en-US" altLang="zh-CN"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n=1,</a:t>
            </a:r>
            <a:r>
              <a:rPr kumimoji="1" lang="zh-CN" altLang="en-US"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就有          </a:t>
            </a:r>
            <a:r>
              <a:rPr kumimoji="1" lang="en-US" altLang="zh-CN"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=1</a:t>
            </a:r>
            <a:r>
              <a:rPr kumimoji="1" lang="zh-CN" altLang="en-US"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            于是又得到</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 </a:t>
            </a:r>
            <a:r>
              <a:rPr kumimoji="1" lang="zh-CN" altLang="en-US" sz="2800" b="1" i="0" u="none" strike="noStrike" kern="1200" cap="none" spc="0" normalizeH="0" baseline="0" noProof="0">
                <a:ln>
                  <a:noFill/>
                </a:ln>
                <a:solidFill>
                  <a:srgbClr val="FF0066"/>
                </a:solidFill>
                <a:effectLst/>
                <a:uLnTx/>
                <a:uFillTx/>
                <a:latin typeface="宋体" panose="02010600030101010101" pitchFamily="2" charset="-122"/>
                <a:ea typeface="宋体" panose="02010600030101010101" pitchFamily="2" charset="-122"/>
                <a:cs typeface="+mn-cs"/>
              </a:rPr>
              <a:t>推论</a:t>
            </a:r>
            <a:r>
              <a:rPr kumimoji="1" lang="en-US" altLang="zh-CN" sz="2800" b="1" i="0" u="none" strike="noStrike" kern="1200" cap="none" spc="0" normalizeH="0" baseline="0" noProof="0">
                <a:ln>
                  <a:noFill/>
                </a:ln>
                <a:solidFill>
                  <a:srgbClr val="FF0066"/>
                </a:solidFill>
                <a:effectLst/>
                <a:uLnTx/>
                <a:uFillTx/>
                <a:latin typeface="宋体" panose="02010600030101010101" pitchFamily="2" charset="-122"/>
                <a:ea typeface="宋体" panose="02010600030101010101" pitchFamily="2" charset="-122"/>
                <a:cs typeface="+mn-cs"/>
              </a:rPr>
              <a:t>3</a:t>
            </a:r>
            <a:r>
              <a:rPr kumimoji="1" lang="en-US" altLang="zh-CN"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   </a:t>
            </a:r>
            <a:r>
              <a:rPr kumimoji="1" lang="zh-CN" altLang="en-US"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当｜</a:t>
            </a:r>
            <a:r>
              <a:rPr kumimoji="1" lang="en-US" altLang="zh-CN"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z</a:t>
            </a:r>
            <a:r>
              <a:rPr kumimoji="1" lang="zh-CN" altLang="en-US"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a:t>
            </a:r>
            <a:r>
              <a:rPr kumimoji="1" lang="en-US" altLang="zh-CN"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&lt;1</a:t>
            </a:r>
            <a:r>
              <a:rPr kumimoji="1" lang="zh-CN" altLang="en-US"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时，有</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 </a:t>
            </a:r>
            <a:endParaRPr kumimoji="1" lang="en-US" altLang="zh-CN"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endParaRPr>
          </a:p>
        </p:txBody>
      </p:sp>
      <p:sp>
        <p:nvSpPr>
          <p:cNvPr id="10243" name="Rectangle 3">
            <a:extLst>
              <a:ext uri="{FF2B5EF4-FFF2-40B4-BE49-F238E27FC236}">
                <a16:creationId xmlns:a16="http://schemas.microsoft.com/office/drawing/2014/main" id="{58A66E80-1B7B-48D1-82D9-7287D5E60DBE}"/>
              </a:ext>
            </a:extLst>
          </p:cNvPr>
          <p:cNvSpPr>
            <a:spLocks noChangeArrowheads="1"/>
          </p:cNvSpPr>
          <p:nvPr/>
        </p:nvSpPr>
        <p:spPr bwMode="auto">
          <a:xfrm>
            <a:off x="647700" y="2667000"/>
            <a:ext cx="7848600" cy="310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        </a:t>
            </a:r>
          </a:p>
          <a:p>
            <a:pPr marL="0" marR="0" lvl="0" indent="0" algn="just" defTabSz="914400" rtl="0" eaLnBrk="0" fontAlgn="base" latinLnBrk="0" hangingPunct="0">
              <a:lnSpc>
                <a:spcPct val="100000"/>
              </a:lnSpc>
              <a:spcBef>
                <a:spcPct val="0"/>
              </a:spcBef>
              <a:spcAft>
                <a:spcPct val="0"/>
              </a:spcAft>
              <a:buClrTx/>
              <a:buSzTx/>
              <a:buFontTx/>
              <a:buNone/>
              <a:tabLst/>
              <a:defRPr/>
            </a:pPr>
            <a:endParaRPr kumimoji="1" lang="en-US" altLang="zh-CN"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   </a:t>
            </a:r>
            <a:r>
              <a:rPr kumimoji="1" lang="zh-CN" altLang="en-US"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又在式</a:t>
            </a:r>
            <a:r>
              <a:rPr kumimoji="1" lang="en-US" altLang="zh-CN"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(1.19)</a:t>
            </a:r>
            <a:r>
              <a:rPr kumimoji="1" lang="zh-CN" altLang="en-US"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中，用</a:t>
            </a:r>
            <a:r>
              <a:rPr kumimoji="1" lang="en-US" altLang="zh-CN"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-z</a:t>
            </a:r>
            <a:r>
              <a:rPr kumimoji="1" lang="zh-CN" altLang="en-US"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代替</a:t>
            </a:r>
            <a:r>
              <a:rPr kumimoji="1" lang="en-US" altLang="zh-CN"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z,</a:t>
            </a:r>
            <a:r>
              <a:rPr kumimoji="1" lang="zh-CN" altLang="en-US"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就有</a:t>
            </a:r>
          </a:p>
          <a:p>
            <a:pPr marL="0" marR="0" lvl="0" indent="0" algn="just"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0066"/>
                </a:solidFill>
                <a:effectLst/>
                <a:uLnTx/>
                <a:uFillTx/>
                <a:latin typeface="宋体" panose="02010600030101010101" pitchFamily="2" charset="-122"/>
                <a:ea typeface="宋体" panose="02010600030101010101" pitchFamily="2" charset="-122"/>
                <a:cs typeface="+mn-cs"/>
              </a:rPr>
              <a:t>   推论</a:t>
            </a:r>
            <a:r>
              <a:rPr kumimoji="1" lang="en-US" altLang="zh-CN" sz="2800" b="1" i="0" u="none" strike="noStrike" kern="1200" cap="none" spc="0" normalizeH="0" baseline="0" noProof="0">
                <a:ln>
                  <a:noFill/>
                </a:ln>
                <a:solidFill>
                  <a:srgbClr val="FF0066"/>
                </a:solidFill>
                <a:effectLst/>
                <a:uLnTx/>
                <a:uFillTx/>
                <a:latin typeface="宋体" panose="02010600030101010101" pitchFamily="2" charset="-122"/>
                <a:ea typeface="宋体" panose="02010600030101010101" pitchFamily="2" charset="-122"/>
                <a:cs typeface="+mn-cs"/>
              </a:rPr>
              <a:t>4</a:t>
            </a:r>
            <a:r>
              <a:rPr kumimoji="1" lang="en-US" altLang="zh-CN"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   </a:t>
            </a:r>
            <a:r>
              <a:rPr kumimoji="1" lang="zh-CN" altLang="en-US"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当｜</a:t>
            </a:r>
            <a:r>
              <a:rPr kumimoji="1" lang="en-US" altLang="zh-CN"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z</a:t>
            </a:r>
            <a:r>
              <a:rPr kumimoji="1" lang="zh-CN" altLang="en-US"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a:t>
            </a:r>
            <a:r>
              <a:rPr kumimoji="1" lang="en-US" altLang="zh-CN"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&lt;1</a:t>
            </a:r>
            <a:r>
              <a:rPr kumimoji="1" lang="zh-CN" altLang="en-US"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时，有</a:t>
            </a:r>
          </a:p>
          <a:p>
            <a:pPr marL="0" marR="0" lvl="0" indent="0" algn="just"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altLang="zh-CN"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endParaRPr>
          </a:p>
        </p:txBody>
      </p:sp>
      <p:graphicFrame>
        <p:nvGraphicFramePr>
          <p:cNvPr id="10245" name="Object 5">
            <a:extLst>
              <a:ext uri="{FF2B5EF4-FFF2-40B4-BE49-F238E27FC236}">
                <a16:creationId xmlns:a16="http://schemas.microsoft.com/office/drawing/2014/main" id="{EA925A7C-5200-4E11-82C3-907AA4623B37}"/>
              </a:ext>
            </a:extLst>
          </p:cNvPr>
          <p:cNvGraphicFramePr>
            <a:graphicFrameLocks noChangeAspect="1"/>
          </p:cNvGraphicFramePr>
          <p:nvPr/>
        </p:nvGraphicFramePr>
        <p:xfrm>
          <a:off x="5607050" y="549275"/>
          <a:ext cx="1447800" cy="1000125"/>
        </p:xfrm>
        <a:graphic>
          <a:graphicData uri="http://schemas.openxmlformats.org/presentationml/2006/ole">
            <mc:AlternateContent xmlns:mc="http://schemas.openxmlformats.org/markup-compatibility/2006">
              <mc:Choice xmlns:v="urn:schemas-microsoft-com:vml" Requires="v">
                <p:oleObj name="公式" r:id="rId2" imgW="660240" imgH="457200" progId="Equation.3">
                  <p:embed/>
                </p:oleObj>
              </mc:Choice>
              <mc:Fallback>
                <p:oleObj name="公式" r:id="rId2" imgW="660240" imgH="457200" progId="Equation.3">
                  <p:embed/>
                  <p:pic>
                    <p:nvPicPr>
                      <p:cNvPr id="10245" name="Object 5">
                        <a:extLst>
                          <a:ext uri="{FF2B5EF4-FFF2-40B4-BE49-F238E27FC236}">
                            <a16:creationId xmlns:a16="http://schemas.microsoft.com/office/drawing/2014/main" id="{EA925A7C-5200-4E11-82C3-907AA4623B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7050" y="549275"/>
                        <a:ext cx="1447800" cy="1000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6" name="Object 6">
            <a:extLst>
              <a:ext uri="{FF2B5EF4-FFF2-40B4-BE49-F238E27FC236}">
                <a16:creationId xmlns:a16="http://schemas.microsoft.com/office/drawing/2014/main" id="{2E7D5150-C012-464B-AED6-62F6C35FFF19}"/>
              </a:ext>
            </a:extLst>
          </p:cNvPr>
          <p:cNvGraphicFramePr>
            <a:graphicFrameLocks noChangeAspect="1"/>
          </p:cNvGraphicFramePr>
          <p:nvPr/>
        </p:nvGraphicFramePr>
        <p:xfrm>
          <a:off x="2268538" y="2087563"/>
          <a:ext cx="4140200" cy="1125537"/>
        </p:xfrm>
        <a:graphic>
          <a:graphicData uri="http://schemas.openxmlformats.org/presentationml/2006/ole">
            <mc:AlternateContent xmlns:mc="http://schemas.openxmlformats.org/markup-compatibility/2006">
              <mc:Choice xmlns:v="urn:schemas-microsoft-com:vml" Requires="v">
                <p:oleObj name="Equation" r:id="rId4" imgW="1143000" imgH="431640" progId="Equation.3">
                  <p:embed/>
                </p:oleObj>
              </mc:Choice>
              <mc:Fallback>
                <p:oleObj name="Equation" r:id="rId4" imgW="1143000" imgH="431640" progId="Equation.3">
                  <p:embed/>
                  <p:pic>
                    <p:nvPicPr>
                      <p:cNvPr id="10246" name="Object 6">
                        <a:extLst>
                          <a:ext uri="{FF2B5EF4-FFF2-40B4-BE49-F238E27FC236}">
                            <a16:creationId xmlns:a16="http://schemas.microsoft.com/office/drawing/2014/main" id="{2E7D5150-C012-464B-AED6-62F6C35FFF1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68538" y="2087563"/>
                        <a:ext cx="4140200" cy="1125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4" name="Object 7">
            <a:extLst>
              <a:ext uri="{FF2B5EF4-FFF2-40B4-BE49-F238E27FC236}">
                <a16:creationId xmlns:a16="http://schemas.microsoft.com/office/drawing/2014/main" id="{57EF4767-C554-48C0-AF20-B967B1D97424}"/>
              </a:ext>
            </a:extLst>
          </p:cNvPr>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name="Equation" r:id="rId6" imgW="114120" imgH="215640" progId="Equation.3">
                  <p:embed/>
                </p:oleObj>
              </mc:Choice>
              <mc:Fallback>
                <p:oleObj name="Equation" r:id="rId6" imgW="114120" imgH="215640" progId="Equation.3">
                  <p:embed/>
                  <p:pic>
                    <p:nvPicPr>
                      <p:cNvPr id="10244" name="Object 7">
                        <a:extLst>
                          <a:ext uri="{FF2B5EF4-FFF2-40B4-BE49-F238E27FC236}">
                            <a16:creationId xmlns:a16="http://schemas.microsoft.com/office/drawing/2014/main" id="{57EF4767-C554-48C0-AF20-B967B1D9742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8" name="Object 8">
            <a:extLst>
              <a:ext uri="{FF2B5EF4-FFF2-40B4-BE49-F238E27FC236}">
                <a16:creationId xmlns:a16="http://schemas.microsoft.com/office/drawing/2014/main" id="{BCEA534B-F1AF-4B54-A1D5-45FC7206E280}"/>
              </a:ext>
            </a:extLst>
          </p:cNvPr>
          <p:cNvGraphicFramePr>
            <a:graphicFrameLocks noChangeAspect="1"/>
          </p:cNvGraphicFramePr>
          <p:nvPr/>
        </p:nvGraphicFramePr>
        <p:xfrm>
          <a:off x="2700338" y="4508500"/>
          <a:ext cx="3527425" cy="1317625"/>
        </p:xfrm>
        <a:graphic>
          <a:graphicData uri="http://schemas.openxmlformats.org/presentationml/2006/ole">
            <mc:AlternateContent xmlns:mc="http://schemas.openxmlformats.org/markup-compatibility/2006">
              <mc:Choice xmlns:v="urn:schemas-microsoft-com:vml" Requires="v">
                <p:oleObj name="Equation" r:id="rId8" imgW="812520" imgH="431640" progId="Equation.3">
                  <p:embed/>
                </p:oleObj>
              </mc:Choice>
              <mc:Fallback>
                <p:oleObj name="Equation" r:id="rId8" imgW="812520" imgH="431640" progId="Equation.3">
                  <p:embed/>
                  <p:pic>
                    <p:nvPicPr>
                      <p:cNvPr id="10248" name="Object 8">
                        <a:extLst>
                          <a:ext uri="{FF2B5EF4-FFF2-40B4-BE49-F238E27FC236}">
                            <a16:creationId xmlns:a16="http://schemas.microsoft.com/office/drawing/2014/main" id="{BCEA534B-F1AF-4B54-A1D5-45FC7206E28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00338" y="4508500"/>
                        <a:ext cx="3527425" cy="1317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矩形 7">
            <a:extLst>
              <a:ext uri="{FF2B5EF4-FFF2-40B4-BE49-F238E27FC236}">
                <a16:creationId xmlns:a16="http://schemas.microsoft.com/office/drawing/2014/main" id="{991A1D2E-1C28-43D7-A44B-44D6461C7330}"/>
              </a:ext>
            </a:extLst>
          </p:cNvPr>
          <p:cNvSpPr>
            <a:spLocks noChangeArrowheads="1"/>
          </p:cNvSpPr>
          <p:nvPr/>
        </p:nvSpPr>
        <p:spPr bwMode="auto">
          <a:xfrm>
            <a:off x="6659563" y="2565400"/>
            <a:ext cx="1117600"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90000"/>
              </a:lnSpc>
              <a:spcBef>
                <a:spcPct val="20000"/>
              </a:spcBef>
              <a:spcAft>
                <a:spcPct val="0"/>
              </a:spcAft>
              <a:buClrTx/>
              <a:buSzTx/>
              <a:buFontTx/>
              <a:buNone/>
              <a:tabLst/>
              <a:defRPr/>
            </a:pPr>
            <a:r>
              <a:rPr kumimoji="1" lang="en-US" altLang="zh-CN" sz="24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(1.19)</a:t>
            </a:r>
          </a:p>
        </p:txBody>
      </p:sp>
      <p:sp>
        <p:nvSpPr>
          <p:cNvPr id="3" name="矩形 8">
            <a:extLst>
              <a:ext uri="{FF2B5EF4-FFF2-40B4-BE49-F238E27FC236}">
                <a16:creationId xmlns:a16="http://schemas.microsoft.com/office/drawing/2014/main" id="{3FD1DD4C-3A66-49AB-A8FC-F0F6AB3C0821}"/>
              </a:ext>
            </a:extLst>
          </p:cNvPr>
          <p:cNvSpPr>
            <a:spLocks noChangeArrowheads="1"/>
          </p:cNvSpPr>
          <p:nvPr/>
        </p:nvSpPr>
        <p:spPr bwMode="auto">
          <a:xfrm>
            <a:off x="6443663" y="4941888"/>
            <a:ext cx="1117600" cy="4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90000"/>
              </a:lnSpc>
              <a:spcBef>
                <a:spcPct val="20000"/>
              </a:spcBef>
              <a:spcAft>
                <a:spcPct val="0"/>
              </a:spcAft>
              <a:buClrTx/>
              <a:buSzTx/>
              <a:buFontTx/>
              <a:buNone/>
              <a:tabLst/>
              <a:defRPr/>
            </a:pPr>
            <a:r>
              <a:rPr kumimoji="1" lang="en-US" altLang="zh-CN" sz="24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(1.20)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0249"/>
                                        </p:tgtEl>
                                        <p:attrNameLst>
                                          <p:attrName>style.visibility</p:attrName>
                                        </p:attrNameLst>
                                      </p:cBhvr>
                                      <p:to>
                                        <p:strVal val="visible"/>
                                      </p:to>
                                    </p:set>
                                    <p:animEffect transition="in" filter="box(in)">
                                      <p:cBhvr>
                                        <p:cTn id="7" dur="500"/>
                                        <p:tgtEl>
                                          <p:spTgt spid="10249"/>
                                        </p:tgtEl>
                                      </p:cBhvr>
                                    </p:animEffect>
                                  </p:childTnLst>
                                </p:cTn>
                              </p:par>
                            </p:childTnLst>
                          </p:cTn>
                        </p:par>
                        <p:par>
                          <p:cTn id="8" fill="hold" nodeType="afterGroup">
                            <p:stCondLst>
                              <p:cond delay="500"/>
                            </p:stCondLst>
                            <p:childTnLst>
                              <p:par>
                                <p:cTn id="9" presetID="3" presetClass="entr" presetSubtype="10" fill="hold" nodeType="afterEffect">
                                  <p:stCondLst>
                                    <p:cond delay="0"/>
                                  </p:stCondLst>
                                  <p:childTnLst>
                                    <p:set>
                                      <p:cBhvr>
                                        <p:cTn id="10" dur="1" fill="hold">
                                          <p:stCondLst>
                                            <p:cond delay="0"/>
                                          </p:stCondLst>
                                        </p:cTn>
                                        <p:tgtEl>
                                          <p:spTgt spid="10245"/>
                                        </p:tgtEl>
                                        <p:attrNameLst>
                                          <p:attrName>style.visibility</p:attrName>
                                        </p:attrNameLst>
                                      </p:cBhvr>
                                      <p:to>
                                        <p:strVal val="visible"/>
                                      </p:to>
                                    </p:set>
                                    <p:animEffect transition="in" filter="blinds(horizontal)">
                                      <p:cBhvr>
                                        <p:cTn id="11" dur="500"/>
                                        <p:tgtEl>
                                          <p:spTgt spid="10245"/>
                                        </p:tgtEl>
                                      </p:cBhvr>
                                    </p:animEffect>
                                  </p:childTnLst>
                                </p:cTn>
                              </p:par>
                            </p:childTnLst>
                          </p:cTn>
                        </p:par>
                        <p:par>
                          <p:cTn id="12" fill="hold" nodeType="afterGroup">
                            <p:stCondLst>
                              <p:cond delay="1000"/>
                            </p:stCondLst>
                            <p:childTnLst>
                              <p:par>
                                <p:cTn id="13" presetID="3" presetClass="entr" presetSubtype="10" fill="hold" nodeType="afterEffect">
                                  <p:stCondLst>
                                    <p:cond delay="0"/>
                                  </p:stCondLst>
                                  <p:childTnLst>
                                    <p:set>
                                      <p:cBhvr>
                                        <p:cTn id="14" dur="1" fill="hold">
                                          <p:stCondLst>
                                            <p:cond delay="0"/>
                                          </p:stCondLst>
                                        </p:cTn>
                                        <p:tgtEl>
                                          <p:spTgt spid="10246"/>
                                        </p:tgtEl>
                                        <p:attrNameLst>
                                          <p:attrName>style.visibility</p:attrName>
                                        </p:attrNameLst>
                                      </p:cBhvr>
                                      <p:to>
                                        <p:strVal val="visible"/>
                                      </p:to>
                                    </p:set>
                                    <p:animEffect transition="in" filter="blinds(horizontal)">
                                      <p:cBhvr>
                                        <p:cTn id="15" dur="500"/>
                                        <p:tgtEl>
                                          <p:spTgt spid="10246"/>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10243"/>
                                        </p:tgtEl>
                                        <p:attrNameLst>
                                          <p:attrName>style.visibility</p:attrName>
                                        </p:attrNameLst>
                                      </p:cBhvr>
                                      <p:to>
                                        <p:strVal val="visible"/>
                                      </p:to>
                                    </p:set>
                                    <p:anim calcmode="lin" valueType="num">
                                      <p:cBhvr additive="base">
                                        <p:cTn id="20" dur="500" fill="hold"/>
                                        <p:tgtEl>
                                          <p:spTgt spid="10243"/>
                                        </p:tgtEl>
                                        <p:attrNameLst>
                                          <p:attrName>ppt_x</p:attrName>
                                        </p:attrNameLst>
                                      </p:cBhvr>
                                      <p:tavLst>
                                        <p:tav tm="0">
                                          <p:val>
                                            <p:strVal val="#ppt_x"/>
                                          </p:val>
                                        </p:tav>
                                        <p:tav tm="100000">
                                          <p:val>
                                            <p:strVal val="#ppt_x"/>
                                          </p:val>
                                        </p:tav>
                                      </p:tavLst>
                                    </p:anim>
                                    <p:anim calcmode="lin" valueType="num">
                                      <p:cBhvr additive="base">
                                        <p:cTn id="21" dur="500" fill="hold"/>
                                        <p:tgtEl>
                                          <p:spTgt spid="10243"/>
                                        </p:tgtEl>
                                        <p:attrNameLst>
                                          <p:attrName>ppt_y</p:attrName>
                                        </p:attrNameLst>
                                      </p:cBhvr>
                                      <p:tavLst>
                                        <p:tav tm="0">
                                          <p:val>
                                            <p:strVal val="1+#ppt_h/2"/>
                                          </p:val>
                                        </p:tav>
                                        <p:tav tm="100000">
                                          <p:val>
                                            <p:strVal val="#ppt_y"/>
                                          </p:val>
                                        </p:tav>
                                      </p:tavLst>
                                    </p:anim>
                                  </p:childTnLst>
                                </p:cTn>
                              </p:par>
                            </p:childTnLst>
                          </p:cTn>
                        </p:par>
                        <p:par>
                          <p:cTn id="22" fill="hold" nodeType="afterGroup">
                            <p:stCondLst>
                              <p:cond delay="500"/>
                            </p:stCondLst>
                            <p:childTnLst>
                              <p:par>
                                <p:cTn id="23" presetID="3" presetClass="entr" presetSubtype="10" fill="hold" nodeType="afterEffect">
                                  <p:stCondLst>
                                    <p:cond delay="0"/>
                                  </p:stCondLst>
                                  <p:childTnLst>
                                    <p:set>
                                      <p:cBhvr>
                                        <p:cTn id="24" dur="1" fill="hold">
                                          <p:stCondLst>
                                            <p:cond delay="0"/>
                                          </p:stCondLst>
                                        </p:cTn>
                                        <p:tgtEl>
                                          <p:spTgt spid="10248"/>
                                        </p:tgtEl>
                                        <p:attrNameLst>
                                          <p:attrName>style.visibility</p:attrName>
                                        </p:attrNameLst>
                                      </p:cBhvr>
                                      <p:to>
                                        <p:strVal val="visible"/>
                                      </p:to>
                                    </p:set>
                                    <p:animEffect transition="in" filter="blinds(horizontal)">
                                      <p:cBhvr>
                                        <p:cTn id="25" dur="500"/>
                                        <p:tgtEl>
                                          <p:spTgt spid="102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9" grpId="0" autoUpdateAnimBg="0"/>
      <p:bldP spid="10243" grpId="0"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7" name="Rectangle 3">
            <a:extLst>
              <a:ext uri="{FF2B5EF4-FFF2-40B4-BE49-F238E27FC236}">
                <a16:creationId xmlns:a16="http://schemas.microsoft.com/office/drawing/2014/main" id="{6D4B554D-EAFD-44F5-B4FC-3A284834F759}"/>
              </a:ext>
            </a:extLst>
          </p:cNvPr>
          <p:cNvSpPr>
            <a:spLocks noGrp="1" noChangeArrowheads="1"/>
          </p:cNvSpPr>
          <p:nvPr>
            <p:ph idx="1"/>
          </p:nvPr>
        </p:nvSpPr>
        <p:spPr>
          <a:xfrm>
            <a:off x="685800" y="838200"/>
            <a:ext cx="7772400" cy="1752600"/>
          </a:xfrm>
        </p:spPr>
        <p:txBody>
          <a:bodyPr/>
          <a:lstStyle/>
          <a:p>
            <a:pPr algn="just">
              <a:lnSpc>
                <a:spcPct val="90000"/>
              </a:lnSpc>
              <a:spcBef>
                <a:spcPct val="0"/>
              </a:spcBef>
              <a:buFontTx/>
              <a:buNone/>
            </a:pPr>
            <a:r>
              <a:rPr lang="en-US" altLang="zh-CN" sz="2800" b="1">
                <a:latin typeface="宋体" panose="02010600030101010101" pitchFamily="2" charset="-122"/>
                <a:ea typeface="宋体" panose="02010600030101010101" pitchFamily="2" charset="-122"/>
              </a:rPr>
              <a:t>  </a:t>
            </a:r>
            <a:r>
              <a:rPr lang="zh-CN" altLang="en-US" sz="2800" b="1">
                <a:latin typeface="宋体" panose="02010600030101010101" pitchFamily="2" charset="-122"/>
                <a:ea typeface="宋体" panose="02010600030101010101" pitchFamily="2" charset="-122"/>
              </a:rPr>
              <a:t>在式</a:t>
            </a:r>
            <a:r>
              <a:rPr lang="en-US" altLang="zh-CN" sz="2800" b="1">
                <a:latin typeface="宋体" panose="02010600030101010101" pitchFamily="2" charset="-122"/>
                <a:ea typeface="宋体" panose="02010600030101010101" pitchFamily="2" charset="-122"/>
              </a:rPr>
              <a:t>(1.17)</a:t>
            </a:r>
            <a:r>
              <a:rPr lang="zh-CN" altLang="en-US" sz="2800" b="1">
                <a:latin typeface="宋体" panose="02010600030101010101" pitchFamily="2" charset="-122"/>
                <a:ea typeface="宋体" panose="02010600030101010101" pitchFamily="2" charset="-122"/>
              </a:rPr>
              <a:t>中，若令</a:t>
            </a:r>
            <a:r>
              <a:rPr lang="en-US" altLang="zh-CN" sz="2800" b="1">
                <a:latin typeface="宋体" panose="02010600030101010101" pitchFamily="2" charset="-122"/>
                <a:ea typeface="宋体" panose="02010600030101010101" pitchFamily="2" charset="-122"/>
              </a:rPr>
              <a:t>α=1/2</a:t>
            </a:r>
            <a:r>
              <a:rPr lang="zh-CN" altLang="en-US" sz="2800" b="1">
                <a:latin typeface="宋体" panose="02010600030101010101" pitchFamily="2" charset="-122"/>
                <a:ea typeface="宋体" panose="02010600030101010101" pitchFamily="2" charset="-122"/>
              </a:rPr>
              <a:t>，则有</a:t>
            </a:r>
          </a:p>
          <a:p>
            <a:pPr algn="just">
              <a:lnSpc>
                <a:spcPct val="90000"/>
              </a:lnSpc>
              <a:spcBef>
                <a:spcPct val="0"/>
              </a:spcBef>
              <a:buFontTx/>
              <a:buNone/>
            </a:pPr>
            <a:r>
              <a:rPr lang="zh-CN" altLang="en-US" sz="2800" b="1">
                <a:solidFill>
                  <a:srgbClr val="FF0066"/>
                </a:solidFill>
                <a:latin typeface="宋体" panose="02010600030101010101" pitchFamily="2" charset="-122"/>
                <a:ea typeface="宋体" panose="02010600030101010101" pitchFamily="2" charset="-122"/>
              </a:rPr>
              <a:t>  推论</a:t>
            </a:r>
            <a:r>
              <a:rPr lang="en-US" altLang="zh-CN" sz="2800" b="1">
                <a:solidFill>
                  <a:srgbClr val="FF0066"/>
                </a:solidFill>
                <a:latin typeface="宋体" panose="02010600030101010101" pitchFamily="2" charset="-122"/>
                <a:ea typeface="宋体" panose="02010600030101010101" pitchFamily="2" charset="-122"/>
              </a:rPr>
              <a:t>5</a:t>
            </a:r>
            <a:r>
              <a:rPr lang="en-US" altLang="zh-CN" sz="2800" b="1">
                <a:latin typeface="宋体" panose="02010600030101010101" pitchFamily="2" charset="-122"/>
                <a:ea typeface="宋体" panose="02010600030101010101" pitchFamily="2" charset="-122"/>
              </a:rPr>
              <a:t>   </a:t>
            </a:r>
            <a:r>
              <a:rPr lang="zh-CN" altLang="en-US" sz="2800" b="1">
                <a:latin typeface="宋体" panose="02010600030101010101" pitchFamily="2" charset="-122"/>
                <a:ea typeface="宋体" panose="02010600030101010101" pitchFamily="2" charset="-122"/>
              </a:rPr>
              <a:t>当｜</a:t>
            </a:r>
            <a:r>
              <a:rPr lang="en-US" altLang="zh-CN" sz="2800" b="1">
                <a:latin typeface="宋体" panose="02010600030101010101" pitchFamily="2" charset="-122"/>
                <a:ea typeface="宋体" panose="02010600030101010101" pitchFamily="2" charset="-122"/>
              </a:rPr>
              <a:t>z</a:t>
            </a:r>
            <a:r>
              <a:rPr lang="zh-CN" altLang="en-US" sz="2800" b="1">
                <a:latin typeface="宋体" panose="02010600030101010101" pitchFamily="2" charset="-122"/>
                <a:ea typeface="宋体" panose="02010600030101010101" pitchFamily="2" charset="-122"/>
              </a:rPr>
              <a:t>｜</a:t>
            </a:r>
            <a:r>
              <a:rPr lang="en-US" altLang="zh-CN" sz="2800" b="1">
                <a:latin typeface="宋体" panose="02010600030101010101" pitchFamily="2" charset="-122"/>
                <a:ea typeface="宋体" panose="02010600030101010101" pitchFamily="2" charset="-122"/>
              </a:rPr>
              <a:t>&lt;1</a:t>
            </a:r>
            <a:r>
              <a:rPr lang="zh-CN" altLang="en-US" sz="2800" b="1">
                <a:latin typeface="宋体" panose="02010600030101010101" pitchFamily="2" charset="-122"/>
                <a:ea typeface="宋体" panose="02010600030101010101" pitchFamily="2" charset="-122"/>
              </a:rPr>
              <a:t>时，有</a:t>
            </a:r>
          </a:p>
          <a:p>
            <a:pPr algn="just">
              <a:lnSpc>
                <a:spcPct val="90000"/>
              </a:lnSpc>
              <a:spcBef>
                <a:spcPct val="0"/>
              </a:spcBef>
              <a:buFontTx/>
              <a:buNone/>
            </a:pPr>
            <a:endParaRPr lang="zh-CN" altLang="en-US" sz="2800" b="1">
              <a:latin typeface="宋体" panose="02010600030101010101" pitchFamily="2" charset="-122"/>
              <a:ea typeface="宋体" panose="02010600030101010101" pitchFamily="2" charset="-122"/>
            </a:endParaRPr>
          </a:p>
          <a:p>
            <a:pPr algn="just">
              <a:lnSpc>
                <a:spcPct val="90000"/>
              </a:lnSpc>
              <a:spcBef>
                <a:spcPct val="0"/>
              </a:spcBef>
              <a:buFontTx/>
              <a:buNone/>
            </a:pPr>
            <a:r>
              <a:rPr lang="en-US" altLang="zh-CN" sz="2800" b="1">
                <a:latin typeface="宋体" panose="02010600030101010101" pitchFamily="2" charset="-122"/>
                <a:ea typeface="宋体" panose="02010600030101010101" pitchFamily="2" charset="-122"/>
              </a:rPr>
              <a:t></a:t>
            </a:r>
          </a:p>
          <a:p>
            <a:pPr eaLnBrk="1" hangingPunct="1">
              <a:lnSpc>
                <a:spcPct val="90000"/>
              </a:lnSpc>
              <a:buFontTx/>
              <a:buNone/>
            </a:pPr>
            <a:endParaRPr lang="en-US" altLang="zh-CN" sz="2800" b="1">
              <a:latin typeface="宋体" panose="02010600030101010101" pitchFamily="2" charset="-122"/>
              <a:ea typeface="宋体" panose="02010600030101010101" pitchFamily="2" charset="-122"/>
            </a:endParaRPr>
          </a:p>
        </p:txBody>
      </p:sp>
      <p:graphicFrame>
        <p:nvGraphicFramePr>
          <p:cNvPr id="16388" name="Object 4">
            <a:extLst>
              <a:ext uri="{FF2B5EF4-FFF2-40B4-BE49-F238E27FC236}">
                <a16:creationId xmlns:a16="http://schemas.microsoft.com/office/drawing/2014/main" id="{E2D6B8A0-3D5C-4D70-B7DA-DC7F6506BEC6}"/>
              </a:ext>
            </a:extLst>
          </p:cNvPr>
          <p:cNvGraphicFramePr>
            <a:graphicFrameLocks noChangeAspect="1"/>
          </p:cNvGraphicFramePr>
          <p:nvPr/>
        </p:nvGraphicFramePr>
        <p:xfrm>
          <a:off x="1835150" y="1803400"/>
          <a:ext cx="4724400" cy="977900"/>
        </p:xfrm>
        <a:graphic>
          <a:graphicData uri="http://schemas.openxmlformats.org/presentationml/2006/ole">
            <mc:AlternateContent xmlns:mc="http://schemas.openxmlformats.org/markup-compatibility/2006">
              <mc:Choice xmlns:v="urn:schemas-microsoft-com:vml" Requires="v">
                <p:oleObj name="Equation" r:id="rId2" imgW="2171520" imgH="457200" progId="Equation.3">
                  <p:embed/>
                </p:oleObj>
              </mc:Choice>
              <mc:Fallback>
                <p:oleObj name="Equation" r:id="rId2" imgW="2171520" imgH="457200" progId="Equation.3">
                  <p:embed/>
                  <p:pic>
                    <p:nvPicPr>
                      <p:cNvPr id="16388" name="Object 4">
                        <a:extLst>
                          <a:ext uri="{FF2B5EF4-FFF2-40B4-BE49-F238E27FC236}">
                            <a16:creationId xmlns:a16="http://schemas.microsoft.com/office/drawing/2014/main" id="{E2D6B8A0-3D5C-4D70-B7DA-DC7F6506BE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5150" y="1803400"/>
                        <a:ext cx="4724400" cy="977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90" name="Object 6">
            <a:extLst>
              <a:ext uri="{FF2B5EF4-FFF2-40B4-BE49-F238E27FC236}">
                <a16:creationId xmlns:a16="http://schemas.microsoft.com/office/drawing/2014/main" id="{B2FA5D84-7221-434D-81F5-4957238B2137}"/>
              </a:ext>
            </a:extLst>
          </p:cNvPr>
          <p:cNvGraphicFramePr>
            <a:graphicFrameLocks noChangeAspect="1"/>
          </p:cNvGraphicFramePr>
          <p:nvPr/>
        </p:nvGraphicFramePr>
        <p:xfrm>
          <a:off x="3059113" y="4675188"/>
          <a:ext cx="2895600" cy="1130300"/>
        </p:xfrm>
        <a:graphic>
          <a:graphicData uri="http://schemas.openxmlformats.org/presentationml/2006/ole">
            <mc:AlternateContent xmlns:mc="http://schemas.openxmlformats.org/markup-compatibility/2006">
              <mc:Choice xmlns:v="urn:schemas-microsoft-com:vml" Requires="v">
                <p:oleObj name="Equation" r:id="rId4" imgW="1168200" imgH="457200" progId="Equation.3">
                  <p:embed/>
                </p:oleObj>
              </mc:Choice>
              <mc:Fallback>
                <p:oleObj name="Equation" r:id="rId4" imgW="1168200" imgH="457200" progId="Equation.3">
                  <p:embed/>
                  <p:pic>
                    <p:nvPicPr>
                      <p:cNvPr id="16390" name="Object 6">
                        <a:extLst>
                          <a:ext uri="{FF2B5EF4-FFF2-40B4-BE49-F238E27FC236}">
                            <a16:creationId xmlns:a16="http://schemas.microsoft.com/office/drawing/2014/main" id="{B2FA5D84-7221-434D-81F5-4957238B213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59113" y="4675188"/>
                        <a:ext cx="2895600" cy="1130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391" name="Object 7">
            <a:extLst>
              <a:ext uri="{FF2B5EF4-FFF2-40B4-BE49-F238E27FC236}">
                <a16:creationId xmlns:a16="http://schemas.microsoft.com/office/drawing/2014/main" id="{4431AB7E-77B6-4FC1-977E-9864411BCED9}"/>
              </a:ext>
            </a:extLst>
          </p:cNvPr>
          <p:cNvGraphicFramePr>
            <a:graphicFrameLocks noChangeAspect="1"/>
          </p:cNvGraphicFramePr>
          <p:nvPr/>
        </p:nvGraphicFramePr>
        <p:xfrm>
          <a:off x="2438400" y="3678238"/>
          <a:ext cx="4679950" cy="1046162"/>
        </p:xfrm>
        <a:graphic>
          <a:graphicData uri="http://schemas.openxmlformats.org/presentationml/2006/ole">
            <mc:AlternateContent xmlns:mc="http://schemas.openxmlformats.org/markup-compatibility/2006">
              <mc:Choice xmlns:v="urn:schemas-microsoft-com:vml" Requires="v">
                <p:oleObj name="Equation" r:id="rId6" imgW="2044440" imgH="457200" progId="Equation.3">
                  <p:embed/>
                </p:oleObj>
              </mc:Choice>
              <mc:Fallback>
                <p:oleObj name="Equation" r:id="rId6" imgW="2044440" imgH="457200" progId="Equation.3">
                  <p:embed/>
                  <p:pic>
                    <p:nvPicPr>
                      <p:cNvPr id="16391" name="Object 7">
                        <a:extLst>
                          <a:ext uri="{FF2B5EF4-FFF2-40B4-BE49-F238E27FC236}">
                            <a16:creationId xmlns:a16="http://schemas.microsoft.com/office/drawing/2014/main" id="{4431AB7E-77B6-4FC1-977E-9864411BCED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38400" y="3678238"/>
                        <a:ext cx="4679950" cy="1046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392" name="Rectangle 8">
            <a:extLst>
              <a:ext uri="{FF2B5EF4-FFF2-40B4-BE49-F238E27FC236}">
                <a16:creationId xmlns:a16="http://schemas.microsoft.com/office/drawing/2014/main" id="{31B05F0A-2CBB-44C1-8241-8291E4BDCD08}"/>
              </a:ext>
            </a:extLst>
          </p:cNvPr>
          <p:cNvSpPr>
            <a:spLocks noChangeArrowheads="1"/>
          </p:cNvSpPr>
          <p:nvPr/>
        </p:nvSpPr>
        <p:spPr bwMode="auto">
          <a:xfrm>
            <a:off x="1990725" y="5930900"/>
            <a:ext cx="6110288"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Char char="•"/>
              <a:tabLst/>
              <a:defRPr/>
            </a:pPr>
            <a:r>
              <a:rPr kumimoji="1" lang="zh-CN" altLang="en-US"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将上式代入式</a:t>
            </a:r>
            <a:r>
              <a:rPr kumimoji="1" lang="en-US" altLang="zh-CN"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(1.17)</a:t>
            </a:r>
            <a:r>
              <a:rPr kumimoji="1" lang="zh-CN" altLang="en-US"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即得式</a:t>
            </a:r>
            <a:r>
              <a:rPr kumimoji="1" lang="en-US" altLang="zh-CN"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(1.21)</a:t>
            </a:r>
            <a:r>
              <a:rPr kumimoji="1" lang="zh-CN" altLang="en-US"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a:t>
            </a:r>
          </a:p>
        </p:txBody>
      </p:sp>
      <p:sp>
        <p:nvSpPr>
          <p:cNvPr id="16393" name="Text Box 9">
            <a:extLst>
              <a:ext uri="{FF2B5EF4-FFF2-40B4-BE49-F238E27FC236}">
                <a16:creationId xmlns:a16="http://schemas.microsoft.com/office/drawing/2014/main" id="{F2AF69F1-331B-4826-B485-6E409E722737}"/>
              </a:ext>
            </a:extLst>
          </p:cNvPr>
          <p:cNvSpPr txBox="1">
            <a:spLocks noChangeArrowheads="1"/>
          </p:cNvSpPr>
          <p:nvPr/>
        </p:nvSpPr>
        <p:spPr bwMode="auto">
          <a:xfrm>
            <a:off x="457200" y="2978150"/>
            <a:ext cx="76200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a:ln>
                  <a:noFill/>
                </a:ln>
                <a:solidFill>
                  <a:srgbClr val="0000FF"/>
                </a:solidFill>
                <a:effectLst/>
                <a:uLnTx/>
                <a:uFillTx/>
                <a:latin typeface="宋体" panose="02010600030101010101" pitchFamily="2" charset="-122"/>
                <a:ea typeface="宋体" panose="02010600030101010101" pitchFamily="2" charset="-122"/>
                <a:cs typeface="+mn-cs"/>
              </a:rPr>
              <a:t>证明：</a:t>
            </a:r>
            <a:r>
              <a:rPr kumimoji="1" lang="zh-CN" altLang="en-US"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当</a:t>
            </a:r>
            <a:r>
              <a:rPr kumimoji="1" lang="en-US" altLang="zh-CN"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α=1/2</a:t>
            </a:r>
            <a:r>
              <a:rPr kumimoji="1" lang="zh-CN" altLang="en-US"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时，  </a:t>
            </a:r>
            <a:r>
              <a:rPr kumimoji="1" lang="en-US" altLang="zh-CN"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=1,</a:t>
            </a:r>
            <a:r>
              <a:rPr kumimoji="1" lang="zh-CN" altLang="en-US"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而对于</a:t>
            </a:r>
            <a:r>
              <a:rPr kumimoji="1" lang="en-US" altLang="zh-CN"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k&gt;0</a:t>
            </a:r>
            <a:r>
              <a:rPr kumimoji="1" lang="zh-CN" altLang="en-US"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，有</a:t>
            </a:r>
          </a:p>
        </p:txBody>
      </p:sp>
      <p:graphicFrame>
        <p:nvGraphicFramePr>
          <p:cNvPr id="16394" name="Object 10">
            <a:extLst>
              <a:ext uri="{FF2B5EF4-FFF2-40B4-BE49-F238E27FC236}">
                <a16:creationId xmlns:a16="http://schemas.microsoft.com/office/drawing/2014/main" id="{0C85CA79-3BD0-4A13-BF5D-EBC59E49B7BA}"/>
              </a:ext>
            </a:extLst>
          </p:cNvPr>
          <p:cNvGraphicFramePr>
            <a:graphicFrameLocks noChangeAspect="1"/>
          </p:cNvGraphicFramePr>
          <p:nvPr/>
        </p:nvGraphicFramePr>
        <p:xfrm>
          <a:off x="3563938" y="2852738"/>
          <a:ext cx="533400" cy="769937"/>
        </p:xfrm>
        <a:graphic>
          <a:graphicData uri="http://schemas.openxmlformats.org/presentationml/2006/ole">
            <mc:AlternateContent xmlns:mc="http://schemas.openxmlformats.org/markup-compatibility/2006">
              <mc:Choice xmlns:v="urn:schemas-microsoft-com:vml" Requires="v">
                <p:oleObj name="公式" r:id="rId8" imgW="266400" imgH="457200" progId="Equation.3">
                  <p:embed/>
                </p:oleObj>
              </mc:Choice>
              <mc:Fallback>
                <p:oleObj name="公式" r:id="rId8" imgW="266400" imgH="457200" progId="Equation.3">
                  <p:embed/>
                  <p:pic>
                    <p:nvPicPr>
                      <p:cNvPr id="16394" name="Object 10">
                        <a:extLst>
                          <a:ext uri="{FF2B5EF4-FFF2-40B4-BE49-F238E27FC236}">
                            <a16:creationId xmlns:a16="http://schemas.microsoft.com/office/drawing/2014/main" id="{0C85CA79-3BD0-4A13-BF5D-EBC59E49B7B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63938" y="2852738"/>
                        <a:ext cx="533400" cy="769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73" name="矩形 8">
            <a:extLst>
              <a:ext uri="{FF2B5EF4-FFF2-40B4-BE49-F238E27FC236}">
                <a16:creationId xmlns:a16="http://schemas.microsoft.com/office/drawing/2014/main" id="{1E4E635F-6B41-4297-A8DA-17E5897F7391}"/>
              </a:ext>
            </a:extLst>
          </p:cNvPr>
          <p:cNvSpPr>
            <a:spLocks noChangeArrowheads="1"/>
          </p:cNvSpPr>
          <p:nvPr/>
        </p:nvSpPr>
        <p:spPr bwMode="auto">
          <a:xfrm>
            <a:off x="7308850" y="2205038"/>
            <a:ext cx="1117600" cy="4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90000"/>
              </a:lnSpc>
              <a:spcBef>
                <a:spcPct val="20000"/>
              </a:spcBef>
              <a:spcAft>
                <a:spcPct val="0"/>
              </a:spcAft>
              <a:buClrTx/>
              <a:buSzTx/>
              <a:buFontTx/>
              <a:buNone/>
              <a:tabLst/>
              <a:defRPr/>
            </a:pPr>
            <a:r>
              <a:rPr kumimoji="1" lang="en-US" altLang="zh-CN" sz="24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(1.21)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387"/>
                                        </p:tgtEl>
                                        <p:attrNameLst>
                                          <p:attrName>style.visibility</p:attrName>
                                        </p:attrNameLst>
                                      </p:cBhvr>
                                      <p:to>
                                        <p:strVal val="visible"/>
                                      </p:to>
                                    </p:set>
                                    <p:animEffect transition="in" filter="blinds(horizontal)">
                                      <p:cBhvr>
                                        <p:cTn id="7" dur="500"/>
                                        <p:tgtEl>
                                          <p:spTgt spid="16387"/>
                                        </p:tgtEl>
                                      </p:cBhvr>
                                    </p:animEffect>
                                  </p:childTnLst>
                                </p:cTn>
                              </p:par>
                            </p:childTnLst>
                          </p:cTn>
                        </p:par>
                        <p:par>
                          <p:cTn id="8" fill="hold" nodeType="afterGroup">
                            <p:stCondLst>
                              <p:cond delay="500"/>
                            </p:stCondLst>
                            <p:childTnLst>
                              <p:par>
                                <p:cTn id="9" presetID="4" presetClass="entr" presetSubtype="16" fill="hold" nodeType="afterEffect">
                                  <p:stCondLst>
                                    <p:cond delay="0"/>
                                  </p:stCondLst>
                                  <p:childTnLst>
                                    <p:set>
                                      <p:cBhvr>
                                        <p:cTn id="10" dur="1" fill="hold">
                                          <p:stCondLst>
                                            <p:cond delay="0"/>
                                          </p:stCondLst>
                                        </p:cTn>
                                        <p:tgtEl>
                                          <p:spTgt spid="16388"/>
                                        </p:tgtEl>
                                        <p:attrNameLst>
                                          <p:attrName>style.visibility</p:attrName>
                                        </p:attrNameLst>
                                      </p:cBhvr>
                                      <p:to>
                                        <p:strVal val="visible"/>
                                      </p:to>
                                    </p:set>
                                    <p:animEffect transition="in" filter="box(in)">
                                      <p:cBhvr>
                                        <p:cTn id="11" dur="500"/>
                                        <p:tgtEl>
                                          <p:spTgt spid="1638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16393"/>
                                        </p:tgtEl>
                                        <p:attrNameLst>
                                          <p:attrName>style.visibility</p:attrName>
                                        </p:attrNameLst>
                                      </p:cBhvr>
                                      <p:to>
                                        <p:strVal val="visible"/>
                                      </p:to>
                                    </p:set>
                                    <p:animEffect transition="in" filter="dissolve">
                                      <p:cBhvr>
                                        <p:cTn id="16" dur="500"/>
                                        <p:tgtEl>
                                          <p:spTgt spid="16393"/>
                                        </p:tgtEl>
                                      </p:cBhvr>
                                    </p:animEffect>
                                  </p:childTnLst>
                                </p:cTn>
                              </p:par>
                            </p:childTnLst>
                          </p:cTn>
                        </p:par>
                        <p:par>
                          <p:cTn id="17" fill="hold" nodeType="afterGroup">
                            <p:stCondLst>
                              <p:cond delay="500"/>
                            </p:stCondLst>
                            <p:childTnLst>
                              <p:par>
                                <p:cTn id="18" presetID="2" presetClass="entr" presetSubtype="8" fill="hold" nodeType="afterEffect">
                                  <p:stCondLst>
                                    <p:cond delay="0"/>
                                  </p:stCondLst>
                                  <p:childTnLst>
                                    <p:set>
                                      <p:cBhvr>
                                        <p:cTn id="19" dur="1" fill="hold">
                                          <p:stCondLst>
                                            <p:cond delay="0"/>
                                          </p:stCondLst>
                                        </p:cTn>
                                        <p:tgtEl>
                                          <p:spTgt spid="16394"/>
                                        </p:tgtEl>
                                        <p:attrNameLst>
                                          <p:attrName>style.visibility</p:attrName>
                                        </p:attrNameLst>
                                      </p:cBhvr>
                                      <p:to>
                                        <p:strVal val="visible"/>
                                      </p:to>
                                    </p:set>
                                    <p:anim calcmode="lin" valueType="num">
                                      <p:cBhvr additive="base">
                                        <p:cTn id="20" dur="500" fill="hold"/>
                                        <p:tgtEl>
                                          <p:spTgt spid="16394"/>
                                        </p:tgtEl>
                                        <p:attrNameLst>
                                          <p:attrName>ppt_x</p:attrName>
                                        </p:attrNameLst>
                                      </p:cBhvr>
                                      <p:tavLst>
                                        <p:tav tm="0">
                                          <p:val>
                                            <p:strVal val="0-#ppt_w/2"/>
                                          </p:val>
                                        </p:tav>
                                        <p:tav tm="100000">
                                          <p:val>
                                            <p:strVal val="#ppt_x"/>
                                          </p:val>
                                        </p:tav>
                                      </p:tavLst>
                                    </p:anim>
                                    <p:anim calcmode="lin" valueType="num">
                                      <p:cBhvr additive="base">
                                        <p:cTn id="21" dur="500" fill="hold"/>
                                        <p:tgtEl>
                                          <p:spTgt spid="16394"/>
                                        </p:tgtEl>
                                        <p:attrNameLst>
                                          <p:attrName>ppt_y</p:attrName>
                                        </p:attrNameLst>
                                      </p:cBhvr>
                                      <p:tavLst>
                                        <p:tav tm="0">
                                          <p:val>
                                            <p:strVal val="#ppt_y"/>
                                          </p:val>
                                        </p:tav>
                                        <p:tav tm="100000">
                                          <p:val>
                                            <p:strVal val="#ppt_y"/>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nodeType="clickEffect">
                                  <p:stCondLst>
                                    <p:cond delay="0"/>
                                  </p:stCondLst>
                                  <p:childTnLst>
                                    <p:set>
                                      <p:cBhvr>
                                        <p:cTn id="25" dur="1" fill="hold">
                                          <p:stCondLst>
                                            <p:cond delay="0"/>
                                          </p:stCondLst>
                                        </p:cTn>
                                        <p:tgtEl>
                                          <p:spTgt spid="16391"/>
                                        </p:tgtEl>
                                        <p:attrNameLst>
                                          <p:attrName>style.visibility</p:attrName>
                                        </p:attrNameLst>
                                      </p:cBhvr>
                                      <p:to>
                                        <p:strVal val="visible"/>
                                      </p:to>
                                    </p:set>
                                    <p:animEffect transition="in" filter="blinds(horizontal)">
                                      <p:cBhvr>
                                        <p:cTn id="26" dur="500"/>
                                        <p:tgtEl>
                                          <p:spTgt spid="16391"/>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nodeType="clickEffect">
                                  <p:stCondLst>
                                    <p:cond delay="0"/>
                                  </p:stCondLst>
                                  <p:childTnLst>
                                    <p:set>
                                      <p:cBhvr>
                                        <p:cTn id="30" dur="1" fill="hold">
                                          <p:stCondLst>
                                            <p:cond delay="0"/>
                                          </p:stCondLst>
                                        </p:cTn>
                                        <p:tgtEl>
                                          <p:spTgt spid="16390"/>
                                        </p:tgtEl>
                                        <p:attrNameLst>
                                          <p:attrName>style.visibility</p:attrName>
                                        </p:attrNameLst>
                                      </p:cBhvr>
                                      <p:to>
                                        <p:strVal val="visible"/>
                                      </p:to>
                                    </p:set>
                                    <p:animEffect transition="in" filter="blinds(horizontal)">
                                      <p:cBhvr>
                                        <p:cTn id="31" dur="500"/>
                                        <p:tgtEl>
                                          <p:spTgt spid="16390"/>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16392"/>
                                        </p:tgtEl>
                                        <p:attrNameLst>
                                          <p:attrName>style.visibility</p:attrName>
                                        </p:attrNameLst>
                                      </p:cBhvr>
                                      <p:to>
                                        <p:strVal val="visible"/>
                                      </p:to>
                                    </p:set>
                                    <p:animEffect transition="in" filter="dissolve">
                                      <p:cBhvr>
                                        <p:cTn id="36" dur="500"/>
                                        <p:tgtEl>
                                          <p:spTgt spid="163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autoUpdateAnimBg="0"/>
      <p:bldP spid="16392" grpId="0" autoUpdateAnimBg="0"/>
      <p:bldP spid="16393" grpId="0"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7" name="Rectangle 3">
            <a:extLst>
              <a:ext uri="{FF2B5EF4-FFF2-40B4-BE49-F238E27FC236}">
                <a16:creationId xmlns:a16="http://schemas.microsoft.com/office/drawing/2014/main" id="{88D7A107-6850-4EC7-A35A-D5F8E70DAB18}"/>
              </a:ext>
            </a:extLst>
          </p:cNvPr>
          <p:cNvSpPr>
            <a:spLocks noGrp="1" noChangeArrowheads="1"/>
          </p:cNvSpPr>
          <p:nvPr>
            <p:ph idx="1"/>
          </p:nvPr>
        </p:nvSpPr>
        <p:spPr>
          <a:xfrm>
            <a:off x="533400" y="1219200"/>
            <a:ext cx="7658100" cy="1676400"/>
          </a:xfrm>
        </p:spPr>
        <p:txBody>
          <a:bodyPr/>
          <a:lstStyle/>
          <a:p>
            <a:pPr algn="just" eaLnBrk="1" hangingPunct="1">
              <a:buFontTx/>
              <a:buNone/>
            </a:pPr>
            <a:r>
              <a:rPr lang="en-US" altLang="zh-CN" sz="2800" b="1">
                <a:latin typeface="宋体" panose="02010600030101010101" pitchFamily="2" charset="-122"/>
                <a:ea typeface="宋体" panose="02010600030101010101" pitchFamily="2" charset="-122"/>
              </a:rPr>
              <a:t></a:t>
            </a:r>
            <a:r>
              <a:rPr lang="zh-CN" altLang="en-US" sz="2800" b="1">
                <a:latin typeface="宋体" panose="02010600030101010101" pitchFamily="2" charset="-122"/>
                <a:ea typeface="宋体" panose="02010600030101010101" pitchFamily="2" charset="-122"/>
              </a:rPr>
              <a:t>又在式</a:t>
            </a:r>
            <a:r>
              <a:rPr lang="en-US" altLang="zh-CN" sz="2800" b="1">
                <a:latin typeface="宋体" panose="02010600030101010101" pitchFamily="2" charset="-122"/>
                <a:ea typeface="宋体" panose="02010600030101010101" pitchFamily="2" charset="-122"/>
              </a:rPr>
              <a:t>(1.18)</a:t>
            </a:r>
            <a:r>
              <a:rPr lang="zh-CN" altLang="en-US" sz="2800" b="1">
                <a:latin typeface="宋体" panose="02010600030101010101" pitchFamily="2" charset="-122"/>
                <a:ea typeface="宋体" panose="02010600030101010101" pitchFamily="2" charset="-122"/>
              </a:rPr>
              <a:t>中，若用</a:t>
            </a:r>
            <a:r>
              <a:rPr lang="en-US" altLang="zh-CN" sz="2800" b="1">
                <a:latin typeface="宋体" panose="02010600030101010101" pitchFamily="2" charset="-122"/>
                <a:ea typeface="宋体" panose="02010600030101010101" pitchFamily="2" charset="-122"/>
              </a:rPr>
              <a:t>-rz</a:t>
            </a:r>
            <a:r>
              <a:rPr lang="zh-CN" altLang="en-US" sz="2800" b="1">
                <a:latin typeface="宋体" panose="02010600030101010101" pitchFamily="2" charset="-122"/>
                <a:ea typeface="宋体" panose="02010600030101010101" pitchFamily="2" charset="-122"/>
              </a:rPr>
              <a:t>代替</a:t>
            </a:r>
            <a:r>
              <a:rPr lang="en-US" altLang="zh-CN" sz="2800" b="1">
                <a:latin typeface="宋体" panose="02010600030101010101" pitchFamily="2" charset="-122"/>
                <a:ea typeface="宋体" panose="02010600030101010101" pitchFamily="2" charset="-122"/>
              </a:rPr>
              <a:t>z(r</a:t>
            </a:r>
            <a:r>
              <a:rPr lang="zh-CN" altLang="en-US" sz="2800" b="1">
                <a:latin typeface="宋体" panose="02010600030101010101" pitchFamily="2" charset="-122"/>
                <a:ea typeface="宋体" panose="02010600030101010101" pitchFamily="2" charset="-122"/>
              </a:rPr>
              <a:t>为非零常数</a:t>
            </a:r>
            <a:r>
              <a:rPr lang="en-US" altLang="zh-CN" sz="2800" b="1">
                <a:latin typeface="宋体" panose="02010600030101010101" pitchFamily="2" charset="-122"/>
                <a:ea typeface="宋体" panose="02010600030101010101" pitchFamily="2" charset="-122"/>
              </a:rPr>
              <a:t>)</a:t>
            </a:r>
            <a:r>
              <a:rPr lang="zh-CN" altLang="en-US" sz="2800" b="1">
                <a:latin typeface="宋体" panose="02010600030101010101" pitchFamily="2" charset="-122"/>
                <a:ea typeface="宋体" panose="02010600030101010101" pitchFamily="2" charset="-122"/>
              </a:rPr>
              <a:t>，则有</a:t>
            </a:r>
          </a:p>
          <a:p>
            <a:pPr algn="just" eaLnBrk="1" hangingPunct="1"/>
            <a:endParaRPr lang="zh-CN" altLang="en-US" sz="2800" b="1">
              <a:latin typeface="宋体" panose="02010600030101010101" pitchFamily="2" charset="-122"/>
              <a:ea typeface="宋体" panose="02010600030101010101" pitchFamily="2" charset="-122"/>
            </a:endParaRPr>
          </a:p>
          <a:p>
            <a:pPr algn="just" eaLnBrk="1" hangingPunct="1"/>
            <a:endParaRPr lang="en-US" altLang="zh-CN" sz="2800" b="1">
              <a:latin typeface="宋体" panose="02010600030101010101" pitchFamily="2" charset="-122"/>
              <a:ea typeface="宋体" panose="02010600030101010101" pitchFamily="2" charset="-122"/>
            </a:endParaRPr>
          </a:p>
        </p:txBody>
      </p:sp>
      <p:graphicFrame>
        <p:nvGraphicFramePr>
          <p:cNvPr id="11269" name="Object 5">
            <a:extLst>
              <a:ext uri="{FF2B5EF4-FFF2-40B4-BE49-F238E27FC236}">
                <a16:creationId xmlns:a16="http://schemas.microsoft.com/office/drawing/2014/main" id="{A2DAC820-6664-42AB-8012-F9747613B167}"/>
              </a:ext>
            </a:extLst>
          </p:cNvPr>
          <p:cNvGraphicFramePr>
            <a:graphicFrameLocks noChangeAspect="1"/>
          </p:cNvGraphicFramePr>
          <p:nvPr/>
        </p:nvGraphicFramePr>
        <p:xfrm>
          <a:off x="1908175" y="3141663"/>
          <a:ext cx="4679950" cy="1136650"/>
        </p:xfrm>
        <a:graphic>
          <a:graphicData uri="http://schemas.openxmlformats.org/presentationml/2006/ole">
            <mc:AlternateContent xmlns:mc="http://schemas.openxmlformats.org/markup-compatibility/2006">
              <mc:Choice xmlns:v="urn:schemas-microsoft-com:vml" Requires="v">
                <p:oleObj name="Equation" r:id="rId2" imgW="1879560" imgH="457200" progId="Equation.3">
                  <p:embed/>
                </p:oleObj>
              </mc:Choice>
              <mc:Fallback>
                <p:oleObj name="Equation" r:id="rId2" imgW="1879560" imgH="457200" progId="Equation.3">
                  <p:embed/>
                  <p:pic>
                    <p:nvPicPr>
                      <p:cNvPr id="11269" name="Object 5">
                        <a:extLst>
                          <a:ext uri="{FF2B5EF4-FFF2-40B4-BE49-F238E27FC236}">
                            <a16:creationId xmlns:a16="http://schemas.microsoft.com/office/drawing/2014/main" id="{A2DAC820-6664-42AB-8012-F9747613B1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8175" y="3141663"/>
                        <a:ext cx="4679950" cy="1136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270" name="Text Box 6">
            <a:extLst>
              <a:ext uri="{FF2B5EF4-FFF2-40B4-BE49-F238E27FC236}">
                <a16:creationId xmlns:a16="http://schemas.microsoft.com/office/drawing/2014/main" id="{4323CDD0-F7AC-43F7-98ED-69738CCEA1B4}"/>
              </a:ext>
            </a:extLst>
          </p:cNvPr>
          <p:cNvSpPr txBox="1">
            <a:spLocks noChangeArrowheads="1"/>
          </p:cNvSpPr>
          <p:nvPr/>
        </p:nvSpPr>
        <p:spPr bwMode="auto">
          <a:xfrm>
            <a:off x="684213" y="2276475"/>
            <a:ext cx="76200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32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r>
              <a:rPr kumimoji="1" lang="zh-CN" altLang="en-US" sz="2800" b="1" i="0" u="none" strike="noStrike" kern="1200" cap="none" spc="0" normalizeH="0" baseline="0" noProof="0" dirty="0">
                <a:ln>
                  <a:noFill/>
                </a:ln>
                <a:solidFill>
                  <a:srgbClr val="FF0066"/>
                </a:solidFill>
                <a:effectLst/>
                <a:uLnTx/>
                <a:uFillTx/>
                <a:latin typeface="宋体" panose="02010600030101010101" pitchFamily="2" charset="-122"/>
                <a:ea typeface="宋体" panose="02010600030101010101" pitchFamily="2" charset="-122"/>
                <a:cs typeface="+mn-cs"/>
              </a:rPr>
              <a:t>推论</a:t>
            </a:r>
            <a:r>
              <a:rPr kumimoji="1" lang="en-US" altLang="zh-CN" sz="2800" b="1" i="0" u="none" strike="noStrike" kern="1200" cap="none" spc="0" normalizeH="0" baseline="0" noProof="0" dirty="0">
                <a:ln>
                  <a:noFill/>
                </a:ln>
                <a:solidFill>
                  <a:srgbClr val="FF0066"/>
                </a:solidFill>
                <a:effectLst/>
                <a:uLnTx/>
                <a:uFillTx/>
                <a:latin typeface="宋体" panose="02010600030101010101" pitchFamily="2" charset="-122"/>
                <a:ea typeface="宋体" panose="02010600030101010101" pitchFamily="2" charset="-122"/>
                <a:cs typeface="+mn-cs"/>
              </a:rPr>
              <a:t>6  </a:t>
            </a:r>
            <a:r>
              <a:rPr kumimoji="1" lang="zh-CN" altLang="en-US" sz="3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当｜</a:t>
            </a:r>
            <a:r>
              <a:rPr kumimoji="1" lang="en-US" altLang="zh-CN" sz="3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1" lang="en-US" altLang="zh-CN" sz="3200" b="1" i="0" u="none" strike="noStrike" kern="1200" cap="none" spc="0" normalizeH="0" baseline="0" noProof="0" dirty="0" err="1">
                <a:ln>
                  <a:noFill/>
                </a:ln>
                <a:solidFill>
                  <a:prstClr val="black"/>
                </a:solidFill>
                <a:effectLst/>
                <a:uLnTx/>
                <a:uFillTx/>
                <a:latin typeface="宋体" panose="02010600030101010101" pitchFamily="2" charset="-122"/>
                <a:ea typeface="宋体" panose="02010600030101010101" pitchFamily="2" charset="-122"/>
                <a:cs typeface="+mn-cs"/>
              </a:rPr>
              <a:t>rz</a:t>
            </a:r>
            <a:r>
              <a:rPr kumimoji="1" lang="en-US" altLang="zh-CN" sz="3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|&lt;1,</a:t>
            </a:r>
            <a:r>
              <a:rPr kumimoji="1" lang="zh-CN" altLang="en-US" sz="3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即｜</a:t>
            </a:r>
            <a:r>
              <a:rPr kumimoji="1" lang="en-US" altLang="zh-CN" sz="3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z</a:t>
            </a:r>
            <a:r>
              <a:rPr kumimoji="1" lang="zh-CN" altLang="en-US" sz="3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1" lang="en-US" altLang="zh-CN" sz="3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&lt;1/</a:t>
            </a:r>
            <a:r>
              <a:rPr kumimoji="1" lang="zh-CN" altLang="en-US" sz="3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1" lang="en-US" altLang="zh-CN" sz="3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r</a:t>
            </a:r>
            <a:r>
              <a:rPr kumimoji="1" lang="zh-CN" altLang="en-US" sz="3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｜时</a:t>
            </a:r>
            <a:br>
              <a:rPr kumimoji="1" lang="zh-CN" altLang="en-US" sz="3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br>
            <a:br>
              <a:rPr kumimoji="1" lang="zh-CN" altLang="en-US" sz="32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br>
            <a:endParaRPr kumimoji="1" lang="en-US" altLang="zh-CN" sz="32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
        <p:nvSpPr>
          <p:cNvPr id="12293" name="矩形 5">
            <a:extLst>
              <a:ext uri="{FF2B5EF4-FFF2-40B4-BE49-F238E27FC236}">
                <a16:creationId xmlns:a16="http://schemas.microsoft.com/office/drawing/2014/main" id="{90B70481-AA9B-4DB1-B79F-5CB506408ED7}"/>
              </a:ext>
            </a:extLst>
          </p:cNvPr>
          <p:cNvSpPr>
            <a:spLocks noChangeArrowheads="1"/>
          </p:cNvSpPr>
          <p:nvPr/>
        </p:nvSpPr>
        <p:spPr bwMode="auto">
          <a:xfrm>
            <a:off x="6875463" y="3789363"/>
            <a:ext cx="1119187" cy="4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90000"/>
              </a:lnSpc>
              <a:spcBef>
                <a:spcPct val="20000"/>
              </a:spcBef>
              <a:spcAft>
                <a:spcPct val="0"/>
              </a:spcAft>
              <a:buClrTx/>
              <a:buSzTx/>
              <a:buFontTx/>
              <a:buNone/>
              <a:tabLst/>
              <a:defRPr/>
            </a:pPr>
            <a:r>
              <a:rPr kumimoji="1" lang="en-US" altLang="zh-CN" sz="24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(1.22)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Effect transition="in" filter="box(in)">
                                      <p:cBhvr>
                                        <p:cTn id="7" dur="500"/>
                                        <p:tgtEl>
                                          <p:spTgt spid="112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11270"/>
                                        </p:tgtEl>
                                        <p:attrNameLst>
                                          <p:attrName>style.visibility</p:attrName>
                                        </p:attrNameLst>
                                      </p:cBhvr>
                                      <p:to>
                                        <p:strVal val="visible"/>
                                      </p:to>
                                    </p:set>
                                  </p:childTnLst>
                                </p:cTn>
                              </p:par>
                            </p:childTnLst>
                          </p:cTn>
                        </p:par>
                        <p:par>
                          <p:cTn id="12" fill="hold" nodeType="afterGroup">
                            <p:stCondLst>
                              <p:cond delay="500"/>
                            </p:stCondLst>
                            <p:childTnLst>
                              <p:par>
                                <p:cTn id="13" presetID="3" presetClass="entr" presetSubtype="10" fill="hold" nodeType="afterEffect">
                                  <p:stCondLst>
                                    <p:cond delay="0"/>
                                  </p:stCondLst>
                                  <p:childTnLst>
                                    <p:set>
                                      <p:cBhvr>
                                        <p:cTn id="14" dur="1" fill="hold">
                                          <p:stCondLst>
                                            <p:cond delay="0"/>
                                          </p:stCondLst>
                                        </p:cTn>
                                        <p:tgtEl>
                                          <p:spTgt spid="11269"/>
                                        </p:tgtEl>
                                        <p:attrNameLst>
                                          <p:attrName>style.visibility</p:attrName>
                                        </p:attrNameLst>
                                      </p:cBhvr>
                                      <p:to>
                                        <p:strVal val="visible"/>
                                      </p:to>
                                    </p:set>
                                    <p:animEffect transition="in" filter="blinds(horizontal)">
                                      <p:cBhvr>
                                        <p:cTn id="15" dur="500"/>
                                        <p:tgtEl>
                                          <p:spTgt spid="112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autoUpdateAnimBg="0"/>
      <p:bldP spid="11270" grpId="0" autoUpdateAnimBg="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A1CDBCAA-ECF7-4C10-A864-BEC80966C707}"/>
              </a:ext>
            </a:extLst>
          </p:cNvPr>
          <p:cNvSpPr>
            <a:spLocks noChangeArrowheads="1"/>
          </p:cNvSpPr>
          <p:nvPr/>
        </p:nvSpPr>
        <p:spPr bwMode="auto">
          <a:xfrm>
            <a:off x="381000" y="914400"/>
            <a:ext cx="7696200" cy="304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   </a:t>
            </a:r>
            <a:endParaRPr kumimoji="1" lang="zh-CN" altLang="en-US" sz="32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1" lang="zh-CN" altLang="en-US" sz="32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 </a:t>
            </a:r>
            <a:r>
              <a:rPr kumimoji="1" lang="zh-CN" altLang="en-US" sz="3200" b="1" i="0" u="none" strike="noStrike" kern="1200" cap="none" spc="0" normalizeH="0" baseline="0" noProof="0">
                <a:ln>
                  <a:noFill/>
                </a:ln>
                <a:solidFill>
                  <a:srgbClr val="660066"/>
                </a:solidFill>
                <a:effectLst/>
                <a:uLnTx/>
                <a:uFillTx/>
                <a:latin typeface="宋体" panose="02010600030101010101" pitchFamily="2" charset="-122"/>
                <a:ea typeface="宋体" panose="02010600030101010101" pitchFamily="2" charset="-122"/>
                <a:cs typeface="+mn-cs"/>
              </a:rPr>
              <a:t></a:t>
            </a:r>
            <a:r>
              <a:rPr kumimoji="1" lang="zh-CN" altLang="en-US" sz="3200" b="1" i="0" u="none" strike="noStrike" kern="1200" cap="none" spc="0" normalizeH="0" baseline="0" noProof="0">
                <a:ln>
                  <a:noFill/>
                </a:ln>
                <a:solidFill>
                  <a:srgbClr val="FF0000"/>
                </a:solidFill>
                <a:effectLst/>
                <a:uLnTx/>
                <a:uFillTx/>
                <a:latin typeface="宋体" panose="02010600030101010101" pitchFamily="2" charset="-122"/>
                <a:ea typeface="宋体" panose="02010600030101010101" pitchFamily="2" charset="-122"/>
                <a:cs typeface="+mn-cs"/>
              </a:rPr>
              <a:t>恒等式</a:t>
            </a:r>
            <a:r>
              <a:rPr kumimoji="1" lang="en-US" altLang="zh-CN" sz="3200" b="1" i="0" u="none" strike="noStrike" kern="1200" cap="none" spc="0" normalizeH="0" baseline="0" noProof="0">
                <a:ln>
                  <a:noFill/>
                </a:ln>
                <a:solidFill>
                  <a:srgbClr val="FF0000"/>
                </a:solidFill>
                <a:effectLst/>
                <a:uLnTx/>
                <a:uFillTx/>
                <a:latin typeface="宋体" panose="02010600030101010101" pitchFamily="2" charset="-122"/>
                <a:ea typeface="宋体" panose="02010600030101010101" pitchFamily="2" charset="-122"/>
                <a:cs typeface="+mn-cs"/>
              </a:rPr>
              <a:t>1  </a:t>
            </a:r>
            <a:r>
              <a:rPr kumimoji="1" lang="zh-CN" altLang="en-US" sz="32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对于正整数</a:t>
            </a:r>
            <a:r>
              <a:rPr kumimoji="1" lang="en-US" altLang="zh-CN" sz="32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n</a:t>
            </a:r>
            <a:r>
              <a:rPr kumimoji="1" lang="zh-CN" altLang="en-US" sz="32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和</a:t>
            </a:r>
            <a:r>
              <a:rPr kumimoji="1" lang="en-US" altLang="zh-CN" sz="32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k,</a:t>
            </a:r>
            <a:r>
              <a:rPr kumimoji="1" lang="zh-CN" altLang="en-US" sz="32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有</a:t>
            </a:r>
          </a:p>
          <a:p>
            <a:pPr marL="0" marR="0" lvl="0" indent="0" algn="just" defTabSz="914400" rtl="0" eaLnBrk="0" fontAlgn="base" latinLnBrk="0" hangingPunct="0">
              <a:lnSpc>
                <a:spcPct val="100000"/>
              </a:lnSpc>
              <a:spcBef>
                <a:spcPct val="0"/>
              </a:spcBef>
              <a:spcAft>
                <a:spcPct val="0"/>
              </a:spcAft>
              <a:buClrTx/>
              <a:buSzTx/>
              <a:buFontTx/>
              <a:buNone/>
              <a:tabLst/>
              <a:defRPr/>
            </a:pPr>
            <a:r>
              <a:rPr kumimoji="1" lang="zh-CN" altLang="en-US" sz="32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                    </a:t>
            </a:r>
          </a:p>
          <a:p>
            <a:pPr marL="0" marR="0" lvl="0" indent="0" algn="just" defTabSz="914400" rtl="0" eaLnBrk="0" fontAlgn="base" latinLnBrk="0" hangingPunct="0">
              <a:lnSpc>
                <a:spcPct val="100000"/>
              </a:lnSpc>
              <a:spcBef>
                <a:spcPct val="0"/>
              </a:spcBef>
              <a:spcAft>
                <a:spcPct val="0"/>
              </a:spcAft>
              <a:buClrTx/>
              <a:buSzTx/>
              <a:buFontTx/>
              <a:buNone/>
              <a:tabLst/>
              <a:defRPr/>
            </a:pPr>
            <a:r>
              <a:rPr kumimoji="1" lang="zh-CN" altLang="en-US"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                          </a:t>
            </a:r>
            <a:r>
              <a:rPr kumimoji="1" lang="en-US" altLang="zh-CN"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(1.23)</a:t>
            </a:r>
          </a:p>
          <a:p>
            <a:pPr marL="0" marR="0" lvl="0" indent="0" algn="just" defTabSz="914400" rtl="0" eaLnBrk="0" fontAlgn="base" latinLnBrk="0" hangingPunct="0">
              <a:lnSpc>
                <a:spcPct val="100000"/>
              </a:lnSpc>
              <a:spcBef>
                <a:spcPct val="0"/>
              </a:spcBef>
              <a:spcAft>
                <a:spcPct val="0"/>
              </a:spcAft>
              <a:buClrTx/>
              <a:buSzTx/>
              <a:buFontTx/>
              <a:buNone/>
              <a:tabLst/>
              <a:defRPr/>
            </a:pPr>
            <a:endParaRPr kumimoji="1" lang="en-US" altLang="zh-CN"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altLang="zh-CN"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endParaRPr>
          </a:p>
        </p:txBody>
      </p:sp>
      <p:sp>
        <p:nvSpPr>
          <p:cNvPr id="2051" name="Rectangle 3">
            <a:extLst>
              <a:ext uri="{FF2B5EF4-FFF2-40B4-BE49-F238E27FC236}">
                <a16:creationId xmlns:a16="http://schemas.microsoft.com/office/drawing/2014/main" id="{CB822966-D5C8-44C7-9891-A71BE1B2D28C}"/>
              </a:ext>
            </a:extLst>
          </p:cNvPr>
          <p:cNvSpPr>
            <a:spLocks noChangeArrowheads="1"/>
          </p:cNvSpPr>
          <p:nvPr/>
        </p:nvSpPr>
        <p:spPr bwMode="auto">
          <a:xfrm>
            <a:off x="1066800" y="3514725"/>
            <a:ext cx="70104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zh-CN" altLang="en-US" sz="2800" b="0" i="0" u="none" strike="noStrike" kern="1200" cap="none" spc="0" normalizeH="0" baseline="0" noProof="0">
                <a:ln>
                  <a:noFill/>
                </a:ln>
                <a:solidFill>
                  <a:srgbClr val="0000CC"/>
                </a:solidFill>
                <a:effectLst/>
                <a:uLnTx/>
                <a:uFillTx/>
                <a:latin typeface="宋体" panose="02010600030101010101" pitchFamily="2" charset="-122"/>
                <a:ea typeface="宋体" panose="02010600030101010101" pitchFamily="2" charset="-122"/>
                <a:cs typeface="+mn-cs"/>
              </a:rPr>
              <a:t>证明</a:t>
            </a:r>
            <a:r>
              <a:rPr kumimoji="1" lang="zh-CN" altLang="en-US" sz="28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  当</a:t>
            </a:r>
            <a:r>
              <a:rPr kumimoji="1" lang="en-US" altLang="zh-CN" sz="28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k&gt;n</a:t>
            </a:r>
            <a:r>
              <a:rPr kumimoji="1" lang="zh-CN" altLang="en-US" sz="28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时，             </a:t>
            </a:r>
            <a:r>
              <a:rPr kumimoji="1" lang="en-US" altLang="zh-CN" sz="28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=0</a:t>
            </a:r>
            <a:endParaRPr kumimoji="1" lang="en-US" altLang="zh-CN" sz="28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graphicFrame>
        <p:nvGraphicFramePr>
          <p:cNvPr id="2054" name="Object 6">
            <a:extLst>
              <a:ext uri="{FF2B5EF4-FFF2-40B4-BE49-F238E27FC236}">
                <a16:creationId xmlns:a16="http://schemas.microsoft.com/office/drawing/2014/main" id="{590450BF-21A4-4A69-96E8-4A2DF4BD44A9}"/>
              </a:ext>
            </a:extLst>
          </p:cNvPr>
          <p:cNvGraphicFramePr>
            <a:graphicFrameLocks noChangeAspect="1"/>
          </p:cNvGraphicFramePr>
          <p:nvPr/>
        </p:nvGraphicFramePr>
        <p:xfrm>
          <a:off x="2522538" y="2032000"/>
          <a:ext cx="2201862" cy="955675"/>
        </p:xfrm>
        <a:graphic>
          <a:graphicData uri="http://schemas.openxmlformats.org/presentationml/2006/ole">
            <mc:AlternateContent xmlns:mc="http://schemas.openxmlformats.org/markup-compatibility/2006">
              <mc:Choice xmlns:v="urn:schemas-microsoft-com:vml" Requires="v">
                <p:oleObj name="Equation" r:id="rId2" imgW="946162" imgH="444588" progId="Equation.3">
                  <p:embed/>
                </p:oleObj>
              </mc:Choice>
              <mc:Fallback>
                <p:oleObj name="Equation" r:id="rId2" imgW="946162" imgH="444588" progId="Equation.3">
                  <p:embed/>
                  <p:pic>
                    <p:nvPicPr>
                      <p:cNvPr id="2054" name="Object 6">
                        <a:extLst>
                          <a:ext uri="{FF2B5EF4-FFF2-40B4-BE49-F238E27FC236}">
                            <a16:creationId xmlns:a16="http://schemas.microsoft.com/office/drawing/2014/main" id="{590450BF-21A4-4A69-96E8-4A2DF4BD44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2538" y="2032000"/>
                        <a:ext cx="2201862" cy="955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60" name="Rectangle 12">
            <a:extLst>
              <a:ext uri="{FF2B5EF4-FFF2-40B4-BE49-F238E27FC236}">
                <a16:creationId xmlns:a16="http://schemas.microsoft.com/office/drawing/2014/main" id="{432239A5-4037-4F71-B49B-C3A62F4996AC}"/>
              </a:ext>
            </a:extLst>
          </p:cNvPr>
          <p:cNvSpPr>
            <a:spLocks noChangeArrowheads="1"/>
          </p:cNvSpPr>
          <p:nvPr/>
        </p:nvSpPr>
        <p:spPr bwMode="auto">
          <a:xfrm>
            <a:off x="1447800" y="4200525"/>
            <a:ext cx="4038600" cy="523875"/>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当</a:t>
            </a:r>
            <a:r>
              <a:rPr kumimoji="1" lang="en-US" altLang="zh-CN"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1≤k≤n</a:t>
            </a:r>
            <a:r>
              <a:rPr kumimoji="1" lang="zh-CN" altLang="en-US"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时，有 </a:t>
            </a:r>
          </a:p>
        </p:txBody>
      </p:sp>
      <p:graphicFrame>
        <p:nvGraphicFramePr>
          <p:cNvPr id="2062" name="Object 14">
            <a:extLst>
              <a:ext uri="{FF2B5EF4-FFF2-40B4-BE49-F238E27FC236}">
                <a16:creationId xmlns:a16="http://schemas.microsoft.com/office/drawing/2014/main" id="{641FF43F-0A27-47DC-831B-015EE582881E}"/>
              </a:ext>
            </a:extLst>
          </p:cNvPr>
          <p:cNvGraphicFramePr>
            <a:graphicFrameLocks noChangeAspect="1"/>
          </p:cNvGraphicFramePr>
          <p:nvPr/>
        </p:nvGraphicFramePr>
        <p:xfrm>
          <a:off x="3063875" y="4767263"/>
          <a:ext cx="3108325" cy="871537"/>
        </p:xfrm>
        <a:graphic>
          <a:graphicData uri="http://schemas.openxmlformats.org/presentationml/2006/ole">
            <mc:AlternateContent xmlns:mc="http://schemas.openxmlformats.org/markup-compatibility/2006">
              <mc:Choice xmlns:v="urn:schemas-microsoft-com:vml" Requires="v">
                <p:oleObj name="Equation" r:id="rId4" imgW="1625600" imgH="457200" progId="Equation.3">
                  <p:embed/>
                </p:oleObj>
              </mc:Choice>
              <mc:Fallback>
                <p:oleObj name="Equation" r:id="rId4" imgW="1625600" imgH="457200" progId="Equation.3">
                  <p:embed/>
                  <p:pic>
                    <p:nvPicPr>
                      <p:cNvPr id="2062" name="Object 14">
                        <a:extLst>
                          <a:ext uri="{FF2B5EF4-FFF2-40B4-BE49-F238E27FC236}">
                            <a16:creationId xmlns:a16="http://schemas.microsoft.com/office/drawing/2014/main" id="{641FF43F-0A27-47DC-831B-015EE582881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63875" y="4767263"/>
                        <a:ext cx="3108325" cy="87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64" name="Object 16">
            <a:extLst>
              <a:ext uri="{FF2B5EF4-FFF2-40B4-BE49-F238E27FC236}">
                <a16:creationId xmlns:a16="http://schemas.microsoft.com/office/drawing/2014/main" id="{123D4CCF-E9D4-4A49-8A7D-E4D0D4061E6E}"/>
              </a:ext>
            </a:extLst>
          </p:cNvPr>
          <p:cNvGraphicFramePr>
            <a:graphicFrameLocks noChangeAspect="1"/>
          </p:cNvGraphicFramePr>
          <p:nvPr/>
        </p:nvGraphicFramePr>
        <p:xfrm>
          <a:off x="3557588" y="5732463"/>
          <a:ext cx="1395412" cy="896937"/>
        </p:xfrm>
        <a:graphic>
          <a:graphicData uri="http://schemas.openxmlformats.org/presentationml/2006/ole">
            <mc:AlternateContent xmlns:mc="http://schemas.openxmlformats.org/markup-compatibility/2006">
              <mc:Choice xmlns:v="urn:schemas-microsoft-com:vml" Requires="v">
                <p:oleObj name="Equation" r:id="rId6" imgW="711200" imgH="457200" progId="Equation.3">
                  <p:embed/>
                </p:oleObj>
              </mc:Choice>
              <mc:Fallback>
                <p:oleObj name="Equation" r:id="rId6" imgW="711200" imgH="457200" progId="Equation.3">
                  <p:embed/>
                  <p:pic>
                    <p:nvPicPr>
                      <p:cNvPr id="2064" name="Object 16">
                        <a:extLst>
                          <a:ext uri="{FF2B5EF4-FFF2-40B4-BE49-F238E27FC236}">
                            <a16:creationId xmlns:a16="http://schemas.microsoft.com/office/drawing/2014/main" id="{123D4CCF-E9D4-4A49-8A7D-E4D0D4061E6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57588" y="5732463"/>
                        <a:ext cx="1395412" cy="896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65" name="Object 17">
            <a:extLst>
              <a:ext uri="{FF2B5EF4-FFF2-40B4-BE49-F238E27FC236}">
                <a16:creationId xmlns:a16="http://schemas.microsoft.com/office/drawing/2014/main" id="{42B0CCDC-3087-4F41-8D41-3FF185E5A08A}"/>
              </a:ext>
            </a:extLst>
          </p:cNvPr>
          <p:cNvGraphicFramePr>
            <a:graphicFrameLocks noChangeAspect="1"/>
          </p:cNvGraphicFramePr>
          <p:nvPr/>
        </p:nvGraphicFramePr>
        <p:xfrm>
          <a:off x="4343400" y="3341688"/>
          <a:ext cx="2133600" cy="925512"/>
        </p:xfrm>
        <a:graphic>
          <a:graphicData uri="http://schemas.openxmlformats.org/presentationml/2006/ole">
            <mc:AlternateContent xmlns:mc="http://schemas.openxmlformats.org/markup-compatibility/2006">
              <mc:Choice xmlns:v="urn:schemas-microsoft-com:vml" Requires="v">
                <p:oleObj name="Equation" r:id="rId8" imgW="946162" imgH="444588" progId="Equation.3">
                  <p:embed/>
                </p:oleObj>
              </mc:Choice>
              <mc:Fallback>
                <p:oleObj name="Equation" r:id="rId8" imgW="946162" imgH="444588" progId="Equation.3">
                  <p:embed/>
                  <p:pic>
                    <p:nvPicPr>
                      <p:cNvPr id="2065" name="Object 17">
                        <a:extLst>
                          <a:ext uri="{FF2B5EF4-FFF2-40B4-BE49-F238E27FC236}">
                            <a16:creationId xmlns:a16="http://schemas.microsoft.com/office/drawing/2014/main" id="{42B0CCDC-3087-4F41-8D41-3FF185E5A08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43400" y="3341688"/>
                        <a:ext cx="2133600" cy="925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 name="矩形 10">
            <a:extLst>
              <a:ext uri="{FF2B5EF4-FFF2-40B4-BE49-F238E27FC236}">
                <a16:creationId xmlns:a16="http://schemas.microsoft.com/office/drawing/2014/main" id="{0A2FAB83-77C8-49E3-AA5F-9C90D9177838}"/>
              </a:ext>
            </a:extLst>
          </p:cNvPr>
          <p:cNvSpPr/>
          <p:nvPr/>
        </p:nvSpPr>
        <p:spPr>
          <a:xfrm>
            <a:off x="522323" y="381000"/>
            <a:ext cx="4887877" cy="830997"/>
          </a:xfrm>
          <a:prstGeom prst="rect">
            <a:avLst/>
          </a:prstGeom>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4800" b="1" i="0" u="none" strike="noStrike" kern="1200" cap="none" spc="50" normalizeH="0" baseline="0" noProof="0" dirty="0">
                <a:ln w="11430"/>
                <a:gradFill>
                  <a:gsLst>
                    <a:gs pos="25000">
                      <a:srgbClr val="438086">
                        <a:satMod val="155000"/>
                      </a:srgbClr>
                    </a:gs>
                    <a:gs pos="100000">
                      <a:srgbClr val="438086">
                        <a:shade val="45000"/>
                        <a:satMod val="165000"/>
                      </a:srgbClr>
                    </a:gs>
                  </a:gsLst>
                  <a:lin ang="5400000"/>
                </a:gradFill>
                <a:effectLst/>
                <a:uLnTx/>
                <a:uFillTx/>
                <a:latin typeface="宋体" pitchFamily="2" charset="-122"/>
                <a:ea typeface="宋体" panose="02010600030101010101" pitchFamily="2" charset="-122"/>
                <a:cs typeface="+mn-cs"/>
              </a:rPr>
              <a:t>§1.5</a:t>
            </a:r>
            <a:r>
              <a:rPr kumimoji="1" lang="zh-CN" altLang="en-US" sz="4800" b="1" i="0" u="none" strike="noStrike" kern="1200" cap="none" spc="50" normalizeH="0" baseline="0" noProof="0" dirty="0">
                <a:ln w="11430"/>
                <a:gradFill>
                  <a:gsLst>
                    <a:gs pos="25000">
                      <a:srgbClr val="438086">
                        <a:satMod val="155000"/>
                      </a:srgbClr>
                    </a:gs>
                    <a:gs pos="100000">
                      <a:srgbClr val="438086">
                        <a:shade val="45000"/>
                        <a:satMod val="165000"/>
                      </a:srgbClr>
                    </a:gs>
                  </a:gsLst>
                  <a:lin ang="5400000"/>
                </a:gradFill>
                <a:effectLst/>
                <a:uLnTx/>
                <a:uFillTx/>
                <a:latin typeface="宋体" pitchFamily="2" charset="-122"/>
                <a:ea typeface="宋体" panose="02010600030101010101" pitchFamily="2" charset="-122"/>
                <a:cs typeface="+mn-cs"/>
              </a:rPr>
              <a:t>组合恒等式</a:t>
            </a:r>
            <a:endParaRPr kumimoji="1" lang="zh-CN" altLang="en-US" sz="4800" b="1" i="0" u="none" strike="noStrike" kern="1200" cap="none" spc="50" normalizeH="0" baseline="0" noProof="0" dirty="0">
              <a:ln w="11430"/>
              <a:gradFill>
                <a:gsLst>
                  <a:gs pos="25000">
                    <a:srgbClr val="438086">
                      <a:satMod val="155000"/>
                    </a:srgbClr>
                  </a:gs>
                  <a:gs pos="100000">
                    <a:srgbClr val="438086">
                      <a:shade val="45000"/>
                      <a:satMod val="165000"/>
                    </a:srgbClr>
                  </a:gs>
                </a:gsLst>
                <a:lin ang="5400000"/>
              </a:gra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050"/>
                                        </p:tgtEl>
                                        <p:attrNameLst>
                                          <p:attrName>style.visibility</p:attrName>
                                        </p:attrNameLst>
                                      </p:cBhvr>
                                      <p:to>
                                        <p:strVal val="visible"/>
                                      </p:to>
                                    </p:set>
                                  </p:childTnLst>
                                </p:cTn>
                              </p:par>
                            </p:childTnLst>
                          </p:cTn>
                        </p:par>
                        <p:par>
                          <p:cTn id="7" fill="hold" nodeType="afterGroup">
                            <p:stCondLst>
                              <p:cond delay="500"/>
                            </p:stCondLst>
                            <p:childTnLst>
                              <p:par>
                                <p:cTn id="8" presetID="2" presetClass="entr" presetSubtype="8" fill="hold" nodeType="afterEffect">
                                  <p:stCondLst>
                                    <p:cond delay="0"/>
                                  </p:stCondLst>
                                  <p:childTnLst>
                                    <p:set>
                                      <p:cBhvr>
                                        <p:cTn id="9" dur="1" fill="hold">
                                          <p:stCondLst>
                                            <p:cond delay="0"/>
                                          </p:stCondLst>
                                        </p:cTn>
                                        <p:tgtEl>
                                          <p:spTgt spid="2054"/>
                                        </p:tgtEl>
                                        <p:attrNameLst>
                                          <p:attrName>style.visibility</p:attrName>
                                        </p:attrNameLst>
                                      </p:cBhvr>
                                      <p:to>
                                        <p:strVal val="visible"/>
                                      </p:to>
                                    </p:set>
                                    <p:anim calcmode="lin" valueType="num">
                                      <p:cBhvr additive="base">
                                        <p:cTn id="10" dur="500" fill="hold"/>
                                        <p:tgtEl>
                                          <p:spTgt spid="2054"/>
                                        </p:tgtEl>
                                        <p:attrNameLst>
                                          <p:attrName>ppt_x</p:attrName>
                                        </p:attrNameLst>
                                      </p:cBhvr>
                                      <p:tavLst>
                                        <p:tav tm="0">
                                          <p:val>
                                            <p:strVal val="0-#ppt_w/2"/>
                                          </p:val>
                                        </p:tav>
                                        <p:tav tm="100000">
                                          <p:val>
                                            <p:strVal val="#ppt_x"/>
                                          </p:val>
                                        </p:tav>
                                      </p:tavLst>
                                    </p:anim>
                                    <p:anim calcmode="lin" valueType="num">
                                      <p:cBhvr additive="base">
                                        <p:cTn id="11" dur="500" fill="hold"/>
                                        <p:tgtEl>
                                          <p:spTgt spid="2054"/>
                                        </p:tgtEl>
                                        <p:attrNameLst>
                                          <p:attrName>ppt_y</p:attrName>
                                        </p:attrNameLst>
                                      </p:cBhvr>
                                      <p:tavLst>
                                        <p:tav tm="0">
                                          <p:val>
                                            <p:strVal val="#ppt_y"/>
                                          </p:val>
                                        </p:tav>
                                        <p:tav tm="100000">
                                          <p:val>
                                            <p:strVal val="#ppt_y"/>
                                          </p:val>
                                        </p:tav>
                                      </p:tavLst>
                                    </p:anim>
                                  </p:childTnLst>
                                </p:cTn>
                              </p:par>
                            </p:childTnLst>
                          </p:cTn>
                        </p:par>
                        <p:par>
                          <p:cTn id="12" fill="hold" nodeType="afterGroup">
                            <p:stCondLst>
                              <p:cond delay="1000"/>
                            </p:stCondLst>
                            <p:childTnLst>
                              <p:par>
                                <p:cTn id="13" presetID="2" presetClass="entr" presetSubtype="8" fill="hold" nodeType="afterEffect">
                                  <p:stCondLst>
                                    <p:cond delay="0"/>
                                  </p:stCondLst>
                                  <p:childTnLst>
                                    <p:set>
                                      <p:cBhvr>
                                        <p:cTn id="14" dur="1" fill="hold">
                                          <p:stCondLst>
                                            <p:cond delay="0"/>
                                          </p:stCondLst>
                                        </p:cTn>
                                        <p:tgtEl>
                                          <p:spTgt spid="2065"/>
                                        </p:tgtEl>
                                        <p:attrNameLst>
                                          <p:attrName>style.visibility</p:attrName>
                                        </p:attrNameLst>
                                      </p:cBhvr>
                                      <p:to>
                                        <p:strVal val="visible"/>
                                      </p:to>
                                    </p:set>
                                    <p:anim calcmode="lin" valueType="num">
                                      <p:cBhvr additive="base">
                                        <p:cTn id="15" dur="500" fill="hold"/>
                                        <p:tgtEl>
                                          <p:spTgt spid="2065"/>
                                        </p:tgtEl>
                                        <p:attrNameLst>
                                          <p:attrName>ppt_x</p:attrName>
                                        </p:attrNameLst>
                                      </p:cBhvr>
                                      <p:tavLst>
                                        <p:tav tm="0">
                                          <p:val>
                                            <p:strVal val="0-#ppt_w/2"/>
                                          </p:val>
                                        </p:tav>
                                        <p:tav tm="100000">
                                          <p:val>
                                            <p:strVal val="#ppt_x"/>
                                          </p:val>
                                        </p:tav>
                                      </p:tavLst>
                                    </p:anim>
                                    <p:anim calcmode="lin" valueType="num">
                                      <p:cBhvr additive="base">
                                        <p:cTn id="16" dur="500" fill="hold"/>
                                        <p:tgtEl>
                                          <p:spTgt spid="2065"/>
                                        </p:tgtEl>
                                        <p:attrNameLst>
                                          <p:attrName>ppt_y</p:attrName>
                                        </p:attrNameLst>
                                      </p:cBhvr>
                                      <p:tavLst>
                                        <p:tav tm="0">
                                          <p:val>
                                            <p:strVal val="#ppt_y"/>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2051"/>
                                        </p:tgtEl>
                                        <p:attrNameLst>
                                          <p:attrName>style.visibility</p:attrName>
                                        </p:attrNameLst>
                                      </p:cBhvr>
                                      <p:to>
                                        <p:strVal val="visible"/>
                                      </p:to>
                                    </p:set>
                                    <p:anim calcmode="lin" valueType="num">
                                      <p:cBhvr additive="base">
                                        <p:cTn id="21" dur="500" fill="hold"/>
                                        <p:tgtEl>
                                          <p:spTgt spid="2051"/>
                                        </p:tgtEl>
                                        <p:attrNameLst>
                                          <p:attrName>ppt_x</p:attrName>
                                        </p:attrNameLst>
                                      </p:cBhvr>
                                      <p:tavLst>
                                        <p:tav tm="0">
                                          <p:val>
                                            <p:strVal val="0-#ppt_w/2"/>
                                          </p:val>
                                        </p:tav>
                                        <p:tav tm="100000">
                                          <p:val>
                                            <p:strVal val="#ppt_x"/>
                                          </p:val>
                                        </p:tav>
                                      </p:tavLst>
                                    </p:anim>
                                    <p:anim calcmode="lin" valueType="num">
                                      <p:cBhvr additive="base">
                                        <p:cTn id="22" dur="500" fill="hold"/>
                                        <p:tgtEl>
                                          <p:spTgt spid="2051"/>
                                        </p:tgtEl>
                                        <p:attrNameLst>
                                          <p:attrName>ppt_y</p:attrName>
                                        </p:attrNameLst>
                                      </p:cBhvr>
                                      <p:tavLst>
                                        <p:tav tm="0">
                                          <p:val>
                                            <p:strVal val="#ppt_y"/>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2060"/>
                                        </p:tgtEl>
                                        <p:attrNameLst>
                                          <p:attrName>style.visibility</p:attrName>
                                        </p:attrNameLst>
                                      </p:cBhvr>
                                      <p:to>
                                        <p:strVal val="visible"/>
                                      </p:to>
                                    </p:set>
                                    <p:anim calcmode="lin" valueType="num">
                                      <p:cBhvr additive="base">
                                        <p:cTn id="27" dur="500" fill="hold"/>
                                        <p:tgtEl>
                                          <p:spTgt spid="2060"/>
                                        </p:tgtEl>
                                        <p:attrNameLst>
                                          <p:attrName>ppt_x</p:attrName>
                                        </p:attrNameLst>
                                      </p:cBhvr>
                                      <p:tavLst>
                                        <p:tav tm="0">
                                          <p:val>
                                            <p:strVal val="0-#ppt_w/2"/>
                                          </p:val>
                                        </p:tav>
                                        <p:tav tm="100000">
                                          <p:val>
                                            <p:strVal val="#ppt_x"/>
                                          </p:val>
                                        </p:tav>
                                      </p:tavLst>
                                    </p:anim>
                                    <p:anim calcmode="lin" valueType="num">
                                      <p:cBhvr additive="base">
                                        <p:cTn id="28" dur="500" fill="hold"/>
                                        <p:tgtEl>
                                          <p:spTgt spid="2060"/>
                                        </p:tgtEl>
                                        <p:attrNameLst>
                                          <p:attrName>ppt_y</p:attrName>
                                        </p:attrNameLst>
                                      </p:cBhvr>
                                      <p:tavLst>
                                        <p:tav tm="0">
                                          <p:val>
                                            <p:strVal val="#ppt_y"/>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8" fill="hold" nodeType="clickEffect">
                                  <p:stCondLst>
                                    <p:cond delay="0"/>
                                  </p:stCondLst>
                                  <p:childTnLst>
                                    <p:set>
                                      <p:cBhvr>
                                        <p:cTn id="32" dur="1" fill="hold">
                                          <p:stCondLst>
                                            <p:cond delay="0"/>
                                          </p:stCondLst>
                                        </p:cTn>
                                        <p:tgtEl>
                                          <p:spTgt spid="2062"/>
                                        </p:tgtEl>
                                        <p:attrNameLst>
                                          <p:attrName>style.visibility</p:attrName>
                                        </p:attrNameLst>
                                      </p:cBhvr>
                                      <p:to>
                                        <p:strVal val="visible"/>
                                      </p:to>
                                    </p:set>
                                    <p:anim calcmode="lin" valueType="num">
                                      <p:cBhvr additive="base">
                                        <p:cTn id="33" dur="500" fill="hold"/>
                                        <p:tgtEl>
                                          <p:spTgt spid="2062"/>
                                        </p:tgtEl>
                                        <p:attrNameLst>
                                          <p:attrName>ppt_x</p:attrName>
                                        </p:attrNameLst>
                                      </p:cBhvr>
                                      <p:tavLst>
                                        <p:tav tm="0">
                                          <p:val>
                                            <p:strVal val="0-#ppt_w/2"/>
                                          </p:val>
                                        </p:tav>
                                        <p:tav tm="100000">
                                          <p:val>
                                            <p:strVal val="#ppt_x"/>
                                          </p:val>
                                        </p:tav>
                                      </p:tavLst>
                                    </p:anim>
                                    <p:anim calcmode="lin" valueType="num">
                                      <p:cBhvr additive="base">
                                        <p:cTn id="34" dur="500" fill="hold"/>
                                        <p:tgtEl>
                                          <p:spTgt spid="2062"/>
                                        </p:tgtEl>
                                        <p:attrNameLst>
                                          <p:attrName>ppt_y</p:attrName>
                                        </p:attrNameLst>
                                      </p:cBhvr>
                                      <p:tavLst>
                                        <p:tav tm="0">
                                          <p:val>
                                            <p:strVal val="#ppt_y"/>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8" fill="hold" nodeType="clickEffect">
                                  <p:stCondLst>
                                    <p:cond delay="0"/>
                                  </p:stCondLst>
                                  <p:childTnLst>
                                    <p:set>
                                      <p:cBhvr>
                                        <p:cTn id="38" dur="1" fill="hold">
                                          <p:stCondLst>
                                            <p:cond delay="0"/>
                                          </p:stCondLst>
                                        </p:cTn>
                                        <p:tgtEl>
                                          <p:spTgt spid="2064"/>
                                        </p:tgtEl>
                                        <p:attrNameLst>
                                          <p:attrName>style.visibility</p:attrName>
                                        </p:attrNameLst>
                                      </p:cBhvr>
                                      <p:to>
                                        <p:strVal val="visible"/>
                                      </p:to>
                                    </p:set>
                                    <p:anim calcmode="lin" valueType="num">
                                      <p:cBhvr additive="base">
                                        <p:cTn id="39" dur="500" fill="hold"/>
                                        <p:tgtEl>
                                          <p:spTgt spid="2064"/>
                                        </p:tgtEl>
                                        <p:attrNameLst>
                                          <p:attrName>ppt_x</p:attrName>
                                        </p:attrNameLst>
                                      </p:cBhvr>
                                      <p:tavLst>
                                        <p:tav tm="0">
                                          <p:val>
                                            <p:strVal val="0-#ppt_w/2"/>
                                          </p:val>
                                        </p:tav>
                                        <p:tav tm="100000">
                                          <p:val>
                                            <p:strVal val="#ppt_x"/>
                                          </p:val>
                                        </p:tav>
                                      </p:tavLst>
                                    </p:anim>
                                    <p:anim calcmode="lin" valueType="num">
                                      <p:cBhvr additive="base">
                                        <p:cTn id="40" dur="500" fill="hold"/>
                                        <p:tgtEl>
                                          <p:spTgt spid="206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0" grpId="0" autoUpdateAnimBg="0"/>
      <p:bldP spid="2051" grpId="0" autoUpdateAnimBg="0"/>
      <p:bldP spid="2060" grpId="0" autoUpdateAnimBg="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1" name="Text Box 19">
            <a:extLst>
              <a:ext uri="{FF2B5EF4-FFF2-40B4-BE49-F238E27FC236}">
                <a16:creationId xmlns:a16="http://schemas.microsoft.com/office/drawing/2014/main" id="{CC11C4BB-842B-40D5-893C-D2D3A6A725CB}"/>
              </a:ext>
            </a:extLst>
          </p:cNvPr>
          <p:cNvSpPr txBox="1">
            <a:spLocks noChangeArrowheads="1"/>
          </p:cNvSpPr>
          <p:nvPr/>
        </p:nvSpPr>
        <p:spPr bwMode="auto">
          <a:xfrm>
            <a:off x="2168525" y="1112838"/>
            <a:ext cx="4800600" cy="329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对于正整数</a:t>
            </a:r>
            <a:r>
              <a:rPr kumimoji="1" lang="en-US" altLang="zh-CN"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n</a:t>
            </a:r>
            <a:r>
              <a:rPr kumimoji="1" lang="zh-CN" altLang="en-US"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，有</a:t>
            </a:r>
            <a:endParaRPr kumimoji="1" lang="en-US" altLang="zh-CN"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en-US" altLang="zh-CN"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en-US" altLang="zh-CN"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tabLst/>
              <a:defRPr/>
            </a:pPr>
            <a:br>
              <a:rPr kumimoji="1" lang="zh-CN" altLang="en-US"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br>
            <a:endParaRPr kumimoji="1" lang="zh-CN" altLang="en-US"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3077" name="Object 5">
                <a:extLst>
                  <a:ext uri="{FF2B5EF4-FFF2-40B4-BE49-F238E27FC236}">
                    <a16:creationId xmlns:a16="http://schemas.microsoft.com/office/drawing/2014/main" id="{BA8EC760-0C45-48BA-9B13-CDE1EFDC4856}"/>
                  </a:ext>
                </a:extLst>
              </p:cNvPr>
              <p:cNvSpPr txBox="1"/>
              <p:nvPr/>
            </p:nvSpPr>
            <p:spPr bwMode="auto">
              <a:xfrm>
                <a:off x="2398713" y="1738313"/>
                <a:ext cx="3205162" cy="1169987"/>
              </a:xfrm>
              <a:prstGeom prst="rect">
                <a:avLst/>
              </a:prstGeom>
              <a:noFill/>
              <a:ln w="9525">
                <a:solidFill>
                  <a:schemeClr val="bg1"/>
                </a:solidFill>
                <a:miter lim="800000"/>
                <a:headEnd/>
                <a:tailEnd/>
              </a:ln>
              <a:effectLst/>
            </p:spPr>
            <p:txBody>
              <a:bodyPr>
                <a:normAutofit fontScale="47500" lnSpcReduction="20000"/>
              </a:bodyPr>
              <a:lstStyle/>
              <a:p>
                <a:pPr/>
                <a14:m>
                  <m:oMathPara xmlns:m="http://schemas.openxmlformats.org/officeDocument/2006/math">
                    <m:oMathParaPr>
                      <m:jc m:val="left"/>
                    </m:oMathParaPr>
                    <m:oMath xmlns:m="http://schemas.openxmlformats.org/officeDocument/2006/math">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=0</m:t>
                          </m:r>
                        </m:sub>
                        <m:sup>
                          <m:r>
                            <a:rPr lang="zh-CN" altLang="en-US" i="1">
                              <a:solidFill>
                                <a:srgbClr val="000000"/>
                              </a:solidFill>
                              <a:latin typeface="Cambria Math" panose="02040503050406030204" pitchFamily="18" charset="0"/>
                            </a:rPr>
                            <m:t>𝑛</m:t>
                          </m:r>
                        </m:sup>
                        <m:e>
                          <m:r>
                            <a:rPr lang="zh-CN" altLang="en-US" i="1">
                              <a:solidFill>
                                <a:srgbClr val="000000"/>
                              </a:solidFill>
                              <a:latin typeface="Cambria Math" panose="02040503050406030204" pitchFamily="18" charset="0"/>
                            </a:rPr>
                            <m:t>𝑘</m:t>
                          </m:r>
                        </m:e>
                      </m:nary>
                      <m:d>
                        <m:dPr>
                          <m:ctrlPr>
                            <a:rPr lang="zh-CN" altLang="en-US" i="1">
                              <a:solidFill>
                                <a:srgbClr val="000000"/>
                              </a:solidFill>
                              <a:latin typeface="Cambria Math" panose="02040503050406030204" pitchFamily="18" charset="0"/>
                            </a:rPr>
                          </m:ctrlPr>
                        </m:dPr>
                        <m:e>
                          <m:m>
                            <m:mPr>
                              <m:plcHide m:val="on"/>
                              <m:mcs>
                                <m:mc>
                                  <m:mcPr>
                                    <m:count m:val="1"/>
                                    <m:mcJc m:val="center"/>
                                  </m:mcPr>
                                </m:mc>
                              </m:mcs>
                              <m:ctrlPr>
                                <a:rPr lang="zh-CN" altLang="en-US" i="1">
                                  <a:solidFill>
                                    <a:srgbClr val="000000"/>
                                  </a:solidFill>
                                  <a:latin typeface="Cambria Math" panose="02040503050406030204" pitchFamily="18" charset="0"/>
                                </a:rPr>
                              </m:ctrlPr>
                            </m:mPr>
                            <m:mr>
                              <m:e>
                                <m:r>
                                  <a:rPr lang="zh-CN" altLang="en-US" i="1">
                                    <a:solidFill>
                                      <a:srgbClr val="000000"/>
                                    </a:solidFill>
                                    <a:latin typeface="Cambria Math" panose="02040503050406030204" pitchFamily="18" charset="0"/>
                                  </a:rPr>
                                  <m:t>𝑛</m:t>
                                </m:r>
                              </m:e>
                            </m:mr>
                            <m:mr>
                              <m:e>
                                <m:r>
                                  <a:rPr lang="zh-CN" altLang="en-US" i="1">
                                    <a:solidFill>
                                      <a:srgbClr val="000000"/>
                                    </a:solidFill>
                                    <a:latin typeface="Cambria Math" panose="02040503050406030204" pitchFamily="18" charset="0"/>
                                  </a:rPr>
                                  <m:t>𝑘</m:t>
                                </m:r>
                              </m:e>
                            </m:mr>
                          </m:m>
                        </m:e>
                      </m:d>
                      <m:r>
                        <a:rPr lang="zh-CN" altLang="en-US" i="0">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2</m:t>
                          </m:r>
                        </m:e>
                        <m:sup>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−1</m:t>
                          </m:r>
                        </m:sup>
                      </m:sSup>
                    </m:oMath>
                  </m:oMathPara>
                </a14:m>
                <a:endParaRPr lang="zh-CN" altLang="en-US" dirty="0"/>
              </a:p>
            </p:txBody>
          </p:sp>
        </mc:Choice>
        <mc:Fallback xmlns="">
          <p:sp>
            <p:nvSpPr>
              <p:cNvPr id="3077" name="Object 5">
                <a:extLst>
                  <a:ext uri="{FF2B5EF4-FFF2-40B4-BE49-F238E27FC236}">
                    <a16:creationId xmlns:a16="http://schemas.microsoft.com/office/drawing/2014/main" id="{BA8EC760-0C45-48BA-9B13-CDE1EFDC4856}"/>
                  </a:ext>
                </a:extLst>
              </p:cNvPr>
              <p:cNvSpPr txBox="1">
                <a:spLocks noRot="1" noChangeAspect="1" noMove="1" noResize="1" noEditPoints="1" noAdjustHandles="1" noChangeArrowheads="1" noChangeShapeType="1" noTextEdit="1"/>
              </p:cNvSpPr>
              <p:nvPr/>
            </p:nvSpPr>
            <p:spPr bwMode="auto">
              <a:xfrm>
                <a:off x="2398713" y="1738313"/>
                <a:ext cx="3205162" cy="1169987"/>
              </a:xfrm>
              <a:prstGeom prst="rect">
                <a:avLst/>
              </a:prstGeom>
              <a:blipFill>
                <a:blip r:embed="rId2"/>
                <a:stretch>
                  <a:fillRect/>
                </a:stretch>
              </a:blipFill>
              <a:ln w="9525">
                <a:solidFill>
                  <a:schemeClr val="bg1"/>
                </a:solidFill>
                <a:miter lim="800000"/>
                <a:headEnd/>
                <a:tailEnd/>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79" name="Object 7">
                <a:extLst>
                  <a:ext uri="{FF2B5EF4-FFF2-40B4-BE49-F238E27FC236}">
                    <a16:creationId xmlns:a16="http://schemas.microsoft.com/office/drawing/2014/main" id="{85872B2F-020D-4742-9DD1-9EC288F5F42C}"/>
                  </a:ext>
                </a:extLst>
              </p:cNvPr>
              <p:cNvSpPr txBox="1"/>
              <p:nvPr/>
            </p:nvSpPr>
            <p:spPr bwMode="auto">
              <a:xfrm>
                <a:off x="2168525" y="2971800"/>
                <a:ext cx="3967163" cy="1371600"/>
              </a:xfrm>
              <a:prstGeom prst="rect">
                <a:avLst/>
              </a:prstGeom>
              <a:noFill/>
              <a:ln>
                <a:noFill/>
              </a:ln>
              <a:effectLst/>
            </p:spPr>
            <p:txBody>
              <a:bodyPr>
                <a:normAutofit fontScale="47500" lnSpcReduction="20000"/>
              </a:bodyPr>
              <a:lstStyle/>
              <a:p>
                <a:pPr/>
                <a14:m>
                  <m:oMathPara xmlns:m="http://schemas.openxmlformats.org/officeDocument/2006/math">
                    <m:oMathParaPr>
                      <m:jc m:val="left"/>
                    </m:oMathParaPr>
                    <m:oMath xmlns:m="http://schemas.openxmlformats.org/officeDocument/2006/math">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𝑛</m:t>
                          </m:r>
                        </m:sup>
                        <m:e>
                          <m:r>
                            <a:rPr lang="zh-CN" altLang="en-US" i="1">
                              <a:solidFill>
                                <a:srgbClr val="000000"/>
                              </a:solidFill>
                              <a:latin typeface="Cambria Math" panose="02040503050406030204" pitchFamily="18" charset="0"/>
                            </a:rPr>
                            <m:t>𝑘</m:t>
                          </m:r>
                        </m:e>
                      </m:nary>
                      <m:d>
                        <m:dPr>
                          <m:ctrlPr>
                            <a:rPr lang="zh-CN" altLang="en-US" i="1">
                              <a:solidFill>
                                <a:srgbClr val="000000"/>
                              </a:solidFill>
                              <a:latin typeface="Cambria Math" panose="02040503050406030204" pitchFamily="18" charset="0"/>
                            </a:rPr>
                          </m:ctrlPr>
                        </m:dPr>
                        <m:e>
                          <m:m>
                            <m:mPr>
                              <m:plcHide m:val="on"/>
                              <m:mcs>
                                <m:mc>
                                  <m:mcPr>
                                    <m:count m:val="1"/>
                                    <m:mcJc m:val="center"/>
                                  </m:mcPr>
                                </m:mc>
                              </m:mcs>
                              <m:ctrlPr>
                                <a:rPr lang="zh-CN" altLang="en-US" i="1">
                                  <a:solidFill>
                                    <a:srgbClr val="000000"/>
                                  </a:solidFill>
                                  <a:latin typeface="Cambria Math" panose="02040503050406030204" pitchFamily="18" charset="0"/>
                                </a:rPr>
                              </m:ctrlPr>
                            </m:mPr>
                            <m:mr>
                              <m:e>
                                <m:r>
                                  <a:rPr lang="zh-CN" altLang="en-US" i="1">
                                    <a:solidFill>
                                      <a:srgbClr val="000000"/>
                                    </a:solidFill>
                                    <a:latin typeface="Cambria Math" panose="02040503050406030204" pitchFamily="18" charset="0"/>
                                  </a:rPr>
                                  <m:t>𝑛</m:t>
                                </m:r>
                              </m:e>
                            </m:mr>
                            <m:mr>
                              <m:e>
                                <m:r>
                                  <a:rPr lang="zh-CN" altLang="en-US" i="1">
                                    <a:solidFill>
                                      <a:srgbClr val="000000"/>
                                    </a:solidFill>
                                    <a:latin typeface="Cambria Math" panose="02040503050406030204" pitchFamily="18" charset="0"/>
                                  </a:rPr>
                                  <m:t>𝑘</m:t>
                                </m:r>
                              </m:e>
                            </m:mr>
                          </m:m>
                        </m:e>
                      </m:d>
                      <m:r>
                        <a:rPr lang="zh-CN" altLang="en-US" i="1">
                          <a:solidFill>
                            <a:srgbClr val="000000"/>
                          </a:solidFill>
                          <a:latin typeface="Cambria Math" panose="02040503050406030204" pitchFamily="18" charset="0"/>
                        </a:rPr>
                        <m:t>=</m:t>
                      </m:r>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𝑛</m:t>
                          </m:r>
                        </m:sup>
                        <m:e>
                          <m:r>
                            <a:rPr lang="zh-CN" altLang="en-US" i="1">
                              <a:solidFill>
                                <a:srgbClr val="000000"/>
                              </a:solidFill>
                              <a:latin typeface="Cambria Math" panose="02040503050406030204" pitchFamily="18" charset="0"/>
                            </a:rPr>
                            <m:t>𝑘</m:t>
                          </m:r>
                        </m:e>
                      </m:nary>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𝑛</m:t>
                          </m:r>
                        </m:num>
                        <m:den>
                          <m:r>
                            <a:rPr lang="zh-CN" altLang="en-US" i="1">
                              <a:solidFill>
                                <a:srgbClr val="000000"/>
                              </a:solidFill>
                              <a:latin typeface="Cambria Math" panose="02040503050406030204" pitchFamily="18" charset="0"/>
                            </a:rPr>
                            <m:t>𝑘</m:t>
                          </m:r>
                        </m:den>
                      </m:f>
                      <m:d>
                        <m:dPr>
                          <m:ctrlPr>
                            <a:rPr lang="zh-CN" altLang="en-US" i="1">
                              <a:solidFill>
                                <a:srgbClr val="000000"/>
                              </a:solidFill>
                              <a:latin typeface="Cambria Math" panose="02040503050406030204" pitchFamily="18" charset="0"/>
                            </a:rPr>
                          </m:ctrlPr>
                        </m:dPr>
                        <m:e>
                          <m:m>
                            <m:mPr>
                              <m:plcHide m:val="on"/>
                              <m:mcs>
                                <m:mc>
                                  <m:mcPr>
                                    <m:count m:val="1"/>
                                    <m:mcJc m:val="center"/>
                                  </m:mcPr>
                                </m:mc>
                              </m:mcs>
                              <m:ctrlPr>
                                <a:rPr lang="zh-CN" altLang="en-US" i="1">
                                  <a:solidFill>
                                    <a:srgbClr val="000000"/>
                                  </a:solidFill>
                                  <a:latin typeface="Cambria Math" panose="02040503050406030204" pitchFamily="18" charset="0"/>
                                </a:rPr>
                              </m:ctrlPr>
                            </m:mPr>
                            <m:mr>
                              <m:e>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−1</m:t>
                                </m:r>
                              </m:e>
                            </m:mr>
                            <m:mr>
                              <m:e>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e>
                            </m:mr>
                          </m:m>
                        </m:e>
                      </m:d>
                    </m:oMath>
                  </m:oMathPara>
                </a14:m>
                <a:endParaRPr lang="zh-CN" altLang="en-US" dirty="0"/>
              </a:p>
            </p:txBody>
          </p:sp>
        </mc:Choice>
        <mc:Fallback xmlns="">
          <p:sp>
            <p:nvSpPr>
              <p:cNvPr id="3079" name="Object 7">
                <a:extLst>
                  <a:ext uri="{FF2B5EF4-FFF2-40B4-BE49-F238E27FC236}">
                    <a16:creationId xmlns:a16="http://schemas.microsoft.com/office/drawing/2014/main" id="{85872B2F-020D-4742-9DD1-9EC288F5F42C}"/>
                  </a:ext>
                </a:extLst>
              </p:cNvPr>
              <p:cNvSpPr txBox="1">
                <a:spLocks noRot="1" noChangeAspect="1" noMove="1" noResize="1" noEditPoints="1" noAdjustHandles="1" noChangeArrowheads="1" noChangeShapeType="1" noTextEdit="1"/>
              </p:cNvSpPr>
              <p:nvPr/>
            </p:nvSpPr>
            <p:spPr bwMode="auto">
              <a:xfrm>
                <a:off x="2168525" y="2971800"/>
                <a:ext cx="3967163" cy="1371600"/>
              </a:xfrm>
              <a:prstGeom prst="rect">
                <a:avLst/>
              </a:prstGeom>
              <a:blipFill>
                <a:blip r:embed="rId3"/>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81" name="Object 9">
                <a:extLst>
                  <a:ext uri="{FF2B5EF4-FFF2-40B4-BE49-F238E27FC236}">
                    <a16:creationId xmlns:a16="http://schemas.microsoft.com/office/drawing/2014/main" id="{2475BE8E-CA1B-4CC2-9B1A-23146BF927BA}"/>
                  </a:ext>
                </a:extLst>
              </p:cNvPr>
              <p:cNvSpPr txBox="1"/>
              <p:nvPr/>
            </p:nvSpPr>
            <p:spPr bwMode="auto">
              <a:xfrm>
                <a:off x="3063875" y="4611688"/>
                <a:ext cx="2098675" cy="787400"/>
              </a:xfrm>
              <a:prstGeom prst="rect">
                <a:avLst/>
              </a:prstGeom>
              <a:noFill/>
              <a:ln>
                <a:noFill/>
              </a:ln>
              <a:effectLst/>
            </p:spPr>
            <p:txBody>
              <a:bodyPr>
                <a:normAutofit fontScale="700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2</m:t>
                          </m:r>
                        </m:e>
                        <m:sup>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−1</m:t>
                          </m:r>
                        </m:sup>
                      </m:sSup>
                    </m:oMath>
                  </m:oMathPara>
                </a14:m>
                <a:endParaRPr lang="zh-CN" altLang="en-US" dirty="0"/>
              </a:p>
            </p:txBody>
          </p:sp>
        </mc:Choice>
        <mc:Fallback xmlns="">
          <p:sp>
            <p:nvSpPr>
              <p:cNvPr id="3081" name="Object 9">
                <a:extLst>
                  <a:ext uri="{FF2B5EF4-FFF2-40B4-BE49-F238E27FC236}">
                    <a16:creationId xmlns:a16="http://schemas.microsoft.com/office/drawing/2014/main" id="{2475BE8E-CA1B-4CC2-9B1A-23146BF927BA}"/>
                  </a:ext>
                </a:extLst>
              </p:cNvPr>
              <p:cNvSpPr txBox="1">
                <a:spLocks noRot="1" noChangeAspect="1" noMove="1" noResize="1" noEditPoints="1" noAdjustHandles="1" noChangeArrowheads="1" noChangeShapeType="1" noTextEdit="1"/>
              </p:cNvSpPr>
              <p:nvPr/>
            </p:nvSpPr>
            <p:spPr bwMode="auto">
              <a:xfrm>
                <a:off x="3063875" y="4611688"/>
                <a:ext cx="2098675" cy="787400"/>
              </a:xfrm>
              <a:prstGeom prst="rect">
                <a:avLst/>
              </a:prstGeom>
              <a:blipFill>
                <a:blip r:embed="rId4"/>
                <a:stretch>
                  <a:fillRect/>
                </a:stretch>
              </a:blipFill>
              <a:ln>
                <a:noFill/>
              </a:ln>
              <a:effectLst/>
            </p:spPr>
            <p:txBody>
              <a:bodyPr/>
              <a:lstStyle/>
              <a:p>
                <a:r>
                  <a:rPr lang="zh-CN" altLang="en-US">
                    <a:noFill/>
                  </a:rPr>
                  <a:t> </a:t>
                </a:r>
              </a:p>
            </p:txBody>
          </p:sp>
        </mc:Fallback>
      </mc:AlternateContent>
      <p:sp>
        <p:nvSpPr>
          <p:cNvPr id="3084" name="Text Box 12">
            <a:extLst>
              <a:ext uri="{FF2B5EF4-FFF2-40B4-BE49-F238E27FC236}">
                <a16:creationId xmlns:a16="http://schemas.microsoft.com/office/drawing/2014/main" id="{DF717234-B110-465E-9F2B-33C1B650665B}"/>
              </a:ext>
            </a:extLst>
          </p:cNvPr>
          <p:cNvSpPr txBox="1">
            <a:spLocks noChangeArrowheads="1"/>
          </p:cNvSpPr>
          <p:nvPr/>
        </p:nvSpPr>
        <p:spPr bwMode="auto">
          <a:xfrm>
            <a:off x="6324600" y="1981200"/>
            <a:ext cx="192087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(1.24)</a:t>
            </a:r>
            <a:br>
              <a:rPr kumimoji="1" lang="en-US" altLang="zh-CN"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br>
            <a:endParaRPr kumimoji="1" lang="en-US" altLang="zh-CN"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endParaRPr>
          </a:p>
        </p:txBody>
      </p:sp>
      <p:sp>
        <p:nvSpPr>
          <p:cNvPr id="3085" name="Text Box 13">
            <a:extLst>
              <a:ext uri="{FF2B5EF4-FFF2-40B4-BE49-F238E27FC236}">
                <a16:creationId xmlns:a16="http://schemas.microsoft.com/office/drawing/2014/main" id="{D79A7F8D-B83A-493F-84C8-CB2EF132307F}"/>
              </a:ext>
            </a:extLst>
          </p:cNvPr>
          <p:cNvSpPr txBox="1">
            <a:spLocks noChangeArrowheads="1"/>
          </p:cNvSpPr>
          <p:nvPr/>
        </p:nvSpPr>
        <p:spPr bwMode="auto">
          <a:xfrm>
            <a:off x="609600" y="2895600"/>
            <a:ext cx="1447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4000" b="0" i="0" u="none" strike="noStrike" kern="1200" cap="none" spc="0" normalizeH="0" baseline="0" noProof="0">
                <a:ln>
                  <a:noFill/>
                </a:ln>
                <a:solidFill>
                  <a:srgbClr val="0000CC"/>
                </a:solidFill>
                <a:effectLst/>
                <a:uLnTx/>
                <a:uFillTx/>
                <a:latin typeface="宋体" panose="02010600030101010101" pitchFamily="2" charset="-122"/>
                <a:ea typeface="宋体" panose="02010600030101010101" pitchFamily="2" charset="-122"/>
                <a:cs typeface="+mn-cs"/>
              </a:rPr>
              <a:t>证明：</a:t>
            </a:r>
          </a:p>
        </p:txBody>
      </p:sp>
      <p:sp>
        <p:nvSpPr>
          <p:cNvPr id="3086" name="Text Box 14">
            <a:extLst>
              <a:ext uri="{FF2B5EF4-FFF2-40B4-BE49-F238E27FC236}">
                <a16:creationId xmlns:a16="http://schemas.microsoft.com/office/drawing/2014/main" id="{4A30836F-93B9-4BB8-86D8-7683443EA906}"/>
              </a:ext>
            </a:extLst>
          </p:cNvPr>
          <p:cNvSpPr txBox="1">
            <a:spLocks noChangeArrowheads="1"/>
          </p:cNvSpPr>
          <p:nvPr/>
        </p:nvSpPr>
        <p:spPr bwMode="auto">
          <a:xfrm>
            <a:off x="6096000" y="3611563"/>
            <a:ext cx="28194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3200" b="0" i="0" u="none" strike="noStrike" kern="1200" cap="none" spc="0" normalizeH="0" baseline="0" noProof="0">
                <a:ln>
                  <a:noFill/>
                </a:ln>
                <a:solidFill>
                  <a:srgbClr val="424456"/>
                </a:solidFill>
                <a:effectLst/>
                <a:uLnTx/>
                <a:uFillTx/>
                <a:latin typeface="宋体" panose="02010600030101010101" pitchFamily="2" charset="-122"/>
                <a:ea typeface="宋体" panose="02010600030101010101" pitchFamily="2" charset="-122"/>
                <a:cs typeface="+mn-cs"/>
              </a:rPr>
              <a:t>(</a:t>
            </a:r>
            <a:r>
              <a:rPr kumimoji="1" lang="zh-CN" altLang="en-US" sz="3200" b="0" i="0" u="none" strike="noStrike" kern="1200" cap="none" spc="0" normalizeH="0" baseline="0" noProof="0">
                <a:ln>
                  <a:noFill/>
                </a:ln>
                <a:solidFill>
                  <a:srgbClr val="424456"/>
                </a:solidFill>
                <a:effectLst/>
                <a:uLnTx/>
                <a:uFillTx/>
                <a:latin typeface="宋体" panose="02010600030101010101" pitchFamily="2" charset="-122"/>
                <a:ea typeface="宋体" panose="02010600030101010101" pitchFamily="2" charset="-122"/>
                <a:cs typeface="+mn-cs"/>
              </a:rPr>
              <a:t>由式</a:t>
            </a:r>
            <a:r>
              <a:rPr kumimoji="1" lang="en-US" altLang="zh-CN" sz="3200" b="0" i="0" u="none" strike="noStrike" kern="1200" cap="none" spc="0" normalizeH="0" baseline="0" noProof="0">
                <a:ln>
                  <a:noFill/>
                </a:ln>
                <a:solidFill>
                  <a:srgbClr val="438086"/>
                </a:solidFill>
                <a:effectLst/>
                <a:uLnTx/>
                <a:uFillTx/>
                <a:latin typeface="宋体" panose="02010600030101010101" pitchFamily="2" charset="-122"/>
                <a:ea typeface="宋体" panose="02010600030101010101" pitchFamily="2" charset="-122"/>
                <a:cs typeface="+mn-cs"/>
              </a:rPr>
              <a:t>(1.23)</a:t>
            </a:r>
            <a:r>
              <a:rPr kumimoji="1" lang="en-US" altLang="zh-CN" sz="3200" b="0" i="0" u="none" strike="noStrike" kern="1200" cap="none" spc="0" normalizeH="0" baseline="0" noProof="0">
                <a:ln>
                  <a:noFill/>
                </a:ln>
                <a:solidFill>
                  <a:srgbClr val="424456"/>
                </a:solidFill>
                <a:effectLst/>
                <a:uLnTx/>
                <a:uFillTx/>
                <a:latin typeface="宋体" panose="02010600030101010101" pitchFamily="2" charset="-122"/>
                <a:ea typeface="宋体" panose="02010600030101010101" pitchFamily="2" charset="-122"/>
                <a:cs typeface="+mn-cs"/>
              </a:rPr>
              <a:t>)</a:t>
            </a:r>
          </a:p>
        </p:txBody>
      </p:sp>
      <p:sp>
        <p:nvSpPr>
          <p:cNvPr id="3087" name="Text Box 15">
            <a:extLst>
              <a:ext uri="{FF2B5EF4-FFF2-40B4-BE49-F238E27FC236}">
                <a16:creationId xmlns:a16="http://schemas.microsoft.com/office/drawing/2014/main" id="{889BAA29-A2A2-423F-9AB1-829CDC7B00AD}"/>
              </a:ext>
            </a:extLst>
          </p:cNvPr>
          <p:cNvSpPr txBox="1">
            <a:spLocks noChangeArrowheads="1"/>
          </p:cNvSpPr>
          <p:nvPr/>
        </p:nvSpPr>
        <p:spPr bwMode="auto">
          <a:xfrm>
            <a:off x="6096000" y="4754563"/>
            <a:ext cx="29718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3200" b="0" i="0" u="none" strike="noStrike" kern="1200" cap="none" spc="0" normalizeH="0" baseline="0" noProof="0">
                <a:ln>
                  <a:noFill/>
                </a:ln>
                <a:solidFill>
                  <a:srgbClr val="424456"/>
                </a:solidFill>
                <a:effectLst/>
                <a:uLnTx/>
                <a:uFillTx/>
                <a:latin typeface="宋体" panose="02010600030101010101" pitchFamily="2" charset="-122"/>
                <a:ea typeface="宋体" panose="02010600030101010101" pitchFamily="2" charset="-122"/>
                <a:cs typeface="+mn-cs"/>
              </a:rPr>
              <a:t>(</a:t>
            </a:r>
            <a:r>
              <a:rPr kumimoji="1" lang="zh-CN" altLang="en-US" sz="3200" b="0" i="0" u="none" strike="noStrike" kern="1200" cap="none" spc="0" normalizeH="0" baseline="0" noProof="0">
                <a:ln>
                  <a:noFill/>
                </a:ln>
                <a:solidFill>
                  <a:srgbClr val="424456"/>
                </a:solidFill>
                <a:effectLst/>
                <a:uLnTx/>
                <a:uFillTx/>
                <a:latin typeface="宋体" panose="02010600030101010101" pitchFamily="2" charset="-122"/>
                <a:ea typeface="宋体" panose="02010600030101010101" pitchFamily="2" charset="-122"/>
                <a:cs typeface="+mn-cs"/>
              </a:rPr>
              <a:t>由式</a:t>
            </a:r>
            <a:r>
              <a:rPr kumimoji="1" lang="en-US" altLang="zh-CN" sz="3200" b="0" i="0" u="none" strike="noStrike" kern="1200" cap="none" spc="0" normalizeH="0" baseline="0" noProof="0">
                <a:ln>
                  <a:noFill/>
                </a:ln>
                <a:solidFill>
                  <a:srgbClr val="438086"/>
                </a:solidFill>
                <a:effectLst/>
                <a:uLnTx/>
                <a:uFillTx/>
                <a:latin typeface="宋体" panose="02010600030101010101" pitchFamily="2" charset="-122"/>
                <a:ea typeface="宋体" panose="02010600030101010101" pitchFamily="2" charset="-122"/>
                <a:cs typeface="+mn-cs"/>
              </a:rPr>
              <a:t>(1.14)</a:t>
            </a:r>
            <a:r>
              <a:rPr kumimoji="1" lang="en-US" altLang="zh-CN" sz="3200" b="0" i="0" u="none" strike="noStrike" kern="1200" cap="none" spc="0" normalizeH="0" baseline="0" noProof="0">
                <a:ln>
                  <a:noFill/>
                </a:ln>
                <a:solidFill>
                  <a:srgbClr val="424456"/>
                </a:solidFill>
                <a:effectLst/>
                <a:uLnTx/>
                <a:uFillTx/>
                <a:latin typeface="宋体" panose="02010600030101010101" pitchFamily="2" charset="-122"/>
                <a:ea typeface="宋体" panose="02010600030101010101" pitchFamily="2" charset="-122"/>
                <a:cs typeface="+mn-cs"/>
              </a:rPr>
              <a:t>)</a:t>
            </a:r>
          </a:p>
        </p:txBody>
      </p:sp>
      <p:sp>
        <p:nvSpPr>
          <p:cNvPr id="13" name="矩形 12">
            <a:extLst>
              <a:ext uri="{FF2B5EF4-FFF2-40B4-BE49-F238E27FC236}">
                <a16:creationId xmlns:a16="http://schemas.microsoft.com/office/drawing/2014/main" id="{9F80C27A-97B5-4E41-8594-17F6268D3783}"/>
              </a:ext>
            </a:extLst>
          </p:cNvPr>
          <p:cNvSpPr/>
          <p:nvPr/>
        </p:nvSpPr>
        <p:spPr>
          <a:xfrm>
            <a:off x="685800" y="457200"/>
            <a:ext cx="2377574" cy="830997"/>
          </a:xfrm>
          <a:prstGeom prst="rect">
            <a:avLst/>
          </a:prstGeom>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4800" b="1" i="0" u="none" strike="noStrike" kern="1200" cap="none" spc="50" normalizeH="0" baseline="0" noProof="0" dirty="0">
                <a:ln w="11430"/>
                <a:gradFill>
                  <a:gsLst>
                    <a:gs pos="25000">
                      <a:srgbClr val="438086">
                        <a:satMod val="155000"/>
                      </a:srgbClr>
                    </a:gs>
                    <a:gs pos="100000">
                      <a:srgbClr val="438086">
                        <a:shade val="45000"/>
                        <a:satMod val="165000"/>
                      </a:srgbClr>
                    </a:gs>
                  </a:gsLst>
                  <a:lin ang="5400000"/>
                </a:gradFill>
                <a:effectLst/>
                <a:uLnTx/>
                <a:uFillTx/>
                <a:latin typeface="宋体" pitchFamily="2" charset="-122"/>
                <a:ea typeface="宋体" panose="02010600030101010101" pitchFamily="2" charset="-122"/>
                <a:cs typeface="+mn-cs"/>
              </a:rPr>
              <a:t>恒等式</a:t>
            </a:r>
            <a:r>
              <a:rPr kumimoji="1" lang="en-US" altLang="zh-CN" sz="4800" b="1" i="0" u="none" strike="noStrike" kern="1200" cap="none" spc="50" normalizeH="0" baseline="0" noProof="0" dirty="0">
                <a:ln w="11430"/>
                <a:gradFill>
                  <a:gsLst>
                    <a:gs pos="25000">
                      <a:srgbClr val="438086">
                        <a:satMod val="155000"/>
                      </a:srgbClr>
                    </a:gs>
                    <a:gs pos="100000">
                      <a:srgbClr val="438086">
                        <a:shade val="45000"/>
                        <a:satMod val="165000"/>
                      </a:srgbClr>
                    </a:gs>
                  </a:gsLst>
                  <a:lin ang="5400000"/>
                </a:gradFill>
                <a:effectLst/>
                <a:uLnTx/>
                <a:uFillTx/>
                <a:latin typeface="宋体" pitchFamily="2" charset="-122"/>
                <a:ea typeface="宋体" panose="02010600030101010101" pitchFamily="2" charset="-122"/>
                <a:cs typeface="+mn-cs"/>
              </a:rPr>
              <a:t>2</a:t>
            </a:r>
            <a:endParaRPr kumimoji="1" lang="zh-CN" altLang="en-US" sz="4800" b="1" i="0" u="none" strike="noStrike" kern="1200" cap="none" spc="50" normalizeH="0" baseline="0" noProof="0" dirty="0">
              <a:ln w="11430"/>
              <a:gradFill>
                <a:gsLst>
                  <a:gs pos="25000">
                    <a:srgbClr val="438086">
                      <a:satMod val="155000"/>
                    </a:srgbClr>
                  </a:gs>
                  <a:gs pos="100000">
                    <a:srgbClr val="438086">
                      <a:shade val="45000"/>
                      <a:satMod val="165000"/>
                    </a:srgbClr>
                  </a:gs>
                </a:gsLst>
                <a:lin ang="5400000"/>
              </a:gra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091"/>
                                        </p:tgtEl>
                                        <p:attrNameLst>
                                          <p:attrName>style.visibility</p:attrName>
                                        </p:attrNameLst>
                                      </p:cBhvr>
                                      <p:to>
                                        <p:strVal val="visible"/>
                                      </p:to>
                                    </p:set>
                                  </p:childTnLst>
                                </p:cTn>
                              </p:par>
                            </p:childTnLst>
                          </p:cTn>
                        </p:par>
                        <p:par>
                          <p:cTn id="7" fill="hold" nodeType="afterGroup">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3084"/>
                                        </p:tgtEl>
                                        <p:attrNameLst>
                                          <p:attrName>style.visibility</p:attrName>
                                        </p:attrNameLst>
                                      </p:cBhvr>
                                      <p:to>
                                        <p:strVal val="visible"/>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grpId="0" nodeType="clickEffect">
                                  <p:stCondLst>
                                    <p:cond delay="0"/>
                                  </p:stCondLst>
                                  <p:childTnLst>
                                    <p:set>
                                      <p:cBhvr>
                                        <p:cTn id="13" dur="1" fill="hold">
                                          <p:stCondLst>
                                            <p:cond delay="499"/>
                                          </p:stCondLst>
                                        </p:cTn>
                                        <p:tgtEl>
                                          <p:spTgt spid="3085"/>
                                        </p:tgtEl>
                                        <p:attrNameLst>
                                          <p:attrName>style.visibility</p:attrName>
                                        </p:attrNameLst>
                                      </p:cBhvr>
                                      <p:to>
                                        <p:strVal val="visible"/>
                                      </p:to>
                                    </p:set>
                                  </p:childTnLst>
                                </p:cTn>
                              </p:par>
                            </p:childTnLst>
                          </p:cTn>
                        </p:par>
                        <p:par>
                          <p:cTn id="14" fill="hold" nodeType="afterGroup">
                            <p:stCondLst>
                              <p:cond delay="500"/>
                            </p:stCondLst>
                            <p:childTnLst>
                              <p:par>
                                <p:cTn id="15" presetID="1" presetClass="entr" presetSubtype="0" fill="hold" grpId="0" nodeType="afterEffect">
                                  <p:stCondLst>
                                    <p:cond delay="0"/>
                                  </p:stCondLst>
                                  <p:childTnLst>
                                    <p:set>
                                      <p:cBhvr>
                                        <p:cTn id="16" dur="1" fill="hold">
                                          <p:stCondLst>
                                            <p:cond delay="499"/>
                                          </p:stCondLst>
                                        </p:cTn>
                                        <p:tgtEl>
                                          <p:spTgt spid="3086"/>
                                        </p:tgtEl>
                                        <p:attrNameLst>
                                          <p:attrName>style.visibility</p:attrName>
                                        </p:attrNameLst>
                                      </p:cBhvr>
                                      <p:to>
                                        <p:strVal val="visible"/>
                                      </p:to>
                                    </p:set>
                                  </p:childTnLst>
                                </p:cTn>
                              </p:par>
                            </p:childTnLst>
                          </p:cTn>
                        </p:par>
                        <p:par>
                          <p:cTn id="17" fill="hold" nodeType="afterGroup">
                            <p:stCondLst>
                              <p:cond delay="1000"/>
                            </p:stCondLst>
                            <p:childTnLst>
                              <p:par>
                                <p:cTn id="18" presetID="1" presetClass="entr" presetSubtype="0" fill="hold" grpId="0" nodeType="afterEffect">
                                  <p:stCondLst>
                                    <p:cond delay="0"/>
                                  </p:stCondLst>
                                  <p:childTnLst>
                                    <p:set>
                                      <p:cBhvr>
                                        <p:cTn id="19" dur="1" fill="hold">
                                          <p:stCondLst>
                                            <p:cond delay="499"/>
                                          </p:stCondLst>
                                        </p:cTn>
                                        <p:tgtEl>
                                          <p:spTgt spid="30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91" grpId="0" autoUpdateAnimBg="0"/>
      <p:bldP spid="3084" grpId="0" autoUpdateAnimBg="0"/>
      <p:bldP spid="3085" grpId="0" autoUpdateAnimBg="0"/>
      <p:bldP spid="3086" grpId="0" autoUpdateAnimBg="0"/>
      <p:bldP spid="3087" grpId="0" autoUpdateAnimBg="0"/>
    </p:bldLst>
  </p:timing>
</p:sld>
</file>

<file path=ppt/slides/slide7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F1EC13BC-9DEA-47F7-BA51-725613F2D3D4}"/>
              </a:ext>
            </a:extLst>
          </p:cNvPr>
          <p:cNvSpPr/>
          <p:nvPr/>
        </p:nvSpPr>
        <p:spPr>
          <a:xfrm>
            <a:off x="381000" y="457200"/>
            <a:ext cx="2377574" cy="830997"/>
          </a:xfrm>
          <a:prstGeom prst="rect">
            <a:avLst/>
          </a:prstGeom>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4800" b="1" i="0" u="none" strike="noStrike" kern="1200" cap="none" spc="50" normalizeH="0" baseline="0" noProof="0" dirty="0">
                <a:ln w="11430"/>
                <a:gradFill>
                  <a:gsLst>
                    <a:gs pos="25000">
                      <a:srgbClr val="438086">
                        <a:satMod val="155000"/>
                      </a:srgbClr>
                    </a:gs>
                    <a:gs pos="100000">
                      <a:srgbClr val="438086">
                        <a:shade val="45000"/>
                        <a:satMod val="165000"/>
                      </a:srgbClr>
                    </a:gs>
                  </a:gsLst>
                  <a:lin ang="5400000"/>
                </a:gradFill>
                <a:effectLst/>
                <a:uLnTx/>
                <a:uFillTx/>
                <a:latin typeface="宋体" pitchFamily="2" charset="-122"/>
                <a:ea typeface="宋体" panose="02010600030101010101" pitchFamily="2" charset="-122"/>
                <a:cs typeface="+mn-cs"/>
              </a:rPr>
              <a:t>恒等式</a:t>
            </a:r>
            <a:r>
              <a:rPr kumimoji="1" lang="en-US" altLang="zh-CN" sz="4800" b="1" i="0" u="none" strike="noStrike" kern="1200" cap="none" spc="50" normalizeH="0" baseline="0" noProof="0" dirty="0">
                <a:ln w="11430"/>
                <a:gradFill>
                  <a:gsLst>
                    <a:gs pos="25000">
                      <a:srgbClr val="438086">
                        <a:satMod val="155000"/>
                      </a:srgbClr>
                    </a:gs>
                    <a:gs pos="100000">
                      <a:srgbClr val="438086">
                        <a:shade val="45000"/>
                        <a:satMod val="165000"/>
                      </a:srgbClr>
                    </a:gs>
                  </a:gsLst>
                  <a:lin ang="5400000"/>
                </a:gradFill>
                <a:effectLst/>
                <a:uLnTx/>
                <a:uFillTx/>
                <a:latin typeface="宋体" pitchFamily="2" charset="-122"/>
                <a:ea typeface="宋体" panose="02010600030101010101" pitchFamily="2" charset="-122"/>
                <a:cs typeface="+mn-cs"/>
              </a:rPr>
              <a:t>3</a:t>
            </a:r>
            <a:endParaRPr kumimoji="1" lang="zh-CN" altLang="en-US" sz="4800" b="1" i="0" u="none" strike="noStrike" kern="1200" cap="none" spc="50" normalizeH="0" baseline="0" noProof="0" dirty="0">
              <a:ln w="11430"/>
              <a:gradFill>
                <a:gsLst>
                  <a:gs pos="25000">
                    <a:srgbClr val="438086">
                      <a:satMod val="155000"/>
                    </a:srgbClr>
                  </a:gs>
                  <a:gs pos="100000">
                    <a:srgbClr val="438086">
                      <a:shade val="45000"/>
                      <a:satMod val="165000"/>
                    </a:srgbClr>
                  </a:gs>
                </a:gsLst>
                <a:lin ang="5400000"/>
              </a:gradFill>
              <a:effectLst/>
              <a:uLnTx/>
              <a:uFillTx/>
              <a:latin typeface="Times New Roman" panose="02020603050405020304" pitchFamily="18" charset="0"/>
              <a:ea typeface="宋体" panose="02010600030101010101" pitchFamily="2" charset="-122"/>
              <a:cs typeface="+mn-cs"/>
            </a:endParaRPr>
          </a:p>
        </p:txBody>
      </p:sp>
      <p:sp>
        <p:nvSpPr>
          <p:cNvPr id="7171" name="Rectangle 3">
            <a:extLst>
              <a:ext uri="{FF2B5EF4-FFF2-40B4-BE49-F238E27FC236}">
                <a16:creationId xmlns:a16="http://schemas.microsoft.com/office/drawing/2014/main" id="{44650A9A-5F6E-4923-BAC7-E66DFA59836F}"/>
              </a:ext>
            </a:extLst>
          </p:cNvPr>
          <p:cNvSpPr>
            <a:spLocks noGrp="1"/>
          </p:cNvSpPr>
          <p:nvPr>
            <p:ph idx="1"/>
          </p:nvPr>
        </p:nvSpPr>
        <p:spPr>
          <a:xfrm>
            <a:off x="0" y="6629400"/>
            <a:ext cx="7772400" cy="4114800"/>
          </a:xfrm>
        </p:spPr>
        <p:txBody>
          <a:bodyPr/>
          <a:lstStyle/>
          <a:p>
            <a:pPr eaLnBrk="1" hangingPunct="1"/>
            <a:r>
              <a:rPr lang="en-US" altLang="zh-CN"/>
              <a:t>                                                                                                                                </a:t>
            </a:r>
          </a:p>
        </p:txBody>
      </p:sp>
      <p:graphicFrame>
        <p:nvGraphicFramePr>
          <p:cNvPr id="4100" name="Object 4">
            <a:extLst>
              <a:ext uri="{FF2B5EF4-FFF2-40B4-BE49-F238E27FC236}">
                <a16:creationId xmlns:a16="http://schemas.microsoft.com/office/drawing/2014/main" id="{9E52B071-CDE9-486D-A0F3-9676F07B4FC9}"/>
              </a:ext>
            </a:extLst>
          </p:cNvPr>
          <p:cNvGraphicFramePr>
            <a:graphicFrameLocks noChangeAspect="1"/>
          </p:cNvGraphicFramePr>
          <p:nvPr/>
        </p:nvGraphicFramePr>
        <p:xfrm>
          <a:off x="2971800" y="1447800"/>
          <a:ext cx="2743200" cy="890588"/>
        </p:xfrm>
        <a:graphic>
          <a:graphicData uri="http://schemas.openxmlformats.org/presentationml/2006/ole">
            <mc:AlternateContent xmlns:mc="http://schemas.openxmlformats.org/markup-compatibility/2006">
              <mc:Choice xmlns:v="urn:schemas-microsoft-com:vml" Requires="v">
                <p:oleObj name="Equation" r:id="rId2" imgW="1060586" imgH="444588" progId="Equation.3">
                  <p:embed/>
                </p:oleObj>
              </mc:Choice>
              <mc:Fallback>
                <p:oleObj name="Equation" r:id="rId2" imgW="1060586" imgH="444588" progId="Equation.3">
                  <p:embed/>
                  <p:pic>
                    <p:nvPicPr>
                      <p:cNvPr id="4100" name="Object 4">
                        <a:extLst>
                          <a:ext uri="{FF2B5EF4-FFF2-40B4-BE49-F238E27FC236}">
                            <a16:creationId xmlns:a16="http://schemas.microsoft.com/office/drawing/2014/main" id="{9E52B071-CDE9-486D-A0F3-9676F07B4F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1800" y="1447800"/>
                        <a:ext cx="2743200" cy="890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01" name="Object 5">
            <a:extLst>
              <a:ext uri="{FF2B5EF4-FFF2-40B4-BE49-F238E27FC236}">
                <a16:creationId xmlns:a16="http://schemas.microsoft.com/office/drawing/2014/main" id="{C0F57829-2001-40CB-ACB5-9EB4C9636530}"/>
              </a:ext>
            </a:extLst>
          </p:cNvPr>
          <p:cNvGraphicFramePr>
            <a:graphicFrameLocks noChangeAspect="1"/>
          </p:cNvGraphicFramePr>
          <p:nvPr/>
        </p:nvGraphicFramePr>
        <p:xfrm>
          <a:off x="4724400" y="2133600"/>
          <a:ext cx="3368675" cy="889000"/>
        </p:xfrm>
        <a:graphic>
          <a:graphicData uri="http://schemas.openxmlformats.org/presentationml/2006/ole">
            <mc:AlternateContent xmlns:mc="http://schemas.openxmlformats.org/markup-compatibility/2006">
              <mc:Choice xmlns:v="urn:schemas-microsoft-com:vml" Requires="v">
                <p:oleObj name="Equation" r:id="rId4" imgW="1257300" imgH="457200" progId="Equation.3">
                  <p:embed/>
                </p:oleObj>
              </mc:Choice>
              <mc:Fallback>
                <p:oleObj name="Equation" r:id="rId4" imgW="1257300" imgH="457200" progId="Equation.3">
                  <p:embed/>
                  <p:pic>
                    <p:nvPicPr>
                      <p:cNvPr id="4101" name="Object 5">
                        <a:extLst>
                          <a:ext uri="{FF2B5EF4-FFF2-40B4-BE49-F238E27FC236}">
                            <a16:creationId xmlns:a16="http://schemas.microsoft.com/office/drawing/2014/main" id="{C0F57829-2001-40CB-ACB5-9EB4C963653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24400" y="2133600"/>
                        <a:ext cx="3368675"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02" name="Object 6">
            <a:extLst>
              <a:ext uri="{FF2B5EF4-FFF2-40B4-BE49-F238E27FC236}">
                <a16:creationId xmlns:a16="http://schemas.microsoft.com/office/drawing/2014/main" id="{BC8AFB91-27FC-49C2-BD4D-6F72F3B85BEE}"/>
              </a:ext>
            </a:extLst>
          </p:cNvPr>
          <p:cNvGraphicFramePr>
            <a:graphicFrameLocks noChangeAspect="1"/>
          </p:cNvGraphicFramePr>
          <p:nvPr/>
        </p:nvGraphicFramePr>
        <p:xfrm>
          <a:off x="4800600" y="3048000"/>
          <a:ext cx="3352800" cy="1192213"/>
        </p:xfrm>
        <a:graphic>
          <a:graphicData uri="http://schemas.openxmlformats.org/presentationml/2006/ole">
            <mc:AlternateContent xmlns:mc="http://schemas.openxmlformats.org/markup-compatibility/2006">
              <mc:Choice xmlns:v="urn:schemas-microsoft-com:vml" Requires="v">
                <p:oleObj name="Equation" r:id="rId6" imgW="1485900" imgH="685800" progId="Equation.3">
                  <p:embed/>
                </p:oleObj>
              </mc:Choice>
              <mc:Fallback>
                <p:oleObj name="Equation" r:id="rId6" imgW="1485900" imgH="685800" progId="Equation.3">
                  <p:embed/>
                  <p:pic>
                    <p:nvPicPr>
                      <p:cNvPr id="4102" name="Object 6">
                        <a:extLst>
                          <a:ext uri="{FF2B5EF4-FFF2-40B4-BE49-F238E27FC236}">
                            <a16:creationId xmlns:a16="http://schemas.microsoft.com/office/drawing/2014/main" id="{BC8AFB91-27FC-49C2-BD4D-6F72F3B85BE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00600" y="3048000"/>
                        <a:ext cx="3352800" cy="1192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03" name="Object 7">
            <a:extLst>
              <a:ext uri="{FF2B5EF4-FFF2-40B4-BE49-F238E27FC236}">
                <a16:creationId xmlns:a16="http://schemas.microsoft.com/office/drawing/2014/main" id="{E2375B18-FA12-4886-825F-327D1ED1C862}"/>
              </a:ext>
            </a:extLst>
          </p:cNvPr>
          <p:cNvGraphicFramePr>
            <a:graphicFrameLocks noChangeAspect="1"/>
          </p:cNvGraphicFramePr>
          <p:nvPr/>
        </p:nvGraphicFramePr>
        <p:xfrm>
          <a:off x="4921250" y="3733800"/>
          <a:ext cx="3155950" cy="906463"/>
        </p:xfrm>
        <a:graphic>
          <a:graphicData uri="http://schemas.openxmlformats.org/presentationml/2006/ole">
            <mc:AlternateContent xmlns:mc="http://schemas.openxmlformats.org/markup-compatibility/2006">
              <mc:Choice xmlns:v="urn:schemas-microsoft-com:vml" Requires="v">
                <p:oleObj name="Equation" r:id="rId8" imgW="1168400" imgH="457200" progId="Equation.DSMT4">
                  <p:embed/>
                </p:oleObj>
              </mc:Choice>
              <mc:Fallback>
                <p:oleObj name="Equation" r:id="rId8" imgW="1168400" imgH="457200" progId="Equation.DSMT4">
                  <p:embed/>
                  <p:pic>
                    <p:nvPicPr>
                      <p:cNvPr id="4103" name="Object 7">
                        <a:extLst>
                          <a:ext uri="{FF2B5EF4-FFF2-40B4-BE49-F238E27FC236}">
                            <a16:creationId xmlns:a16="http://schemas.microsoft.com/office/drawing/2014/main" id="{E2375B18-FA12-4886-825F-327D1ED1C86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21250" y="3733800"/>
                        <a:ext cx="3155950" cy="906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04" name="Text Box 8">
            <a:extLst>
              <a:ext uri="{FF2B5EF4-FFF2-40B4-BE49-F238E27FC236}">
                <a16:creationId xmlns:a16="http://schemas.microsoft.com/office/drawing/2014/main" id="{7DD1BC98-149C-43C7-ACBD-F375B7BF5340}"/>
              </a:ext>
            </a:extLst>
          </p:cNvPr>
          <p:cNvSpPr txBox="1">
            <a:spLocks noChangeArrowheads="1"/>
          </p:cNvSpPr>
          <p:nvPr/>
        </p:nvSpPr>
        <p:spPr bwMode="auto">
          <a:xfrm>
            <a:off x="2590800" y="762000"/>
            <a:ext cx="72390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t>对于正整数</a:t>
            </a:r>
            <a:r>
              <a:rPr kumimoji="1" lang="en-US" altLang="zh-CN"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t>n&gt;1,</a:t>
            </a:r>
            <a:r>
              <a:rPr kumimoji="1" lang="zh-CN" altLang="en-US"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t>有 </a:t>
            </a:r>
            <a:br>
              <a:rPr kumimoji="1" lang="zh-CN" altLang="en-US"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br>
            <a:r>
              <a:rPr kumimoji="1" lang="zh-CN" altLang="en-US"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t>                    </a:t>
            </a:r>
            <a:r>
              <a:rPr kumimoji="1" lang="en-US" altLang="zh-CN"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t>(1.25) </a:t>
            </a:r>
            <a:br>
              <a:rPr kumimoji="1" lang="en-US" altLang="zh-CN"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br>
            <a:endParaRPr kumimoji="1" lang="en-US" altLang="zh-CN"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endParaRPr>
          </a:p>
        </p:txBody>
      </p:sp>
      <p:sp>
        <p:nvSpPr>
          <p:cNvPr id="4105" name="Text Box 9">
            <a:extLst>
              <a:ext uri="{FF2B5EF4-FFF2-40B4-BE49-F238E27FC236}">
                <a16:creationId xmlns:a16="http://schemas.microsoft.com/office/drawing/2014/main" id="{288AD5A7-FEFC-4709-8F32-584014110601}"/>
              </a:ext>
            </a:extLst>
          </p:cNvPr>
          <p:cNvSpPr txBox="1">
            <a:spLocks noChangeArrowheads="1"/>
          </p:cNvSpPr>
          <p:nvPr/>
        </p:nvSpPr>
        <p:spPr bwMode="auto">
          <a:xfrm>
            <a:off x="762000" y="2362200"/>
            <a:ext cx="57150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0" i="0" u="none" strike="noStrike" kern="1200" cap="none" spc="0" normalizeH="0" baseline="0" noProof="0">
                <a:ln>
                  <a:noFill/>
                </a:ln>
                <a:solidFill>
                  <a:srgbClr val="0000CC"/>
                </a:solidFill>
                <a:effectLst/>
                <a:uLnTx/>
                <a:uFillTx/>
                <a:latin typeface="宋体" panose="02010600030101010101" pitchFamily="2" charset="-122"/>
                <a:ea typeface="宋体" panose="02010600030101010101" pitchFamily="2" charset="-122"/>
                <a:cs typeface="Courier New" panose="02070309020205020404" pitchFamily="49" charset="0"/>
              </a:rPr>
              <a:t>证明：</a:t>
            </a:r>
            <a:r>
              <a:rPr kumimoji="1" lang="zh-CN" altLang="en-US" sz="2800" b="0" i="0" u="none" strike="noStrike" kern="1200" cap="none" spc="0" normalizeH="0" baseline="0" noProof="0">
                <a:ln>
                  <a:noFill/>
                </a:ln>
                <a:solidFill>
                  <a:srgbClr val="424456"/>
                </a:solidFill>
                <a:effectLst/>
                <a:uLnTx/>
                <a:uFillTx/>
                <a:latin typeface="宋体" panose="02010600030101010101" pitchFamily="2" charset="-122"/>
                <a:ea typeface="宋体" panose="02010600030101010101" pitchFamily="2" charset="-122"/>
                <a:cs typeface="Courier New" panose="02070309020205020404" pitchFamily="49" charset="0"/>
              </a:rPr>
              <a:t>由式</a:t>
            </a:r>
            <a:r>
              <a:rPr kumimoji="1" lang="en-US" altLang="zh-CN" sz="2800" b="0" i="0" u="none" strike="noStrike" kern="1200" cap="none" spc="0" normalizeH="0" baseline="0" noProof="0">
                <a:ln>
                  <a:noFill/>
                </a:ln>
                <a:solidFill>
                  <a:srgbClr val="424456"/>
                </a:solidFill>
                <a:effectLst/>
                <a:uLnTx/>
                <a:uFillTx/>
                <a:latin typeface="宋体" panose="02010600030101010101" pitchFamily="2" charset="-122"/>
                <a:ea typeface="宋体" panose="02010600030101010101" pitchFamily="2" charset="-122"/>
                <a:cs typeface="Courier New" panose="02070309020205020404" pitchFamily="49" charset="0"/>
              </a:rPr>
              <a:t>(1.13)</a:t>
            </a:r>
            <a:r>
              <a:rPr kumimoji="1" lang="zh-CN" altLang="en-US" sz="2800" b="0" i="0" u="none" strike="noStrike" kern="1200" cap="none" spc="0" normalizeH="0" baseline="0" noProof="0">
                <a:ln>
                  <a:noFill/>
                </a:ln>
                <a:solidFill>
                  <a:srgbClr val="424456"/>
                </a:solidFill>
                <a:effectLst/>
                <a:uLnTx/>
                <a:uFillTx/>
                <a:latin typeface="宋体" panose="02010600030101010101" pitchFamily="2" charset="-122"/>
                <a:ea typeface="宋体" panose="02010600030101010101" pitchFamily="2" charset="-122"/>
                <a:cs typeface="Courier New" panose="02070309020205020404" pitchFamily="49" charset="0"/>
              </a:rPr>
              <a:t>知有</a:t>
            </a:r>
            <a:br>
              <a:rPr kumimoji="1" lang="zh-CN" altLang="en-US" sz="2800" b="0" i="0" u="none" strike="noStrike" kern="1200" cap="none" spc="0" normalizeH="0" baseline="0" noProof="0">
                <a:ln>
                  <a:noFill/>
                </a:ln>
                <a:solidFill>
                  <a:srgbClr val="424456"/>
                </a:solidFill>
                <a:effectLst/>
                <a:uLnTx/>
                <a:uFillTx/>
                <a:latin typeface="宋体" panose="02010600030101010101" pitchFamily="2" charset="-122"/>
                <a:ea typeface="宋体" panose="02010600030101010101" pitchFamily="2" charset="-122"/>
                <a:cs typeface="Courier New" panose="02070309020205020404" pitchFamily="49" charset="0"/>
              </a:rPr>
            </a:br>
            <a:endParaRPr kumimoji="1" lang="zh-CN" altLang="en-US" sz="2800" b="0" i="0" u="none" strike="noStrike" kern="1200" cap="none" spc="0" normalizeH="0" baseline="0" noProof="0">
              <a:ln>
                <a:noFill/>
              </a:ln>
              <a:solidFill>
                <a:srgbClr val="424456"/>
              </a:solidFill>
              <a:effectLst/>
              <a:uLnTx/>
              <a:uFillTx/>
              <a:latin typeface="宋体" panose="02010600030101010101" pitchFamily="2" charset="-122"/>
              <a:ea typeface="宋体" panose="02010600030101010101" pitchFamily="2" charset="-122"/>
              <a:cs typeface="Courier New" panose="02070309020205020404" pitchFamily="49" charset="0"/>
            </a:endParaRPr>
          </a:p>
        </p:txBody>
      </p:sp>
      <p:sp>
        <p:nvSpPr>
          <p:cNvPr id="4106" name="Text Box 10">
            <a:extLst>
              <a:ext uri="{FF2B5EF4-FFF2-40B4-BE49-F238E27FC236}">
                <a16:creationId xmlns:a16="http://schemas.microsoft.com/office/drawing/2014/main" id="{E65E0B0D-A5A6-438C-B8E5-7A6DA86AD6F3}"/>
              </a:ext>
            </a:extLst>
          </p:cNvPr>
          <p:cNvSpPr txBox="1">
            <a:spLocks noChangeArrowheads="1"/>
          </p:cNvSpPr>
          <p:nvPr/>
        </p:nvSpPr>
        <p:spPr bwMode="auto">
          <a:xfrm>
            <a:off x="838200" y="3200400"/>
            <a:ext cx="42672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t>将上式两边对</a:t>
            </a:r>
            <a:r>
              <a:rPr kumimoji="1" lang="en-US" altLang="zh-CN" sz="28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t>x</a:t>
            </a:r>
            <a:r>
              <a:rPr kumimoji="1" lang="zh-CN" altLang="en-US" sz="28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t>微分得</a:t>
            </a:r>
            <a:br>
              <a:rPr kumimoji="1" lang="zh-CN" altLang="en-US" sz="28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br>
            <a:endParaRPr kumimoji="1" lang="zh-CN" altLang="en-US" sz="28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endParaRPr>
          </a:p>
        </p:txBody>
      </p:sp>
      <p:sp>
        <p:nvSpPr>
          <p:cNvPr id="4107" name="Text Box 11">
            <a:extLst>
              <a:ext uri="{FF2B5EF4-FFF2-40B4-BE49-F238E27FC236}">
                <a16:creationId xmlns:a16="http://schemas.microsoft.com/office/drawing/2014/main" id="{12995356-8F92-4120-B070-DADF2B07C1D9}"/>
              </a:ext>
            </a:extLst>
          </p:cNvPr>
          <p:cNvSpPr txBox="1">
            <a:spLocks noChangeArrowheads="1"/>
          </p:cNvSpPr>
          <p:nvPr/>
        </p:nvSpPr>
        <p:spPr bwMode="auto">
          <a:xfrm>
            <a:off x="762000" y="3846513"/>
            <a:ext cx="624840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0" i="0" u="none" strike="noStrike" kern="1200" cap="none" spc="0" normalizeH="0" baseline="0" noProof="0">
                <a:ln>
                  <a:noFill/>
                </a:ln>
                <a:solidFill>
                  <a:srgbClr val="424456"/>
                </a:solidFill>
                <a:effectLst/>
                <a:uLnTx/>
                <a:uFillTx/>
                <a:latin typeface="宋体" panose="02010600030101010101" pitchFamily="2" charset="-122"/>
                <a:ea typeface="宋体" panose="02010600030101010101" pitchFamily="2" charset="-122"/>
                <a:cs typeface="Courier New" panose="02070309020205020404" pitchFamily="49" charset="0"/>
              </a:rPr>
              <a:t>在上式中，令</a:t>
            </a:r>
            <a:r>
              <a:rPr kumimoji="1" lang="en-US" altLang="zh-CN" sz="2800" b="0" i="0" u="none" strike="noStrike" kern="1200" cap="none" spc="0" normalizeH="0" baseline="0" noProof="0">
                <a:ln>
                  <a:noFill/>
                </a:ln>
                <a:solidFill>
                  <a:srgbClr val="424456"/>
                </a:solidFill>
                <a:effectLst/>
                <a:uLnTx/>
                <a:uFillTx/>
                <a:latin typeface="宋体" panose="02010600030101010101" pitchFamily="2" charset="-122"/>
                <a:ea typeface="宋体" panose="02010600030101010101" pitchFamily="2" charset="-122"/>
                <a:cs typeface="Courier New" panose="02070309020205020404" pitchFamily="49" charset="0"/>
              </a:rPr>
              <a:t>x=-1</a:t>
            </a:r>
            <a:r>
              <a:rPr kumimoji="1" lang="zh-CN" altLang="en-US" sz="2800" b="0" i="0" u="none" strike="noStrike" kern="1200" cap="none" spc="0" normalizeH="0" baseline="0" noProof="0">
                <a:ln>
                  <a:noFill/>
                </a:ln>
                <a:solidFill>
                  <a:srgbClr val="424456"/>
                </a:solidFill>
                <a:effectLst/>
                <a:uLnTx/>
                <a:uFillTx/>
                <a:latin typeface="宋体" panose="02010600030101010101" pitchFamily="2" charset="-122"/>
                <a:ea typeface="宋体" panose="02010600030101010101" pitchFamily="2" charset="-122"/>
                <a:cs typeface="Courier New" panose="02070309020205020404" pitchFamily="49" charset="0"/>
              </a:rPr>
              <a:t>有</a:t>
            </a:r>
            <a:br>
              <a:rPr kumimoji="1" lang="zh-CN" altLang="en-US" sz="2800" b="0" i="0" u="none" strike="noStrike" kern="1200" cap="none" spc="0" normalizeH="0" baseline="0" noProof="0">
                <a:ln>
                  <a:noFill/>
                </a:ln>
                <a:solidFill>
                  <a:srgbClr val="424456"/>
                </a:solidFill>
                <a:effectLst/>
                <a:uLnTx/>
                <a:uFillTx/>
                <a:latin typeface="宋体" panose="02010600030101010101" pitchFamily="2" charset="-122"/>
                <a:ea typeface="宋体" panose="02010600030101010101" pitchFamily="2" charset="-122"/>
                <a:cs typeface="Courier New" panose="02070309020205020404" pitchFamily="49" charset="0"/>
              </a:rPr>
            </a:br>
            <a:endParaRPr kumimoji="1" lang="zh-CN" altLang="en-US" sz="2800" b="0" i="0" u="none" strike="noStrike" kern="1200" cap="none" spc="0" normalizeH="0" baseline="0" noProof="0">
              <a:ln>
                <a:noFill/>
              </a:ln>
              <a:solidFill>
                <a:srgbClr val="424456"/>
              </a:solidFill>
              <a:effectLst/>
              <a:uLnTx/>
              <a:uFillTx/>
              <a:latin typeface="宋体" panose="02010600030101010101" pitchFamily="2" charset="-122"/>
              <a:ea typeface="宋体" panose="02010600030101010101" pitchFamily="2" charset="-122"/>
              <a:cs typeface="Courier New" panose="02070309020205020404" pitchFamily="49" charset="0"/>
            </a:endParaRPr>
          </a:p>
        </p:txBody>
      </p:sp>
      <p:sp>
        <p:nvSpPr>
          <p:cNvPr id="4108" name="Text Box 12">
            <a:extLst>
              <a:ext uri="{FF2B5EF4-FFF2-40B4-BE49-F238E27FC236}">
                <a16:creationId xmlns:a16="http://schemas.microsoft.com/office/drawing/2014/main" id="{35867932-7B0A-4E49-B3E9-46F1B82C63F9}"/>
              </a:ext>
            </a:extLst>
          </p:cNvPr>
          <p:cNvSpPr txBox="1">
            <a:spLocks noChangeArrowheads="1"/>
          </p:cNvSpPr>
          <p:nvPr/>
        </p:nvSpPr>
        <p:spPr bwMode="auto">
          <a:xfrm>
            <a:off x="838200" y="4724400"/>
            <a:ext cx="68580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即</a:t>
            </a:r>
            <a:r>
              <a:rPr kumimoji="1" lang="zh-CN" altLang="en-US" sz="28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t>恒等式</a:t>
            </a:r>
            <a:r>
              <a:rPr kumimoji="1" lang="en-US" altLang="zh-CN" sz="28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t>3:</a:t>
            </a:r>
            <a:r>
              <a:rPr kumimoji="1" lang="en-US" altLang="zh-CN" sz="28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 </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t>由此可见，可以用对二项式公式微分来导出组合恒等式。</a:t>
            </a:r>
          </a:p>
        </p:txBody>
      </p:sp>
      <p:graphicFrame>
        <p:nvGraphicFramePr>
          <p:cNvPr id="4110" name="Object 14">
            <a:extLst>
              <a:ext uri="{FF2B5EF4-FFF2-40B4-BE49-F238E27FC236}">
                <a16:creationId xmlns:a16="http://schemas.microsoft.com/office/drawing/2014/main" id="{8E987C8A-E75C-4BD1-B72F-DA443ECF9B81}"/>
              </a:ext>
            </a:extLst>
          </p:cNvPr>
          <p:cNvGraphicFramePr>
            <a:graphicFrameLocks noChangeAspect="1"/>
          </p:cNvGraphicFramePr>
          <p:nvPr/>
        </p:nvGraphicFramePr>
        <p:xfrm>
          <a:off x="2819400" y="4495800"/>
          <a:ext cx="2133600" cy="893763"/>
        </p:xfrm>
        <a:graphic>
          <a:graphicData uri="http://schemas.openxmlformats.org/presentationml/2006/ole">
            <mc:AlternateContent xmlns:mc="http://schemas.openxmlformats.org/markup-compatibility/2006">
              <mc:Choice xmlns:v="urn:schemas-microsoft-com:vml" Requires="v">
                <p:oleObj name="Equation" r:id="rId10" imgW="1092200" imgH="457200" progId="Equation.3">
                  <p:embed/>
                </p:oleObj>
              </mc:Choice>
              <mc:Fallback>
                <p:oleObj name="Equation" r:id="rId10" imgW="1092200" imgH="457200" progId="Equation.3">
                  <p:embed/>
                  <p:pic>
                    <p:nvPicPr>
                      <p:cNvPr id="4110" name="Object 14">
                        <a:extLst>
                          <a:ext uri="{FF2B5EF4-FFF2-40B4-BE49-F238E27FC236}">
                            <a16:creationId xmlns:a16="http://schemas.microsoft.com/office/drawing/2014/main" id="{8E987C8A-E75C-4BD1-B72F-DA443ECF9B81}"/>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19400" y="4495800"/>
                        <a:ext cx="2133600" cy="893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104"/>
                                        </p:tgtEl>
                                        <p:attrNameLst>
                                          <p:attrName>style.visibility</p:attrName>
                                        </p:attrNameLst>
                                      </p:cBhvr>
                                      <p:to>
                                        <p:strVal val="visible"/>
                                      </p:to>
                                    </p:set>
                                  </p:childTnLst>
                                </p:cTn>
                              </p:par>
                            </p:childTnLst>
                          </p:cTn>
                        </p:par>
                        <p:par>
                          <p:cTn id="7" fill="hold" nodeType="afterGroup">
                            <p:stCondLst>
                              <p:cond delay="500"/>
                            </p:stCondLst>
                            <p:childTnLst>
                              <p:par>
                                <p:cTn id="8" presetID="1" presetClass="entr" presetSubtype="0" fill="hold" nodeType="afterEffect">
                                  <p:stCondLst>
                                    <p:cond delay="0"/>
                                  </p:stCondLst>
                                  <p:childTnLst>
                                    <p:set>
                                      <p:cBhvr>
                                        <p:cTn id="9" dur="1" fill="hold">
                                          <p:stCondLst>
                                            <p:cond delay="499"/>
                                          </p:stCondLst>
                                        </p:cTn>
                                        <p:tgtEl>
                                          <p:spTgt spid="4100"/>
                                        </p:tgtEl>
                                        <p:attrNameLst>
                                          <p:attrName>style.visibility</p:attrName>
                                        </p:attrNameLst>
                                      </p:cBhvr>
                                      <p:to>
                                        <p:strVal val="visible"/>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grpId="0" nodeType="clickEffect">
                                  <p:stCondLst>
                                    <p:cond delay="0"/>
                                  </p:stCondLst>
                                  <p:childTnLst>
                                    <p:set>
                                      <p:cBhvr>
                                        <p:cTn id="13" dur="1" fill="hold">
                                          <p:stCondLst>
                                            <p:cond delay="499"/>
                                          </p:stCondLst>
                                        </p:cTn>
                                        <p:tgtEl>
                                          <p:spTgt spid="4105"/>
                                        </p:tgtEl>
                                        <p:attrNameLst>
                                          <p:attrName>style.visibility</p:attrName>
                                        </p:attrNameLst>
                                      </p:cBhvr>
                                      <p:to>
                                        <p:strVal val="visible"/>
                                      </p:to>
                                    </p:set>
                                  </p:childTnLst>
                                </p:cTn>
                              </p:par>
                            </p:childTnLst>
                          </p:cTn>
                        </p:par>
                        <p:par>
                          <p:cTn id="14" fill="hold" nodeType="afterGroup">
                            <p:stCondLst>
                              <p:cond delay="500"/>
                            </p:stCondLst>
                            <p:childTnLst>
                              <p:par>
                                <p:cTn id="15" presetID="1" presetClass="entr" presetSubtype="0" fill="hold" nodeType="afterEffect">
                                  <p:stCondLst>
                                    <p:cond delay="0"/>
                                  </p:stCondLst>
                                  <p:childTnLst>
                                    <p:set>
                                      <p:cBhvr>
                                        <p:cTn id="16" dur="1" fill="hold">
                                          <p:stCondLst>
                                            <p:cond delay="499"/>
                                          </p:stCondLst>
                                        </p:cTn>
                                        <p:tgtEl>
                                          <p:spTgt spid="4101"/>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4106"/>
                                        </p:tgtEl>
                                        <p:attrNameLst>
                                          <p:attrName>style.visibility</p:attrName>
                                        </p:attrNameLst>
                                      </p:cBhvr>
                                      <p:to>
                                        <p:strVal val="visible"/>
                                      </p:to>
                                    </p:set>
                                  </p:childTnLst>
                                </p:cTn>
                              </p:par>
                            </p:childTnLst>
                          </p:cTn>
                        </p:par>
                        <p:par>
                          <p:cTn id="21" fill="hold" nodeType="afterGroup">
                            <p:stCondLst>
                              <p:cond delay="500"/>
                            </p:stCondLst>
                            <p:childTnLst>
                              <p:par>
                                <p:cTn id="22" presetID="1" presetClass="entr" presetSubtype="0" fill="hold" nodeType="afterEffect">
                                  <p:stCondLst>
                                    <p:cond delay="0"/>
                                  </p:stCondLst>
                                  <p:childTnLst>
                                    <p:set>
                                      <p:cBhvr>
                                        <p:cTn id="23" dur="1" fill="hold">
                                          <p:stCondLst>
                                            <p:cond delay="499"/>
                                          </p:stCondLst>
                                        </p:cTn>
                                        <p:tgtEl>
                                          <p:spTgt spid="4102"/>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grpId="0" nodeType="clickEffect">
                                  <p:stCondLst>
                                    <p:cond delay="0"/>
                                  </p:stCondLst>
                                  <p:childTnLst>
                                    <p:set>
                                      <p:cBhvr>
                                        <p:cTn id="27" dur="1" fill="hold">
                                          <p:stCondLst>
                                            <p:cond delay="499"/>
                                          </p:stCondLst>
                                        </p:cTn>
                                        <p:tgtEl>
                                          <p:spTgt spid="4107"/>
                                        </p:tgtEl>
                                        <p:attrNameLst>
                                          <p:attrName>style.visibility</p:attrName>
                                        </p:attrNameLst>
                                      </p:cBhvr>
                                      <p:to>
                                        <p:strVal val="visible"/>
                                      </p:to>
                                    </p:set>
                                  </p:childTnLst>
                                </p:cTn>
                              </p:par>
                            </p:childTnLst>
                          </p:cTn>
                        </p:par>
                        <p:par>
                          <p:cTn id="28" fill="hold" nodeType="afterGroup">
                            <p:stCondLst>
                              <p:cond delay="500"/>
                            </p:stCondLst>
                            <p:childTnLst>
                              <p:par>
                                <p:cTn id="29" presetID="1" presetClass="entr" presetSubtype="0" fill="hold" nodeType="afterEffect">
                                  <p:stCondLst>
                                    <p:cond delay="0"/>
                                  </p:stCondLst>
                                  <p:childTnLst>
                                    <p:set>
                                      <p:cBhvr>
                                        <p:cTn id="30" dur="1" fill="hold">
                                          <p:stCondLst>
                                            <p:cond delay="499"/>
                                          </p:stCondLst>
                                        </p:cTn>
                                        <p:tgtEl>
                                          <p:spTgt spid="4103"/>
                                        </p:tgtEl>
                                        <p:attrNameLst>
                                          <p:attrName>style.visibility</p:attrName>
                                        </p:attrNameLst>
                                      </p:cBhvr>
                                      <p:to>
                                        <p:strVal val="visible"/>
                                      </p:to>
                                    </p:set>
                                  </p:childTnLst>
                                </p:cTn>
                              </p:par>
                            </p:childTnLst>
                          </p:cTn>
                        </p:par>
                        <p:par>
                          <p:cTn id="31" fill="hold" nodeType="afterGroup">
                            <p:stCondLst>
                              <p:cond delay="1000"/>
                            </p:stCondLst>
                            <p:childTnLst>
                              <p:par>
                                <p:cTn id="32" presetID="1" presetClass="entr" presetSubtype="0" fill="hold" nodeType="afterEffect">
                                  <p:stCondLst>
                                    <p:cond delay="0"/>
                                  </p:stCondLst>
                                  <p:childTnLst>
                                    <p:set>
                                      <p:cBhvr>
                                        <p:cTn id="33" dur="1" fill="hold">
                                          <p:stCondLst>
                                            <p:cond delay="499"/>
                                          </p:stCondLst>
                                        </p:cTn>
                                        <p:tgtEl>
                                          <p:spTgt spid="4110"/>
                                        </p:tgtEl>
                                        <p:attrNameLst>
                                          <p:attrName>style.visibility</p:attrName>
                                        </p:attrNameLst>
                                      </p:cBhvr>
                                      <p:to>
                                        <p:strVal val="visible"/>
                                      </p:to>
                                    </p:set>
                                  </p:childTnLst>
                                </p:cTn>
                              </p:par>
                            </p:childTnLst>
                          </p:cTn>
                        </p:par>
                      </p:childTnLst>
                    </p:cTn>
                  </p:par>
                  <p:par>
                    <p:cTn id="34" fill="hold" nodeType="clickPar">
                      <p:stCondLst>
                        <p:cond delay="indefinite"/>
                      </p:stCondLst>
                      <p:childTnLst>
                        <p:par>
                          <p:cTn id="35" fill="hold" nodeType="withGroup">
                            <p:stCondLst>
                              <p:cond delay="0"/>
                            </p:stCondLst>
                            <p:childTnLst>
                              <p:par>
                                <p:cTn id="36" presetID="9" presetClass="entr" presetSubtype="0" fill="hold" grpId="0" nodeType="clickEffect">
                                  <p:stCondLst>
                                    <p:cond delay="0"/>
                                  </p:stCondLst>
                                  <p:childTnLst>
                                    <p:set>
                                      <p:cBhvr>
                                        <p:cTn id="37" dur="1" fill="hold">
                                          <p:stCondLst>
                                            <p:cond delay="0"/>
                                          </p:stCondLst>
                                        </p:cTn>
                                        <p:tgtEl>
                                          <p:spTgt spid="4108"/>
                                        </p:tgtEl>
                                        <p:attrNameLst>
                                          <p:attrName>style.visibility</p:attrName>
                                        </p:attrNameLst>
                                      </p:cBhvr>
                                      <p:to>
                                        <p:strVal val="visible"/>
                                      </p:to>
                                    </p:set>
                                    <p:animEffect transition="in" filter="dissolve">
                                      <p:cBhvr>
                                        <p:cTn id="38" dur="500"/>
                                        <p:tgtEl>
                                          <p:spTgt spid="4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4" grpId="0" autoUpdateAnimBg="0"/>
      <p:bldP spid="4105" grpId="0" autoUpdateAnimBg="0"/>
      <p:bldP spid="4106" grpId="0" autoUpdateAnimBg="0"/>
      <p:bldP spid="4107" grpId="0" autoUpdateAnimBg="0"/>
      <p:bldP spid="4108" grpId="0" autoUpdateAnimBg="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Text Box 4">
            <a:extLst>
              <a:ext uri="{FF2B5EF4-FFF2-40B4-BE49-F238E27FC236}">
                <a16:creationId xmlns:a16="http://schemas.microsoft.com/office/drawing/2014/main" id="{4DDCAB54-990F-4009-83A1-DCAFC493BEC0}"/>
              </a:ext>
            </a:extLst>
          </p:cNvPr>
          <p:cNvSpPr txBox="1">
            <a:spLocks noChangeArrowheads="1"/>
          </p:cNvSpPr>
          <p:nvPr/>
        </p:nvSpPr>
        <p:spPr bwMode="auto">
          <a:xfrm>
            <a:off x="2667000" y="838200"/>
            <a:ext cx="5257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t>对于正整数</a:t>
            </a:r>
            <a:r>
              <a:rPr kumimoji="1" lang="en-US" altLang="zh-CN"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t>n</a:t>
            </a:r>
            <a:r>
              <a:rPr kumimoji="1" lang="zh-CN" altLang="en-US"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t>，有</a:t>
            </a:r>
          </a:p>
        </p:txBody>
      </p:sp>
      <p:graphicFrame>
        <p:nvGraphicFramePr>
          <p:cNvPr id="8195" name="Object 5">
            <a:extLst>
              <a:ext uri="{FF2B5EF4-FFF2-40B4-BE49-F238E27FC236}">
                <a16:creationId xmlns:a16="http://schemas.microsoft.com/office/drawing/2014/main" id="{50DD67B9-188B-412A-BF4A-B817507C41AD}"/>
              </a:ext>
            </a:extLst>
          </p:cNvPr>
          <p:cNvGraphicFramePr>
            <a:graphicFrameLocks noChangeAspect="1"/>
          </p:cNvGraphicFramePr>
          <p:nvPr/>
        </p:nvGraphicFramePr>
        <p:xfrm>
          <a:off x="4514850" y="4338638"/>
          <a:ext cx="114300" cy="215900"/>
        </p:xfrm>
        <a:graphic>
          <a:graphicData uri="http://schemas.openxmlformats.org/presentationml/2006/ole">
            <mc:AlternateContent xmlns:mc="http://schemas.openxmlformats.org/markup-compatibility/2006">
              <mc:Choice xmlns:v="urn:schemas-microsoft-com:vml" Requires="v">
                <p:oleObj name="Equation" r:id="rId2" imgW="114151" imgH="215619" progId="Equation.3">
                  <p:embed/>
                </p:oleObj>
              </mc:Choice>
              <mc:Fallback>
                <p:oleObj name="Equation" r:id="rId2" imgW="114151" imgH="215619" progId="Equation.3">
                  <p:embed/>
                  <p:pic>
                    <p:nvPicPr>
                      <p:cNvPr id="8195" name="Object 5">
                        <a:extLst>
                          <a:ext uri="{FF2B5EF4-FFF2-40B4-BE49-F238E27FC236}">
                            <a16:creationId xmlns:a16="http://schemas.microsoft.com/office/drawing/2014/main" id="{50DD67B9-188B-412A-BF4A-B817507C41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4850" y="4338638"/>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96" name="Text Box 6">
            <a:extLst>
              <a:ext uri="{FF2B5EF4-FFF2-40B4-BE49-F238E27FC236}">
                <a16:creationId xmlns:a16="http://schemas.microsoft.com/office/drawing/2014/main" id="{AD2C8C7C-B835-4393-AF6A-B01ADEB1FDDA}"/>
              </a:ext>
            </a:extLst>
          </p:cNvPr>
          <p:cNvSpPr txBox="1">
            <a:spLocks noChangeArrowheads="1"/>
          </p:cNvSpPr>
          <p:nvPr/>
        </p:nvSpPr>
        <p:spPr bwMode="auto">
          <a:xfrm>
            <a:off x="5410200" y="533400"/>
            <a:ext cx="3429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zh-CN" sz="32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graphicFrame>
        <p:nvGraphicFramePr>
          <p:cNvPr id="5127" name="Object 7">
            <a:extLst>
              <a:ext uri="{FF2B5EF4-FFF2-40B4-BE49-F238E27FC236}">
                <a16:creationId xmlns:a16="http://schemas.microsoft.com/office/drawing/2014/main" id="{5B2F61A0-3B05-4504-878F-A6EBE66F7AB4}"/>
              </a:ext>
            </a:extLst>
          </p:cNvPr>
          <p:cNvGraphicFramePr>
            <a:graphicFrameLocks noChangeAspect="1"/>
          </p:cNvGraphicFramePr>
          <p:nvPr/>
        </p:nvGraphicFramePr>
        <p:xfrm>
          <a:off x="2438400" y="1524000"/>
          <a:ext cx="3581400" cy="990600"/>
        </p:xfrm>
        <a:graphic>
          <a:graphicData uri="http://schemas.openxmlformats.org/presentationml/2006/ole">
            <mc:AlternateContent xmlns:mc="http://schemas.openxmlformats.org/markup-compatibility/2006">
              <mc:Choice xmlns:v="urn:schemas-microsoft-com:vml" Requires="v">
                <p:oleObj name="Equation" r:id="rId4" imgW="1435026" imgH="444588" progId="Equation.3">
                  <p:embed/>
                </p:oleObj>
              </mc:Choice>
              <mc:Fallback>
                <p:oleObj name="Equation" r:id="rId4" imgW="1435026" imgH="444588" progId="Equation.3">
                  <p:embed/>
                  <p:pic>
                    <p:nvPicPr>
                      <p:cNvPr id="5127" name="Object 7">
                        <a:extLst>
                          <a:ext uri="{FF2B5EF4-FFF2-40B4-BE49-F238E27FC236}">
                            <a16:creationId xmlns:a16="http://schemas.microsoft.com/office/drawing/2014/main" id="{5B2F61A0-3B05-4504-878F-A6EBE66F7AB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38400" y="1524000"/>
                        <a:ext cx="35814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28" name="Text Box 8">
            <a:extLst>
              <a:ext uri="{FF2B5EF4-FFF2-40B4-BE49-F238E27FC236}">
                <a16:creationId xmlns:a16="http://schemas.microsoft.com/office/drawing/2014/main" id="{9ED2D03B-921D-4FCD-8F30-615744C9AA21}"/>
              </a:ext>
            </a:extLst>
          </p:cNvPr>
          <p:cNvSpPr txBox="1">
            <a:spLocks noChangeArrowheads="1"/>
          </p:cNvSpPr>
          <p:nvPr/>
        </p:nvSpPr>
        <p:spPr bwMode="auto">
          <a:xfrm>
            <a:off x="533400" y="2846388"/>
            <a:ext cx="8458200" cy="523875"/>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Courier New" pitchFamily="49" charset="0"/>
              </a:rPr>
              <a:t>证明：将                 的两边对</a:t>
            </a:r>
            <a:r>
              <a:rPr kumimoji="1" lang="en-US" altLang="zh-CN"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Courier New" pitchFamily="49" charset="0"/>
              </a:rPr>
              <a:t>x</a:t>
            </a:r>
            <a:r>
              <a:rPr kumimoji="1" lang="zh-CN" altLang="en-US"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Courier New" pitchFamily="49" charset="0"/>
              </a:rPr>
              <a:t>微分得</a:t>
            </a:r>
          </a:p>
        </p:txBody>
      </p:sp>
      <p:graphicFrame>
        <p:nvGraphicFramePr>
          <p:cNvPr id="5129" name="Object 9">
            <a:extLst>
              <a:ext uri="{FF2B5EF4-FFF2-40B4-BE49-F238E27FC236}">
                <a16:creationId xmlns:a16="http://schemas.microsoft.com/office/drawing/2014/main" id="{C179E258-5B3B-407F-8CC7-91C8C2611A36}"/>
              </a:ext>
            </a:extLst>
          </p:cNvPr>
          <p:cNvGraphicFramePr>
            <a:graphicFrameLocks noChangeAspect="1"/>
          </p:cNvGraphicFramePr>
          <p:nvPr/>
        </p:nvGraphicFramePr>
        <p:xfrm>
          <a:off x="2224088" y="2667000"/>
          <a:ext cx="2741612" cy="1006475"/>
        </p:xfrm>
        <a:graphic>
          <a:graphicData uri="http://schemas.openxmlformats.org/presentationml/2006/ole">
            <mc:AlternateContent xmlns:mc="http://schemas.openxmlformats.org/markup-compatibility/2006">
              <mc:Choice xmlns:v="urn:schemas-microsoft-com:vml" Requires="v">
                <p:oleObj name="公式" r:id="rId6" imgW="1244600" imgH="457200" progId="Equation.3">
                  <p:embed/>
                </p:oleObj>
              </mc:Choice>
              <mc:Fallback>
                <p:oleObj name="公式" r:id="rId6" imgW="1244600" imgH="457200" progId="Equation.3">
                  <p:embed/>
                  <p:pic>
                    <p:nvPicPr>
                      <p:cNvPr id="5129" name="Object 9">
                        <a:extLst>
                          <a:ext uri="{FF2B5EF4-FFF2-40B4-BE49-F238E27FC236}">
                            <a16:creationId xmlns:a16="http://schemas.microsoft.com/office/drawing/2014/main" id="{C179E258-5B3B-407F-8CC7-91C8C2611A36}"/>
                          </a:ext>
                        </a:extLst>
                      </p:cNvPr>
                      <p:cNvPicPr>
                        <a:picLocks noChangeAspect="1" noChangeArrowheads="1"/>
                      </p:cNvPicPr>
                      <p:nvPr/>
                    </p:nvPicPr>
                    <p:blipFill>
                      <a:blip r:embed="rId7">
                        <a:grayscl/>
                        <a:extLst>
                          <a:ext uri="{28A0092B-C50C-407E-A947-70E740481C1C}">
                            <a14:useLocalDpi xmlns:a14="http://schemas.microsoft.com/office/drawing/2010/main" val="0"/>
                          </a:ext>
                        </a:extLst>
                      </a:blip>
                      <a:srcRect/>
                      <a:stretch>
                        <a:fillRect/>
                      </a:stretch>
                    </p:blipFill>
                    <p:spPr bwMode="auto">
                      <a:xfrm>
                        <a:off x="2224088" y="2667000"/>
                        <a:ext cx="2741612" cy="1006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00" name="Object 10">
            <a:extLst>
              <a:ext uri="{FF2B5EF4-FFF2-40B4-BE49-F238E27FC236}">
                <a16:creationId xmlns:a16="http://schemas.microsoft.com/office/drawing/2014/main" id="{73ABCC34-80B1-4A47-8BDA-CE52E07FD9FB}"/>
              </a:ext>
            </a:extLst>
          </p:cNvPr>
          <p:cNvGraphicFramePr>
            <a:graphicFrameLocks noChangeAspect="1"/>
          </p:cNvGraphicFramePr>
          <p:nvPr/>
        </p:nvGraphicFramePr>
        <p:xfrm>
          <a:off x="4514850" y="4338638"/>
          <a:ext cx="114300" cy="215900"/>
        </p:xfrm>
        <a:graphic>
          <a:graphicData uri="http://schemas.openxmlformats.org/presentationml/2006/ole">
            <mc:AlternateContent xmlns:mc="http://schemas.openxmlformats.org/markup-compatibility/2006">
              <mc:Choice xmlns:v="urn:schemas-microsoft-com:vml" Requires="v">
                <p:oleObj name="Equation" r:id="rId8" imgW="114151" imgH="215619" progId="Equation.3">
                  <p:embed/>
                </p:oleObj>
              </mc:Choice>
              <mc:Fallback>
                <p:oleObj name="Equation" r:id="rId8" imgW="114151" imgH="215619" progId="Equation.3">
                  <p:embed/>
                  <p:pic>
                    <p:nvPicPr>
                      <p:cNvPr id="8200" name="Object 10">
                        <a:extLst>
                          <a:ext uri="{FF2B5EF4-FFF2-40B4-BE49-F238E27FC236}">
                            <a16:creationId xmlns:a16="http://schemas.microsoft.com/office/drawing/2014/main" id="{73ABCC34-80B1-4A47-8BDA-CE52E07FD9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4850" y="4338638"/>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01" name="Object 11">
            <a:extLst>
              <a:ext uri="{FF2B5EF4-FFF2-40B4-BE49-F238E27FC236}">
                <a16:creationId xmlns:a16="http://schemas.microsoft.com/office/drawing/2014/main" id="{227855BE-CA4A-472C-AAD1-444F02285A93}"/>
              </a:ext>
            </a:extLst>
          </p:cNvPr>
          <p:cNvGraphicFramePr>
            <a:graphicFrameLocks noChangeAspect="1"/>
          </p:cNvGraphicFramePr>
          <p:nvPr/>
        </p:nvGraphicFramePr>
        <p:xfrm>
          <a:off x="4514850" y="4338638"/>
          <a:ext cx="114300" cy="215900"/>
        </p:xfrm>
        <a:graphic>
          <a:graphicData uri="http://schemas.openxmlformats.org/presentationml/2006/ole">
            <mc:AlternateContent xmlns:mc="http://schemas.openxmlformats.org/markup-compatibility/2006">
              <mc:Choice xmlns:v="urn:schemas-microsoft-com:vml" Requires="v">
                <p:oleObj name="Equation" r:id="rId9" imgW="114151" imgH="215619" progId="Equation.3">
                  <p:embed/>
                </p:oleObj>
              </mc:Choice>
              <mc:Fallback>
                <p:oleObj name="Equation" r:id="rId9" imgW="114151" imgH="215619" progId="Equation.3">
                  <p:embed/>
                  <p:pic>
                    <p:nvPicPr>
                      <p:cNvPr id="8201" name="Object 11">
                        <a:extLst>
                          <a:ext uri="{FF2B5EF4-FFF2-40B4-BE49-F238E27FC236}">
                            <a16:creationId xmlns:a16="http://schemas.microsoft.com/office/drawing/2014/main" id="{227855BE-CA4A-472C-AAD1-444F02285A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4850" y="4338638"/>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02" name="Object 12">
            <a:extLst>
              <a:ext uri="{FF2B5EF4-FFF2-40B4-BE49-F238E27FC236}">
                <a16:creationId xmlns:a16="http://schemas.microsoft.com/office/drawing/2014/main" id="{116518E6-B1CE-4C4E-8889-F51ACACA0CC6}"/>
              </a:ext>
            </a:extLst>
          </p:cNvPr>
          <p:cNvGraphicFramePr>
            <a:graphicFrameLocks noChangeAspect="1"/>
          </p:cNvGraphicFramePr>
          <p:nvPr/>
        </p:nvGraphicFramePr>
        <p:xfrm>
          <a:off x="5638800" y="4751388"/>
          <a:ext cx="114300" cy="215900"/>
        </p:xfrm>
        <a:graphic>
          <a:graphicData uri="http://schemas.openxmlformats.org/presentationml/2006/ole">
            <mc:AlternateContent xmlns:mc="http://schemas.openxmlformats.org/markup-compatibility/2006">
              <mc:Choice xmlns:v="urn:schemas-microsoft-com:vml" Requires="v">
                <p:oleObj name="Equation" r:id="rId10" imgW="114151" imgH="215619" progId="Equation.3">
                  <p:embed/>
                </p:oleObj>
              </mc:Choice>
              <mc:Fallback>
                <p:oleObj name="Equation" r:id="rId10" imgW="114151" imgH="215619" progId="Equation.3">
                  <p:embed/>
                  <p:pic>
                    <p:nvPicPr>
                      <p:cNvPr id="8202" name="Object 12">
                        <a:extLst>
                          <a:ext uri="{FF2B5EF4-FFF2-40B4-BE49-F238E27FC236}">
                            <a16:creationId xmlns:a16="http://schemas.microsoft.com/office/drawing/2014/main" id="{116518E6-B1CE-4C4E-8889-F51ACACA0C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8800" y="4751388"/>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33" name="Object 13">
            <a:extLst>
              <a:ext uri="{FF2B5EF4-FFF2-40B4-BE49-F238E27FC236}">
                <a16:creationId xmlns:a16="http://schemas.microsoft.com/office/drawing/2014/main" id="{AF0CED6A-2CC9-4E88-AEA7-ED3FE23656BB}"/>
              </a:ext>
            </a:extLst>
          </p:cNvPr>
          <p:cNvGraphicFramePr>
            <a:graphicFrameLocks noChangeAspect="1"/>
          </p:cNvGraphicFramePr>
          <p:nvPr/>
        </p:nvGraphicFramePr>
        <p:xfrm>
          <a:off x="2895600" y="3502025"/>
          <a:ext cx="3263900" cy="993775"/>
        </p:xfrm>
        <a:graphic>
          <a:graphicData uri="http://schemas.openxmlformats.org/presentationml/2006/ole">
            <mc:AlternateContent xmlns:mc="http://schemas.openxmlformats.org/markup-compatibility/2006">
              <mc:Choice xmlns:v="urn:schemas-microsoft-com:vml" Requires="v">
                <p:oleObj name="公式" r:id="rId11" imgW="1479612" imgH="444588" progId="Equation.3">
                  <p:embed/>
                </p:oleObj>
              </mc:Choice>
              <mc:Fallback>
                <p:oleObj name="公式" r:id="rId11" imgW="1479612" imgH="444588" progId="Equation.3">
                  <p:embed/>
                  <p:pic>
                    <p:nvPicPr>
                      <p:cNvPr id="5133" name="Object 13">
                        <a:extLst>
                          <a:ext uri="{FF2B5EF4-FFF2-40B4-BE49-F238E27FC236}">
                            <a16:creationId xmlns:a16="http://schemas.microsoft.com/office/drawing/2014/main" id="{AF0CED6A-2CC9-4E88-AEA7-ED3FE23656BB}"/>
                          </a:ext>
                        </a:extLst>
                      </p:cNvPr>
                      <p:cNvPicPr>
                        <a:picLocks noChangeAspect="1" noChangeArrowheads="1"/>
                      </p:cNvPicPr>
                      <p:nvPr/>
                    </p:nvPicPr>
                    <p:blipFill>
                      <a:blip r:embed="rId12">
                        <a:grayscl/>
                        <a:biLevel thresh="50000"/>
                        <a:extLst>
                          <a:ext uri="{28A0092B-C50C-407E-A947-70E740481C1C}">
                            <a14:useLocalDpi xmlns:a14="http://schemas.microsoft.com/office/drawing/2010/main" val="0"/>
                          </a:ext>
                        </a:extLst>
                      </a:blip>
                      <a:srcRect/>
                      <a:stretch>
                        <a:fillRect/>
                      </a:stretch>
                    </p:blipFill>
                    <p:spPr bwMode="auto">
                      <a:xfrm>
                        <a:off x="2895600" y="3502025"/>
                        <a:ext cx="3263900" cy="993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34" name="Text Box 14">
            <a:extLst>
              <a:ext uri="{FF2B5EF4-FFF2-40B4-BE49-F238E27FC236}">
                <a16:creationId xmlns:a16="http://schemas.microsoft.com/office/drawing/2014/main" id="{69FCCB36-CB64-41AB-8E76-9FCFE95E7C9A}"/>
              </a:ext>
            </a:extLst>
          </p:cNvPr>
          <p:cNvSpPr txBox="1">
            <a:spLocks noChangeArrowheads="1"/>
          </p:cNvSpPr>
          <p:nvPr/>
        </p:nvSpPr>
        <p:spPr bwMode="auto">
          <a:xfrm>
            <a:off x="533400" y="4535488"/>
            <a:ext cx="7848600" cy="1169987"/>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Courier New" pitchFamily="49" charset="0"/>
              </a:rPr>
              <a:t>将上式两端同乘以</a:t>
            </a:r>
            <a:r>
              <a:rPr kumimoji="1" lang="en-US" altLang="zh-CN"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Courier New" pitchFamily="49" charset="0"/>
              </a:rPr>
              <a:t>x</a:t>
            </a:r>
            <a:r>
              <a:rPr kumimoji="1" lang="zh-CN" altLang="en-US"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Courier New" pitchFamily="49" charset="0"/>
              </a:rPr>
              <a:t>后再对</a:t>
            </a:r>
            <a:r>
              <a:rPr kumimoji="1" lang="en-US" altLang="zh-CN"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Courier New" pitchFamily="49" charset="0"/>
              </a:rPr>
              <a:t>x</a:t>
            </a:r>
            <a:r>
              <a:rPr kumimoji="1" lang="zh-CN" altLang="en-US"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Courier New" pitchFamily="49" charset="0"/>
              </a:rPr>
              <a:t>微分得    </a:t>
            </a:r>
            <a:endParaRPr kumimoji="1" lang="en-US" altLang="zh-CN"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Courier New" pitchFamily="49" charset="0"/>
            </a:endParaRP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Courier New" pitchFamily="49" charset="0"/>
              </a:rPr>
              <a:t>                                      </a:t>
            </a:r>
            <a:endParaRPr kumimoji="1" lang="en-US" altLang="zh-CN"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graphicFrame>
        <p:nvGraphicFramePr>
          <p:cNvPr id="5135" name="Object 15">
            <a:extLst>
              <a:ext uri="{FF2B5EF4-FFF2-40B4-BE49-F238E27FC236}">
                <a16:creationId xmlns:a16="http://schemas.microsoft.com/office/drawing/2014/main" id="{2C8445C6-A006-444E-8E87-D315B5292D7B}"/>
              </a:ext>
            </a:extLst>
          </p:cNvPr>
          <p:cNvGraphicFramePr>
            <a:graphicFrameLocks noChangeAspect="1"/>
          </p:cNvGraphicFramePr>
          <p:nvPr/>
        </p:nvGraphicFramePr>
        <p:xfrm>
          <a:off x="838200" y="5029200"/>
          <a:ext cx="6096000" cy="989013"/>
        </p:xfrm>
        <a:graphic>
          <a:graphicData uri="http://schemas.openxmlformats.org/presentationml/2006/ole">
            <mc:AlternateContent xmlns:mc="http://schemas.openxmlformats.org/markup-compatibility/2006">
              <mc:Choice xmlns:v="urn:schemas-microsoft-com:vml" Requires="v">
                <p:oleObj name="Equation" r:id="rId13" imgW="2819400" imgH="457200" progId="Equation.3">
                  <p:embed/>
                </p:oleObj>
              </mc:Choice>
              <mc:Fallback>
                <p:oleObj name="Equation" r:id="rId13" imgW="2819400" imgH="457200" progId="Equation.3">
                  <p:embed/>
                  <p:pic>
                    <p:nvPicPr>
                      <p:cNvPr id="5135" name="Object 15">
                        <a:extLst>
                          <a:ext uri="{FF2B5EF4-FFF2-40B4-BE49-F238E27FC236}">
                            <a16:creationId xmlns:a16="http://schemas.microsoft.com/office/drawing/2014/main" id="{2C8445C6-A006-444E-8E87-D315B5292D7B}"/>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38200" y="5029200"/>
                        <a:ext cx="6096000" cy="989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37" name="Text Box 17">
            <a:extLst>
              <a:ext uri="{FF2B5EF4-FFF2-40B4-BE49-F238E27FC236}">
                <a16:creationId xmlns:a16="http://schemas.microsoft.com/office/drawing/2014/main" id="{D6A6861E-F8AB-45ED-A1A2-07BEDA8F2807}"/>
              </a:ext>
            </a:extLst>
          </p:cNvPr>
          <p:cNvSpPr txBox="1">
            <a:spLocks noChangeArrowheads="1"/>
          </p:cNvSpPr>
          <p:nvPr/>
        </p:nvSpPr>
        <p:spPr bwMode="auto">
          <a:xfrm>
            <a:off x="609600" y="6029325"/>
            <a:ext cx="7315200" cy="523875"/>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令上式中的</a:t>
            </a:r>
            <a:r>
              <a:rPr kumimoji="1" lang="en-US" altLang="zh-CN" sz="28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x=1</a:t>
            </a:r>
            <a:r>
              <a:rPr kumimoji="1" lang="zh-CN" altLang="en-US" sz="28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得恒等式</a:t>
            </a:r>
            <a:r>
              <a:rPr kumimoji="1" lang="en-US" altLang="zh-CN" sz="28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4</a:t>
            </a:r>
          </a:p>
        </p:txBody>
      </p:sp>
      <p:sp>
        <p:nvSpPr>
          <p:cNvPr id="18" name="矩形 17">
            <a:extLst>
              <a:ext uri="{FF2B5EF4-FFF2-40B4-BE49-F238E27FC236}">
                <a16:creationId xmlns:a16="http://schemas.microsoft.com/office/drawing/2014/main" id="{2108DC00-0DFE-4709-8741-B31F29B0ADE0}"/>
              </a:ext>
            </a:extLst>
          </p:cNvPr>
          <p:cNvSpPr/>
          <p:nvPr/>
        </p:nvSpPr>
        <p:spPr>
          <a:xfrm>
            <a:off x="381000" y="457200"/>
            <a:ext cx="2377574" cy="830997"/>
          </a:xfrm>
          <a:prstGeom prst="rect">
            <a:avLst/>
          </a:prstGeom>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4800" b="1" i="0" u="none" strike="noStrike" kern="1200" cap="none" spc="50" normalizeH="0" baseline="0" noProof="0" dirty="0">
                <a:ln w="11430"/>
                <a:gradFill>
                  <a:gsLst>
                    <a:gs pos="25000">
                      <a:srgbClr val="438086">
                        <a:satMod val="155000"/>
                      </a:srgbClr>
                    </a:gs>
                    <a:gs pos="100000">
                      <a:srgbClr val="438086">
                        <a:shade val="45000"/>
                        <a:satMod val="165000"/>
                      </a:srgbClr>
                    </a:gs>
                  </a:gsLst>
                  <a:lin ang="5400000"/>
                </a:gradFill>
                <a:effectLst/>
                <a:uLnTx/>
                <a:uFillTx/>
                <a:latin typeface="宋体" pitchFamily="2" charset="-122"/>
                <a:ea typeface="宋体" panose="02010600030101010101" pitchFamily="2" charset="-122"/>
                <a:cs typeface="+mn-cs"/>
              </a:rPr>
              <a:t>恒等式</a:t>
            </a:r>
            <a:r>
              <a:rPr kumimoji="1" lang="en-US" altLang="zh-CN" sz="4800" b="1" i="0" u="none" strike="noStrike" kern="1200" cap="none" spc="50" normalizeH="0" baseline="0" noProof="0" dirty="0">
                <a:ln w="11430"/>
                <a:gradFill>
                  <a:gsLst>
                    <a:gs pos="25000">
                      <a:srgbClr val="438086">
                        <a:satMod val="155000"/>
                      </a:srgbClr>
                    </a:gs>
                    <a:gs pos="100000">
                      <a:srgbClr val="438086">
                        <a:shade val="45000"/>
                        <a:satMod val="165000"/>
                      </a:srgbClr>
                    </a:gs>
                  </a:gsLst>
                  <a:lin ang="5400000"/>
                </a:gradFill>
                <a:effectLst/>
                <a:uLnTx/>
                <a:uFillTx/>
                <a:latin typeface="宋体" pitchFamily="2" charset="-122"/>
                <a:ea typeface="宋体" panose="02010600030101010101" pitchFamily="2" charset="-122"/>
                <a:cs typeface="+mn-cs"/>
              </a:rPr>
              <a:t>4</a:t>
            </a:r>
            <a:endParaRPr kumimoji="1" lang="zh-CN" altLang="en-US" sz="4800" b="1" i="0" u="none" strike="noStrike" kern="1200" cap="none" spc="50" normalizeH="0" baseline="0" noProof="0" dirty="0">
              <a:ln w="11430"/>
              <a:gradFill>
                <a:gsLst>
                  <a:gs pos="25000">
                    <a:srgbClr val="438086">
                      <a:satMod val="155000"/>
                    </a:srgbClr>
                  </a:gs>
                  <a:gs pos="100000">
                    <a:srgbClr val="438086">
                      <a:shade val="45000"/>
                      <a:satMod val="165000"/>
                    </a:srgbClr>
                  </a:gs>
                </a:gsLst>
                <a:lin ang="5400000"/>
              </a:gradFill>
              <a:effectLst/>
              <a:uLnTx/>
              <a:uFillTx/>
              <a:latin typeface="Times New Roman" panose="02020603050405020304" pitchFamily="18" charset="0"/>
              <a:ea typeface="宋体" panose="02010600030101010101" pitchFamily="2" charset="-122"/>
              <a:cs typeface="+mn-cs"/>
            </a:endParaRPr>
          </a:p>
        </p:txBody>
      </p:sp>
      <p:sp>
        <p:nvSpPr>
          <p:cNvPr id="19" name="矩形 18">
            <a:extLst>
              <a:ext uri="{FF2B5EF4-FFF2-40B4-BE49-F238E27FC236}">
                <a16:creationId xmlns:a16="http://schemas.microsoft.com/office/drawing/2014/main" id="{5106E615-A6F6-4B96-ADB4-239144034649}"/>
              </a:ext>
            </a:extLst>
          </p:cNvPr>
          <p:cNvSpPr/>
          <p:nvPr/>
        </p:nvSpPr>
        <p:spPr>
          <a:xfrm>
            <a:off x="7315200" y="5334000"/>
            <a:ext cx="1620838" cy="58420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Courier New" pitchFamily="49" charset="0"/>
              </a:rPr>
              <a:t>(1.26)</a:t>
            </a:r>
            <a:r>
              <a:rPr kumimoji="1" lang="en-US" altLang="zh-CN" sz="32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endParaRPr kumimoji="1" lang="zh-CN" altLang="en-US" sz="32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124"/>
                                        </p:tgtEl>
                                        <p:attrNameLst>
                                          <p:attrName>style.visibility</p:attrName>
                                        </p:attrNameLst>
                                      </p:cBhvr>
                                      <p:to>
                                        <p:strVal val="visible"/>
                                      </p:to>
                                    </p:set>
                                  </p:childTnLst>
                                </p:cTn>
                              </p:par>
                            </p:childTnLst>
                          </p:cTn>
                        </p:par>
                        <p:par>
                          <p:cTn id="7" fill="hold" nodeType="afterGroup">
                            <p:stCondLst>
                              <p:cond delay="500"/>
                            </p:stCondLst>
                            <p:childTnLst>
                              <p:par>
                                <p:cTn id="8" presetID="1" presetClass="entr" presetSubtype="0" fill="hold" nodeType="afterEffect">
                                  <p:stCondLst>
                                    <p:cond delay="0"/>
                                  </p:stCondLst>
                                  <p:childTnLst>
                                    <p:set>
                                      <p:cBhvr>
                                        <p:cTn id="9" dur="1" fill="hold">
                                          <p:stCondLst>
                                            <p:cond delay="499"/>
                                          </p:stCondLst>
                                        </p:cTn>
                                        <p:tgtEl>
                                          <p:spTgt spid="5127"/>
                                        </p:tgtEl>
                                        <p:attrNameLst>
                                          <p:attrName>style.visibility</p:attrName>
                                        </p:attrNameLst>
                                      </p:cBhvr>
                                      <p:to>
                                        <p:strVal val="visible"/>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grpId="0" nodeType="clickEffect">
                                  <p:stCondLst>
                                    <p:cond delay="0"/>
                                  </p:stCondLst>
                                  <p:childTnLst>
                                    <p:set>
                                      <p:cBhvr>
                                        <p:cTn id="13" dur="1" fill="hold">
                                          <p:stCondLst>
                                            <p:cond delay="499"/>
                                          </p:stCondLst>
                                        </p:cTn>
                                        <p:tgtEl>
                                          <p:spTgt spid="5128"/>
                                        </p:tgtEl>
                                        <p:attrNameLst>
                                          <p:attrName>style.visibility</p:attrName>
                                        </p:attrNameLst>
                                      </p:cBhvr>
                                      <p:to>
                                        <p:strVal val="visible"/>
                                      </p:to>
                                    </p:set>
                                  </p:childTnLst>
                                </p:cTn>
                              </p:par>
                            </p:childTnLst>
                          </p:cTn>
                        </p:par>
                        <p:par>
                          <p:cTn id="14" fill="hold" nodeType="afterGroup">
                            <p:stCondLst>
                              <p:cond delay="500"/>
                            </p:stCondLst>
                            <p:childTnLst>
                              <p:par>
                                <p:cTn id="15" presetID="1" presetClass="entr" presetSubtype="0" fill="hold" nodeType="afterEffect">
                                  <p:stCondLst>
                                    <p:cond delay="0"/>
                                  </p:stCondLst>
                                  <p:childTnLst>
                                    <p:set>
                                      <p:cBhvr>
                                        <p:cTn id="16" dur="1" fill="hold">
                                          <p:stCondLst>
                                            <p:cond delay="499"/>
                                          </p:stCondLst>
                                        </p:cTn>
                                        <p:tgtEl>
                                          <p:spTgt spid="5129"/>
                                        </p:tgtEl>
                                        <p:attrNameLst>
                                          <p:attrName>style.visibility</p:attrName>
                                        </p:attrNameLst>
                                      </p:cBhvr>
                                      <p:to>
                                        <p:strVal val="visible"/>
                                      </p:to>
                                    </p:set>
                                  </p:childTnLst>
                                </p:cTn>
                              </p:par>
                            </p:childTnLst>
                          </p:cTn>
                        </p:par>
                        <p:par>
                          <p:cTn id="17" fill="hold" nodeType="afterGroup">
                            <p:stCondLst>
                              <p:cond delay="1000"/>
                            </p:stCondLst>
                            <p:childTnLst>
                              <p:par>
                                <p:cTn id="18" presetID="1" presetClass="entr" presetSubtype="0" fill="hold" nodeType="afterEffect">
                                  <p:stCondLst>
                                    <p:cond delay="0"/>
                                  </p:stCondLst>
                                  <p:childTnLst>
                                    <p:set>
                                      <p:cBhvr>
                                        <p:cTn id="19" dur="1" fill="hold">
                                          <p:stCondLst>
                                            <p:cond delay="499"/>
                                          </p:stCondLst>
                                        </p:cTn>
                                        <p:tgtEl>
                                          <p:spTgt spid="5133"/>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grpId="0" nodeType="clickEffect">
                                  <p:stCondLst>
                                    <p:cond delay="0"/>
                                  </p:stCondLst>
                                  <p:childTnLst>
                                    <p:set>
                                      <p:cBhvr>
                                        <p:cTn id="23" dur="1" fill="hold">
                                          <p:stCondLst>
                                            <p:cond delay="499"/>
                                          </p:stCondLst>
                                        </p:cTn>
                                        <p:tgtEl>
                                          <p:spTgt spid="5134"/>
                                        </p:tgtEl>
                                        <p:attrNameLst>
                                          <p:attrName>style.visibility</p:attrName>
                                        </p:attrNameLst>
                                      </p:cBhvr>
                                      <p:to>
                                        <p:strVal val="visible"/>
                                      </p:to>
                                    </p:set>
                                  </p:childTnLst>
                                </p:cTn>
                              </p:par>
                            </p:childTnLst>
                          </p:cTn>
                        </p:par>
                        <p:par>
                          <p:cTn id="24" fill="hold" nodeType="afterGroup">
                            <p:stCondLst>
                              <p:cond delay="500"/>
                            </p:stCondLst>
                            <p:childTnLst>
                              <p:par>
                                <p:cTn id="25" presetID="1" presetClass="entr" presetSubtype="0" fill="hold" nodeType="afterEffect">
                                  <p:stCondLst>
                                    <p:cond delay="0"/>
                                  </p:stCondLst>
                                  <p:childTnLst>
                                    <p:set>
                                      <p:cBhvr>
                                        <p:cTn id="26" dur="1" fill="hold">
                                          <p:stCondLst>
                                            <p:cond delay="499"/>
                                          </p:stCondLst>
                                        </p:cTn>
                                        <p:tgtEl>
                                          <p:spTgt spid="5135"/>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6" presetClass="entr" presetSubtype="42" fill="hold" grpId="0" nodeType="clickEffect">
                                  <p:stCondLst>
                                    <p:cond delay="0"/>
                                  </p:stCondLst>
                                  <p:childTnLst>
                                    <p:set>
                                      <p:cBhvr>
                                        <p:cTn id="30" dur="1" fill="hold">
                                          <p:stCondLst>
                                            <p:cond delay="0"/>
                                          </p:stCondLst>
                                        </p:cTn>
                                        <p:tgtEl>
                                          <p:spTgt spid="5137"/>
                                        </p:tgtEl>
                                        <p:attrNameLst>
                                          <p:attrName>style.visibility</p:attrName>
                                        </p:attrNameLst>
                                      </p:cBhvr>
                                      <p:to>
                                        <p:strVal val="visible"/>
                                      </p:to>
                                    </p:set>
                                    <p:animEffect transition="in" filter="barn(outHorizontal)">
                                      <p:cBhvr>
                                        <p:cTn id="31" dur="500"/>
                                        <p:tgtEl>
                                          <p:spTgt spid="51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4" grpId="0" autoUpdateAnimBg="0"/>
      <p:bldP spid="5128" grpId="0" autoUpdateAnimBg="0"/>
      <p:bldP spid="5134" grpId="0" autoUpdateAnimBg="0"/>
      <p:bldP spid="5137" grpId="0"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071792C3-4690-4750-9351-82D03BBF4E3A}"/>
              </a:ext>
            </a:extLst>
          </p:cNvPr>
          <p:cNvSpPr>
            <a:spLocks noChangeArrowheads="1"/>
          </p:cNvSpPr>
          <p:nvPr/>
        </p:nvSpPr>
        <p:spPr bwMode="auto">
          <a:xfrm>
            <a:off x="1066800" y="2667000"/>
            <a:ext cx="67818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a:t>
            </a:r>
          </a:p>
          <a:p>
            <a:pPr marL="0" marR="0" lvl="0" indent="0" algn="just"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0000CC"/>
                </a:solidFill>
                <a:effectLst/>
                <a:uLnTx/>
                <a:uFillTx/>
                <a:latin typeface="宋体" panose="02010600030101010101" pitchFamily="2" charset="-122"/>
                <a:ea typeface="宋体" panose="02010600030101010101" pitchFamily="2" charset="-122"/>
                <a:cs typeface="+mn-cs"/>
              </a:rPr>
              <a:t>证明：</a:t>
            </a:r>
            <a:r>
              <a:rPr kumimoji="1" lang="zh-CN" altLang="en-US" sz="28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只需在式</a:t>
            </a:r>
            <a:r>
              <a:rPr kumimoji="1" lang="en-US" altLang="zh-CN" sz="28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(1.26)</a:t>
            </a:r>
            <a:r>
              <a:rPr kumimoji="1" lang="zh-CN" altLang="en-US" sz="28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中令</a:t>
            </a:r>
            <a:r>
              <a:rPr kumimoji="1" lang="en-US" altLang="zh-CN" sz="28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x=-1</a:t>
            </a:r>
            <a:r>
              <a:rPr kumimoji="1" lang="zh-CN" altLang="en-US" sz="28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a:t>
            </a:r>
          </a:p>
          <a:p>
            <a:pPr marL="0" marR="0" lvl="0" indent="0" algn="just" defTabSz="914400" rtl="0" eaLnBrk="0" fontAlgn="base" latinLnBrk="0" hangingPunct="0">
              <a:lnSpc>
                <a:spcPct val="100000"/>
              </a:lnSpc>
              <a:spcBef>
                <a:spcPct val="0"/>
              </a:spcBef>
              <a:spcAft>
                <a:spcPct val="0"/>
              </a:spcAft>
              <a:buClrTx/>
              <a:buSzTx/>
              <a:buFontTx/>
              <a:buNone/>
              <a:tabLst/>
              <a:defRPr/>
            </a:pPr>
            <a:r>
              <a:rPr kumimoji="1" lang="zh-CN" altLang="en-US" sz="28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即得式</a:t>
            </a:r>
            <a:r>
              <a:rPr kumimoji="1" lang="en-US" altLang="zh-CN" sz="28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(1.27)</a:t>
            </a:r>
            <a:r>
              <a:rPr kumimoji="1" lang="zh-CN" altLang="en-US" sz="28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altLang="zh-CN" sz="32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9219" name="Rectangle 3">
            <a:extLst>
              <a:ext uri="{FF2B5EF4-FFF2-40B4-BE49-F238E27FC236}">
                <a16:creationId xmlns:a16="http://schemas.microsoft.com/office/drawing/2014/main" id="{742E2A3B-00BB-4750-B79A-E21D2B25BAD6}"/>
              </a:ext>
            </a:extLst>
          </p:cNvPr>
          <p:cNvSpPr>
            <a:spLocks noChangeArrowheads="1"/>
          </p:cNvSpPr>
          <p:nvPr/>
        </p:nvSpPr>
        <p:spPr bwMode="auto">
          <a:xfrm>
            <a:off x="0" y="2379663"/>
            <a:ext cx="91440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10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a:t>
            </a:r>
            <a:endParaRPr kumimoji="1" lang="en-US" altLang="zh-CN" sz="32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6150" name="Text Box 6">
            <a:extLst>
              <a:ext uri="{FF2B5EF4-FFF2-40B4-BE49-F238E27FC236}">
                <a16:creationId xmlns:a16="http://schemas.microsoft.com/office/drawing/2014/main" id="{6A6A6EC1-1C90-428D-9988-C3FCA712C3D5}"/>
              </a:ext>
            </a:extLst>
          </p:cNvPr>
          <p:cNvSpPr txBox="1">
            <a:spLocks noChangeArrowheads="1"/>
          </p:cNvSpPr>
          <p:nvPr/>
        </p:nvSpPr>
        <p:spPr bwMode="auto">
          <a:xfrm>
            <a:off x="2362200" y="685800"/>
            <a:ext cx="63246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a:t>
            </a:r>
            <a:r>
              <a:rPr kumimoji="1" lang="zh-CN" altLang="en-US"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对于正整数</a:t>
            </a:r>
            <a:r>
              <a:rPr kumimoji="1" lang="en-US" altLang="zh-CN"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n&gt;2</a:t>
            </a:r>
            <a:r>
              <a:rPr kumimoji="1" lang="zh-CN" altLang="en-US"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，有</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                 </a:t>
            </a:r>
          </a:p>
        </p:txBody>
      </p:sp>
      <p:graphicFrame>
        <p:nvGraphicFramePr>
          <p:cNvPr id="6151" name="Object 7">
            <a:extLst>
              <a:ext uri="{FF2B5EF4-FFF2-40B4-BE49-F238E27FC236}">
                <a16:creationId xmlns:a16="http://schemas.microsoft.com/office/drawing/2014/main" id="{A3902256-8D3F-451E-991D-65C048584F3D}"/>
              </a:ext>
            </a:extLst>
          </p:cNvPr>
          <p:cNvGraphicFramePr>
            <a:graphicFrameLocks noChangeAspect="1"/>
          </p:cNvGraphicFramePr>
          <p:nvPr/>
        </p:nvGraphicFramePr>
        <p:xfrm>
          <a:off x="2324100" y="1360488"/>
          <a:ext cx="3314700" cy="1230312"/>
        </p:xfrm>
        <a:graphic>
          <a:graphicData uri="http://schemas.openxmlformats.org/presentationml/2006/ole">
            <mc:AlternateContent xmlns:mc="http://schemas.openxmlformats.org/markup-compatibility/2006">
              <mc:Choice xmlns:v="urn:schemas-microsoft-com:vml" Requires="v">
                <p:oleObj name="Equation" r:id="rId2" imgW="1212887" imgH="444588" progId="Equation.3">
                  <p:embed/>
                </p:oleObj>
              </mc:Choice>
              <mc:Fallback>
                <p:oleObj name="Equation" r:id="rId2" imgW="1212887" imgH="444588" progId="Equation.3">
                  <p:embed/>
                  <p:pic>
                    <p:nvPicPr>
                      <p:cNvPr id="6151" name="Object 7">
                        <a:extLst>
                          <a:ext uri="{FF2B5EF4-FFF2-40B4-BE49-F238E27FC236}">
                            <a16:creationId xmlns:a16="http://schemas.microsoft.com/office/drawing/2014/main" id="{A3902256-8D3F-451E-991D-65C048584F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24100" y="1360488"/>
                        <a:ext cx="3314700" cy="1230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矩形 8">
            <a:extLst>
              <a:ext uri="{FF2B5EF4-FFF2-40B4-BE49-F238E27FC236}">
                <a16:creationId xmlns:a16="http://schemas.microsoft.com/office/drawing/2014/main" id="{271C35CB-C2E9-427A-8364-E1CC79F78DA1}"/>
              </a:ext>
            </a:extLst>
          </p:cNvPr>
          <p:cNvSpPr/>
          <p:nvPr/>
        </p:nvSpPr>
        <p:spPr>
          <a:xfrm>
            <a:off x="381000" y="457200"/>
            <a:ext cx="2377574" cy="830997"/>
          </a:xfrm>
          <a:prstGeom prst="rect">
            <a:avLst/>
          </a:prstGeom>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4800" b="1" i="0" u="none" strike="noStrike" kern="1200" cap="none" spc="50" normalizeH="0" baseline="0" noProof="0" dirty="0">
                <a:ln w="11430"/>
                <a:gradFill>
                  <a:gsLst>
                    <a:gs pos="25000">
                      <a:srgbClr val="438086">
                        <a:satMod val="155000"/>
                      </a:srgbClr>
                    </a:gs>
                    <a:gs pos="100000">
                      <a:srgbClr val="438086">
                        <a:shade val="45000"/>
                        <a:satMod val="165000"/>
                      </a:srgbClr>
                    </a:gs>
                  </a:gsLst>
                  <a:lin ang="5400000"/>
                </a:gradFill>
                <a:effectLst/>
                <a:uLnTx/>
                <a:uFillTx/>
                <a:latin typeface="宋体" pitchFamily="2" charset="-122"/>
                <a:ea typeface="宋体" panose="02010600030101010101" pitchFamily="2" charset="-122"/>
                <a:cs typeface="+mn-cs"/>
              </a:rPr>
              <a:t>恒等式</a:t>
            </a:r>
            <a:r>
              <a:rPr kumimoji="1" lang="en-US" altLang="zh-CN" sz="4800" b="1" i="0" u="none" strike="noStrike" kern="1200" cap="none" spc="50" normalizeH="0" baseline="0" noProof="0" dirty="0">
                <a:ln w="11430"/>
                <a:gradFill>
                  <a:gsLst>
                    <a:gs pos="25000">
                      <a:srgbClr val="438086">
                        <a:satMod val="155000"/>
                      </a:srgbClr>
                    </a:gs>
                    <a:gs pos="100000">
                      <a:srgbClr val="438086">
                        <a:shade val="45000"/>
                        <a:satMod val="165000"/>
                      </a:srgbClr>
                    </a:gs>
                  </a:gsLst>
                  <a:lin ang="5400000"/>
                </a:gradFill>
                <a:effectLst/>
                <a:uLnTx/>
                <a:uFillTx/>
                <a:latin typeface="宋体" pitchFamily="2" charset="-122"/>
                <a:ea typeface="宋体" panose="02010600030101010101" pitchFamily="2" charset="-122"/>
                <a:cs typeface="+mn-cs"/>
              </a:rPr>
              <a:t>5</a:t>
            </a:r>
            <a:endParaRPr kumimoji="1" lang="zh-CN" altLang="en-US" sz="4800" b="1" i="0" u="none" strike="noStrike" kern="1200" cap="none" spc="50" normalizeH="0" baseline="0" noProof="0" dirty="0">
              <a:ln w="11430"/>
              <a:gradFill>
                <a:gsLst>
                  <a:gs pos="25000">
                    <a:srgbClr val="438086">
                      <a:satMod val="155000"/>
                    </a:srgbClr>
                  </a:gs>
                  <a:gs pos="100000">
                    <a:srgbClr val="438086">
                      <a:shade val="45000"/>
                      <a:satMod val="165000"/>
                    </a:srgbClr>
                  </a:gs>
                </a:gsLst>
                <a:lin ang="5400000"/>
              </a:gradFill>
              <a:effectLst/>
              <a:uLnTx/>
              <a:uFillTx/>
              <a:latin typeface="Times New Roman" panose="02020603050405020304" pitchFamily="18" charset="0"/>
              <a:ea typeface="宋体" panose="02010600030101010101" pitchFamily="2" charset="-122"/>
              <a:cs typeface="+mn-cs"/>
            </a:endParaRPr>
          </a:p>
        </p:txBody>
      </p:sp>
      <p:sp>
        <p:nvSpPr>
          <p:cNvPr id="9223" name="矩形 9">
            <a:extLst>
              <a:ext uri="{FF2B5EF4-FFF2-40B4-BE49-F238E27FC236}">
                <a16:creationId xmlns:a16="http://schemas.microsoft.com/office/drawing/2014/main" id="{D875E831-0196-4E76-A1C9-06A21C966B60}"/>
              </a:ext>
            </a:extLst>
          </p:cNvPr>
          <p:cNvSpPr>
            <a:spLocks noChangeArrowheads="1"/>
          </p:cNvSpPr>
          <p:nvPr/>
        </p:nvSpPr>
        <p:spPr bwMode="auto">
          <a:xfrm>
            <a:off x="6477000" y="1676400"/>
            <a:ext cx="18256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a:t>
            </a:r>
            <a:r>
              <a:rPr kumimoji="1" lang="en-US" altLang="zh-CN"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1.27</a:t>
            </a:r>
            <a:r>
              <a:rPr kumimoji="1" lang="zh-CN" altLang="en-US"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a:t>
            </a:r>
            <a:endParaRPr kumimoji="1" lang="zh-CN" altLang="en-US" sz="32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150"/>
                                        </p:tgtEl>
                                        <p:attrNameLst>
                                          <p:attrName>style.visibility</p:attrName>
                                        </p:attrNameLst>
                                      </p:cBhvr>
                                      <p:to>
                                        <p:strVal val="visible"/>
                                      </p:to>
                                    </p:set>
                                  </p:childTnLst>
                                </p:cTn>
                              </p:par>
                            </p:childTnLst>
                          </p:cTn>
                        </p:par>
                        <p:par>
                          <p:cTn id="7" fill="hold" nodeType="afterGroup">
                            <p:stCondLst>
                              <p:cond delay="500"/>
                            </p:stCondLst>
                            <p:childTnLst>
                              <p:par>
                                <p:cTn id="8" presetID="1" presetClass="entr" presetSubtype="0" fill="hold" nodeType="afterEffect">
                                  <p:stCondLst>
                                    <p:cond delay="0"/>
                                  </p:stCondLst>
                                  <p:childTnLst>
                                    <p:set>
                                      <p:cBhvr>
                                        <p:cTn id="9" dur="1" fill="hold">
                                          <p:stCondLst>
                                            <p:cond delay="499"/>
                                          </p:stCondLst>
                                        </p:cTn>
                                        <p:tgtEl>
                                          <p:spTgt spid="6151"/>
                                        </p:tgtEl>
                                        <p:attrNameLst>
                                          <p:attrName>style.visibility</p:attrName>
                                        </p:attrNameLst>
                                      </p:cBhvr>
                                      <p:to>
                                        <p:strVal val="visible"/>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grpId="0" nodeType="clickEffect">
                                  <p:stCondLst>
                                    <p:cond delay="0"/>
                                  </p:stCondLst>
                                  <p:childTnLst>
                                    <p:set>
                                      <p:cBhvr>
                                        <p:cTn id="13" dur="1" fill="hold">
                                          <p:stCondLst>
                                            <p:cond delay="499"/>
                                          </p:stCondLst>
                                        </p:cTn>
                                        <p:tgtEl>
                                          <p:spTgt spid="61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autoUpdateAnimBg="0"/>
      <p:bldP spid="6150" grpId="0"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72" name="Object 4">
            <a:extLst>
              <a:ext uri="{FF2B5EF4-FFF2-40B4-BE49-F238E27FC236}">
                <a16:creationId xmlns:a16="http://schemas.microsoft.com/office/drawing/2014/main" id="{6FF2E695-F127-45A9-BC19-6A2769D83D94}"/>
              </a:ext>
            </a:extLst>
          </p:cNvPr>
          <p:cNvGraphicFramePr>
            <a:graphicFrameLocks noChangeAspect="1"/>
          </p:cNvGraphicFramePr>
          <p:nvPr/>
        </p:nvGraphicFramePr>
        <p:xfrm>
          <a:off x="2895600" y="1295400"/>
          <a:ext cx="3048000" cy="1066800"/>
        </p:xfrm>
        <a:graphic>
          <a:graphicData uri="http://schemas.openxmlformats.org/presentationml/2006/ole">
            <mc:AlternateContent xmlns:mc="http://schemas.openxmlformats.org/markup-compatibility/2006">
              <mc:Choice xmlns:v="urn:schemas-microsoft-com:vml" Requires="v">
                <p:oleObj name="Equation" r:id="rId2" imgW="1327310" imgH="444588" progId="Equation.3">
                  <p:embed/>
                </p:oleObj>
              </mc:Choice>
              <mc:Fallback>
                <p:oleObj name="Equation" r:id="rId2" imgW="1327310" imgH="444588" progId="Equation.3">
                  <p:embed/>
                  <p:pic>
                    <p:nvPicPr>
                      <p:cNvPr id="7172" name="Object 4">
                        <a:extLst>
                          <a:ext uri="{FF2B5EF4-FFF2-40B4-BE49-F238E27FC236}">
                            <a16:creationId xmlns:a16="http://schemas.microsoft.com/office/drawing/2014/main" id="{6FF2E695-F127-45A9-BC19-6A2769D83D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0" y="1295400"/>
                        <a:ext cx="3048000"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74" name="Text Box 6">
            <a:extLst>
              <a:ext uri="{FF2B5EF4-FFF2-40B4-BE49-F238E27FC236}">
                <a16:creationId xmlns:a16="http://schemas.microsoft.com/office/drawing/2014/main" id="{41F406BC-5AB5-45B0-BB80-4D6B84DAB9BC}"/>
              </a:ext>
            </a:extLst>
          </p:cNvPr>
          <p:cNvSpPr txBox="1">
            <a:spLocks noChangeArrowheads="1"/>
          </p:cNvSpPr>
          <p:nvPr/>
        </p:nvSpPr>
        <p:spPr bwMode="auto">
          <a:xfrm>
            <a:off x="2743200" y="685800"/>
            <a:ext cx="38862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对于正整数</a:t>
            </a:r>
            <a:r>
              <a:rPr kumimoji="1" lang="en-US" altLang="zh-CN"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n</a:t>
            </a:r>
            <a:r>
              <a:rPr kumimoji="1" lang="zh-CN" altLang="en-US"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，有</a:t>
            </a:r>
            <a:br>
              <a:rPr kumimoji="1" lang="zh-CN" altLang="en-US"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br>
            <a:endParaRPr kumimoji="1" lang="zh-CN" altLang="en-US"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endParaRPr>
          </a:p>
        </p:txBody>
      </p:sp>
      <p:sp>
        <p:nvSpPr>
          <p:cNvPr id="7175" name="Text Box 7">
            <a:extLst>
              <a:ext uri="{FF2B5EF4-FFF2-40B4-BE49-F238E27FC236}">
                <a16:creationId xmlns:a16="http://schemas.microsoft.com/office/drawing/2014/main" id="{A9F9D170-3AB3-4F3F-9B4D-FD5307077D61}"/>
              </a:ext>
            </a:extLst>
          </p:cNvPr>
          <p:cNvSpPr txBox="1">
            <a:spLocks noChangeArrowheads="1"/>
          </p:cNvSpPr>
          <p:nvPr/>
        </p:nvSpPr>
        <p:spPr bwMode="auto">
          <a:xfrm>
            <a:off x="762000" y="2600325"/>
            <a:ext cx="4648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a:ln>
                  <a:noFill/>
                </a:ln>
                <a:solidFill>
                  <a:srgbClr val="0000CC"/>
                </a:solidFill>
                <a:effectLst/>
                <a:uLnTx/>
                <a:uFillTx/>
                <a:latin typeface="宋体" panose="02010600030101010101" pitchFamily="2" charset="-122"/>
                <a:ea typeface="宋体" panose="02010600030101010101" pitchFamily="2" charset="-122"/>
                <a:cs typeface="+mn-cs"/>
              </a:rPr>
              <a:t>证明：</a:t>
            </a:r>
            <a:r>
              <a:rPr kumimoji="1" lang="zh-CN" altLang="en-US"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由式</a:t>
            </a:r>
            <a:r>
              <a:rPr kumimoji="1" lang="en-US" altLang="zh-CN"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(1.13)</a:t>
            </a:r>
            <a:r>
              <a:rPr kumimoji="1" lang="zh-CN" altLang="en-US"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有</a:t>
            </a:r>
          </a:p>
        </p:txBody>
      </p:sp>
      <p:graphicFrame>
        <p:nvGraphicFramePr>
          <p:cNvPr id="7176" name="Object 8">
            <a:extLst>
              <a:ext uri="{FF2B5EF4-FFF2-40B4-BE49-F238E27FC236}">
                <a16:creationId xmlns:a16="http://schemas.microsoft.com/office/drawing/2014/main" id="{AA2F22F6-1781-4536-A1E2-2EF5AD212C5E}"/>
              </a:ext>
            </a:extLst>
          </p:cNvPr>
          <p:cNvGraphicFramePr>
            <a:graphicFrameLocks noChangeAspect="1"/>
          </p:cNvGraphicFramePr>
          <p:nvPr/>
        </p:nvGraphicFramePr>
        <p:xfrm>
          <a:off x="4267200" y="2428875"/>
          <a:ext cx="2386013" cy="923925"/>
        </p:xfrm>
        <a:graphic>
          <a:graphicData uri="http://schemas.openxmlformats.org/presentationml/2006/ole">
            <mc:AlternateContent xmlns:mc="http://schemas.openxmlformats.org/markup-compatibility/2006">
              <mc:Choice xmlns:v="urn:schemas-microsoft-com:vml" Requires="v">
                <p:oleObj name="Equation" r:id="rId4" imgW="1181100" imgH="457200" progId="Equation.3">
                  <p:embed/>
                </p:oleObj>
              </mc:Choice>
              <mc:Fallback>
                <p:oleObj name="Equation" r:id="rId4" imgW="1181100" imgH="457200" progId="Equation.3">
                  <p:embed/>
                  <p:pic>
                    <p:nvPicPr>
                      <p:cNvPr id="7176" name="Object 8">
                        <a:extLst>
                          <a:ext uri="{FF2B5EF4-FFF2-40B4-BE49-F238E27FC236}">
                            <a16:creationId xmlns:a16="http://schemas.microsoft.com/office/drawing/2014/main" id="{AA2F22F6-1781-4536-A1E2-2EF5AD212C5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67200" y="2428875"/>
                        <a:ext cx="2386013" cy="923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77" name="Text Box 9">
            <a:extLst>
              <a:ext uri="{FF2B5EF4-FFF2-40B4-BE49-F238E27FC236}">
                <a16:creationId xmlns:a16="http://schemas.microsoft.com/office/drawing/2014/main" id="{B09CBE39-05EC-43FE-A4BF-DE4A5D1E2057}"/>
              </a:ext>
            </a:extLst>
          </p:cNvPr>
          <p:cNvSpPr txBox="1">
            <a:spLocks noChangeArrowheads="1"/>
          </p:cNvSpPr>
          <p:nvPr/>
        </p:nvSpPr>
        <p:spPr bwMode="auto">
          <a:xfrm>
            <a:off x="609600" y="3514725"/>
            <a:ext cx="4953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对上式两端从</a:t>
            </a:r>
            <a:r>
              <a:rPr kumimoji="1" lang="en-US" altLang="zh-CN"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0</a:t>
            </a:r>
            <a:r>
              <a:rPr kumimoji="1" lang="zh-CN" altLang="en-US"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到</a:t>
            </a:r>
            <a:r>
              <a:rPr kumimoji="1" lang="en-US" altLang="zh-CN"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1</a:t>
            </a:r>
            <a:r>
              <a:rPr kumimoji="1" lang="zh-CN" altLang="en-US"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积分得</a:t>
            </a:r>
          </a:p>
        </p:txBody>
      </p:sp>
      <p:graphicFrame>
        <p:nvGraphicFramePr>
          <p:cNvPr id="7178" name="Object 10">
            <a:extLst>
              <a:ext uri="{FF2B5EF4-FFF2-40B4-BE49-F238E27FC236}">
                <a16:creationId xmlns:a16="http://schemas.microsoft.com/office/drawing/2014/main" id="{63DB75E8-1B70-4A97-8FE2-33997C3130D2}"/>
              </a:ext>
            </a:extLst>
          </p:cNvPr>
          <p:cNvGraphicFramePr>
            <a:graphicFrameLocks noChangeAspect="1"/>
          </p:cNvGraphicFramePr>
          <p:nvPr/>
        </p:nvGraphicFramePr>
        <p:xfrm>
          <a:off x="4724400" y="3376613"/>
          <a:ext cx="3384550" cy="890587"/>
        </p:xfrm>
        <a:graphic>
          <a:graphicData uri="http://schemas.openxmlformats.org/presentationml/2006/ole">
            <mc:AlternateContent xmlns:mc="http://schemas.openxmlformats.org/markup-compatibility/2006">
              <mc:Choice xmlns:v="urn:schemas-microsoft-com:vml" Requires="v">
                <p:oleObj name="Equation" r:id="rId6" imgW="1727397" imgH="444588" progId="Equation.3">
                  <p:embed/>
                </p:oleObj>
              </mc:Choice>
              <mc:Fallback>
                <p:oleObj name="Equation" r:id="rId6" imgW="1727397" imgH="444588" progId="Equation.3">
                  <p:embed/>
                  <p:pic>
                    <p:nvPicPr>
                      <p:cNvPr id="7178" name="Object 10">
                        <a:extLst>
                          <a:ext uri="{FF2B5EF4-FFF2-40B4-BE49-F238E27FC236}">
                            <a16:creationId xmlns:a16="http://schemas.microsoft.com/office/drawing/2014/main" id="{63DB75E8-1B70-4A97-8FE2-33997C3130D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24400" y="3376613"/>
                        <a:ext cx="3384550" cy="890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9" name="Object 11">
            <a:extLst>
              <a:ext uri="{FF2B5EF4-FFF2-40B4-BE49-F238E27FC236}">
                <a16:creationId xmlns:a16="http://schemas.microsoft.com/office/drawing/2014/main" id="{7DF6DCA1-7B87-46D7-AA7A-F831E6E3CF18}"/>
              </a:ext>
            </a:extLst>
          </p:cNvPr>
          <p:cNvGraphicFramePr>
            <a:graphicFrameLocks noChangeAspect="1"/>
          </p:cNvGraphicFramePr>
          <p:nvPr/>
        </p:nvGraphicFramePr>
        <p:xfrm>
          <a:off x="4883150" y="4592638"/>
          <a:ext cx="3041650" cy="817562"/>
        </p:xfrm>
        <a:graphic>
          <a:graphicData uri="http://schemas.openxmlformats.org/presentationml/2006/ole">
            <mc:AlternateContent xmlns:mc="http://schemas.openxmlformats.org/markup-compatibility/2006">
              <mc:Choice xmlns:v="urn:schemas-microsoft-com:vml" Requires="v">
                <p:oleObj name="Equation" r:id="rId8" imgW="1689125" imgH="444588" progId="Equation.3">
                  <p:embed/>
                </p:oleObj>
              </mc:Choice>
              <mc:Fallback>
                <p:oleObj name="Equation" r:id="rId8" imgW="1689125" imgH="444588" progId="Equation.3">
                  <p:embed/>
                  <p:pic>
                    <p:nvPicPr>
                      <p:cNvPr id="7179" name="Object 11">
                        <a:extLst>
                          <a:ext uri="{FF2B5EF4-FFF2-40B4-BE49-F238E27FC236}">
                            <a16:creationId xmlns:a16="http://schemas.microsoft.com/office/drawing/2014/main" id="{7DF6DCA1-7B87-46D7-AA7A-F831E6E3CF1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83150" y="4592638"/>
                        <a:ext cx="3041650" cy="817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81" name="Text Box 13">
            <a:extLst>
              <a:ext uri="{FF2B5EF4-FFF2-40B4-BE49-F238E27FC236}">
                <a16:creationId xmlns:a16="http://schemas.microsoft.com/office/drawing/2014/main" id="{F64B507F-5966-448C-99AA-0B9A6573EC05}"/>
              </a:ext>
            </a:extLst>
          </p:cNvPr>
          <p:cNvSpPr txBox="1">
            <a:spLocks noChangeArrowheads="1"/>
          </p:cNvSpPr>
          <p:nvPr/>
        </p:nvSpPr>
        <p:spPr bwMode="auto">
          <a:xfrm>
            <a:off x="762000" y="5611813"/>
            <a:ext cx="7391400" cy="1169987"/>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上式即得恒等式</a:t>
            </a:r>
            <a:r>
              <a:rPr kumimoji="1" lang="en-US" altLang="zh-CN" sz="2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6</a:t>
            </a:r>
          </a:p>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en-US" altLang="zh-CN" sz="2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
        <p:nvSpPr>
          <p:cNvPr id="14" name="矩形 13">
            <a:extLst>
              <a:ext uri="{FF2B5EF4-FFF2-40B4-BE49-F238E27FC236}">
                <a16:creationId xmlns:a16="http://schemas.microsoft.com/office/drawing/2014/main" id="{84CD1492-F881-4F0E-91FE-7B8D97AF1C89}"/>
              </a:ext>
            </a:extLst>
          </p:cNvPr>
          <p:cNvSpPr/>
          <p:nvPr/>
        </p:nvSpPr>
        <p:spPr>
          <a:xfrm>
            <a:off x="381000" y="457200"/>
            <a:ext cx="2377574" cy="830997"/>
          </a:xfrm>
          <a:prstGeom prst="rect">
            <a:avLst/>
          </a:prstGeom>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4800" b="1" i="0" u="none" strike="noStrike" kern="1200" cap="none" spc="50" normalizeH="0" baseline="0" noProof="0" dirty="0">
                <a:ln w="11430"/>
                <a:gradFill>
                  <a:gsLst>
                    <a:gs pos="25000">
                      <a:srgbClr val="438086">
                        <a:satMod val="155000"/>
                      </a:srgbClr>
                    </a:gs>
                    <a:gs pos="100000">
                      <a:srgbClr val="438086">
                        <a:shade val="45000"/>
                        <a:satMod val="165000"/>
                      </a:srgbClr>
                    </a:gs>
                  </a:gsLst>
                  <a:lin ang="5400000"/>
                </a:gradFill>
                <a:effectLst/>
                <a:uLnTx/>
                <a:uFillTx/>
                <a:latin typeface="宋体" pitchFamily="2" charset="-122"/>
                <a:ea typeface="宋体" panose="02010600030101010101" pitchFamily="2" charset="-122"/>
                <a:cs typeface="+mn-cs"/>
              </a:rPr>
              <a:t>恒等式</a:t>
            </a:r>
            <a:r>
              <a:rPr kumimoji="1" lang="en-US" altLang="zh-CN" sz="4800" b="1" i="0" u="none" strike="noStrike" kern="1200" cap="none" spc="50" normalizeH="0" baseline="0" noProof="0" dirty="0">
                <a:ln w="11430"/>
                <a:gradFill>
                  <a:gsLst>
                    <a:gs pos="25000">
                      <a:srgbClr val="438086">
                        <a:satMod val="155000"/>
                      </a:srgbClr>
                    </a:gs>
                    <a:gs pos="100000">
                      <a:srgbClr val="438086">
                        <a:shade val="45000"/>
                        <a:satMod val="165000"/>
                      </a:srgbClr>
                    </a:gs>
                  </a:gsLst>
                  <a:lin ang="5400000"/>
                </a:gradFill>
                <a:effectLst/>
                <a:uLnTx/>
                <a:uFillTx/>
                <a:latin typeface="宋体" pitchFamily="2" charset="-122"/>
                <a:ea typeface="宋体" panose="02010600030101010101" pitchFamily="2" charset="-122"/>
                <a:cs typeface="+mn-cs"/>
              </a:rPr>
              <a:t>6</a:t>
            </a:r>
            <a:endParaRPr kumimoji="1" lang="zh-CN" altLang="en-US" sz="4800" b="1" i="0" u="none" strike="noStrike" kern="1200" cap="none" spc="50" normalizeH="0" baseline="0" noProof="0" dirty="0">
              <a:ln w="11430"/>
              <a:gradFill>
                <a:gsLst>
                  <a:gs pos="25000">
                    <a:srgbClr val="438086">
                      <a:satMod val="155000"/>
                    </a:srgbClr>
                  </a:gs>
                  <a:gs pos="100000">
                    <a:srgbClr val="438086">
                      <a:shade val="45000"/>
                      <a:satMod val="165000"/>
                    </a:srgbClr>
                  </a:gs>
                </a:gsLst>
                <a:lin ang="5400000"/>
              </a:gra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174"/>
                                        </p:tgtEl>
                                        <p:attrNameLst>
                                          <p:attrName>style.visibility</p:attrName>
                                        </p:attrNameLst>
                                      </p:cBhvr>
                                      <p:to>
                                        <p:strVal val="visible"/>
                                      </p:to>
                                    </p:set>
                                    <p:animEffect transition="in" filter="dissolve">
                                      <p:cBhvr>
                                        <p:cTn id="7" dur="500"/>
                                        <p:tgtEl>
                                          <p:spTgt spid="7174"/>
                                        </p:tgtEl>
                                      </p:cBhvr>
                                    </p:animEffect>
                                  </p:childTnLst>
                                </p:cTn>
                              </p:par>
                            </p:childTnLst>
                          </p:cTn>
                        </p:par>
                        <p:par>
                          <p:cTn id="8" fill="hold" nodeType="afterGroup">
                            <p:stCondLst>
                              <p:cond delay="500"/>
                            </p:stCondLst>
                            <p:childTnLst>
                              <p:par>
                                <p:cTn id="9" presetID="1" presetClass="entr" presetSubtype="0" fill="hold" nodeType="afterEffect">
                                  <p:stCondLst>
                                    <p:cond delay="0"/>
                                  </p:stCondLst>
                                  <p:childTnLst>
                                    <p:set>
                                      <p:cBhvr>
                                        <p:cTn id="10" dur="1" fill="hold">
                                          <p:stCondLst>
                                            <p:cond delay="499"/>
                                          </p:stCondLst>
                                        </p:cTn>
                                        <p:tgtEl>
                                          <p:spTgt spid="717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7175"/>
                                        </p:tgtEl>
                                        <p:attrNameLst>
                                          <p:attrName>style.visibility</p:attrName>
                                        </p:attrNameLst>
                                      </p:cBhvr>
                                      <p:to>
                                        <p:strVal val="visible"/>
                                      </p:to>
                                    </p:set>
                                  </p:childTnLst>
                                </p:cTn>
                              </p:par>
                            </p:childTnLst>
                          </p:cTn>
                        </p:par>
                        <p:par>
                          <p:cTn id="15" fill="hold" nodeType="afterGroup">
                            <p:stCondLst>
                              <p:cond delay="500"/>
                            </p:stCondLst>
                            <p:childTnLst>
                              <p:par>
                                <p:cTn id="16" presetID="16" presetClass="entr" presetSubtype="42" fill="hold" nodeType="afterEffect">
                                  <p:stCondLst>
                                    <p:cond delay="0"/>
                                  </p:stCondLst>
                                  <p:childTnLst>
                                    <p:set>
                                      <p:cBhvr>
                                        <p:cTn id="17" dur="1" fill="hold">
                                          <p:stCondLst>
                                            <p:cond delay="0"/>
                                          </p:stCondLst>
                                        </p:cTn>
                                        <p:tgtEl>
                                          <p:spTgt spid="7176"/>
                                        </p:tgtEl>
                                        <p:attrNameLst>
                                          <p:attrName>style.visibility</p:attrName>
                                        </p:attrNameLst>
                                      </p:cBhvr>
                                      <p:to>
                                        <p:strVal val="visible"/>
                                      </p:to>
                                    </p:set>
                                    <p:animEffect transition="in" filter="barn(outHorizontal)">
                                      <p:cBhvr>
                                        <p:cTn id="18" dur="500"/>
                                        <p:tgtEl>
                                          <p:spTgt spid="7176"/>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6" presetClass="entr" presetSubtype="42" fill="hold" grpId="0" nodeType="clickEffect">
                                  <p:stCondLst>
                                    <p:cond delay="0"/>
                                  </p:stCondLst>
                                  <p:childTnLst>
                                    <p:set>
                                      <p:cBhvr>
                                        <p:cTn id="22" dur="1" fill="hold">
                                          <p:stCondLst>
                                            <p:cond delay="0"/>
                                          </p:stCondLst>
                                        </p:cTn>
                                        <p:tgtEl>
                                          <p:spTgt spid="7177"/>
                                        </p:tgtEl>
                                        <p:attrNameLst>
                                          <p:attrName>style.visibility</p:attrName>
                                        </p:attrNameLst>
                                      </p:cBhvr>
                                      <p:to>
                                        <p:strVal val="visible"/>
                                      </p:to>
                                    </p:set>
                                    <p:animEffect transition="in" filter="barn(outHorizontal)">
                                      <p:cBhvr>
                                        <p:cTn id="23" dur="500"/>
                                        <p:tgtEl>
                                          <p:spTgt spid="7177"/>
                                        </p:tgtEl>
                                      </p:cBhvr>
                                    </p:animEffect>
                                  </p:childTnLst>
                                </p:cTn>
                              </p:par>
                            </p:childTnLst>
                          </p:cTn>
                        </p:par>
                        <p:par>
                          <p:cTn id="24" fill="hold" nodeType="afterGroup">
                            <p:stCondLst>
                              <p:cond delay="500"/>
                            </p:stCondLst>
                            <p:childTnLst>
                              <p:par>
                                <p:cTn id="25" presetID="16" presetClass="entr" presetSubtype="42" fill="hold" nodeType="afterEffect">
                                  <p:stCondLst>
                                    <p:cond delay="0"/>
                                  </p:stCondLst>
                                  <p:childTnLst>
                                    <p:set>
                                      <p:cBhvr>
                                        <p:cTn id="26" dur="1" fill="hold">
                                          <p:stCondLst>
                                            <p:cond delay="0"/>
                                          </p:stCondLst>
                                        </p:cTn>
                                        <p:tgtEl>
                                          <p:spTgt spid="7178"/>
                                        </p:tgtEl>
                                        <p:attrNameLst>
                                          <p:attrName>style.visibility</p:attrName>
                                        </p:attrNameLst>
                                      </p:cBhvr>
                                      <p:to>
                                        <p:strVal val="visible"/>
                                      </p:to>
                                    </p:set>
                                    <p:animEffect transition="in" filter="barn(outHorizontal)">
                                      <p:cBhvr>
                                        <p:cTn id="27" dur="500"/>
                                        <p:tgtEl>
                                          <p:spTgt spid="717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6" presetClass="entr" presetSubtype="26" fill="hold" nodeType="clickEffect">
                                  <p:stCondLst>
                                    <p:cond delay="0"/>
                                  </p:stCondLst>
                                  <p:childTnLst>
                                    <p:set>
                                      <p:cBhvr>
                                        <p:cTn id="31" dur="1" fill="hold">
                                          <p:stCondLst>
                                            <p:cond delay="0"/>
                                          </p:stCondLst>
                                        </p:cTn>
                                        <p:tgtEl>
                                          <p:spTgt spid="7179"/>
                                        </p:tgtEl>
                                        <p:attrNameLst>
                                          <p:attrName>style.visibility</p:attrName>
                                        </p:attrNameLst>
                                      </p:cBhvr>
                                      <p:to>
                                        <p:strVal val="visible"/>
                                      </p:to>
                                    </p:set>
                                    <p:animEffect transition="in" filter="barn(inHorizontal)">
                                      <p:cBhvr>
                                        <p:cTn id="32" dur="500"/>
                                        <p:tgtEl>
                                          <p:spTgt spid="717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6" presetClass="entr" presetSubtype="42" fill="hold" grpId="0" nodeType="clickEffect">
                                  <p:stCondLst>
                                    <p:cond delay="0"/>
                                  </p:stCondLst>
                                  <p:childTnLst>
                                    <p:set>
                                      <p:cBhvr>
                                        <p:cTn id="36" dur="1" fill="hold">
                                          <p:stCondLst>
                                            <p:cond delay="0"/>
                                          </p:stCondLst>
                                        </p:cTn>
                                        <p:tgtEl>
                                          <p:spTgt spid="7181"/>
                                        </p:tgtEl>
                                        <p:attrNameLst>
                                          <p:attrName>style.visibility</p:attrName>
                                        </p:attrNameLst>
                                      </p:cBhvr>
                                      <p:to>
                                        <p:strVal val="visible"/>
                                      </p:to>
                                    </p:set>
                                    <p:animEffect transition="in" filter="barn(outHorizontal)">
                                      <p:cBhvr>
                                        <p:cTn id="37" dur="500"/>
                                        <p:tgtEl>
                                          <p:spTgt spid="71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4" grpId="0" autoUpdateAnimBg="0"/>
      <p:bldP spid="7175" grpId="0" autoUpdateAnimBg="0"/>
      <p:bldP spid="7177" grpId="0" autoUpdateAnimBg="0"/>
      <p:bldP spid="7181" grpId="0" autoUpdateAnimBg="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Text Box 5">
            <a:extLst>
              <a:ext uri="{FF2B5EF4-FFF2-40B4-BE49-F238E27FC236}">
                <a16:creationId xmlns:a16="http://schemas.microsoft.com/office/drawing/2014/main" id="{7BF682A4-162F-4C20-9946-62CB979D8B16}"/>
              </a:ext>
            </a:extLst>
          </p:cNvPr>
          <p:cNvSpPr txBox="1">
            <a:spLocks noChangeArrowheads="1"/>
          </p:cNvSpPr>
          <p:nvPr/>
        </p:nvSpPr>
        <p:spPr bwMode="auto">
          <a:xfrm>
            <a:off x="2438400" y="685800"/>
            <a:ext cx="6553200"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t>对于正整数</a:t>
            </a:r>
            <a:r>
              <a:rPr kumimoji="1" lang="en-US" altLang="zh-CN"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t>n,m</a:t>
            </a:r>
            <a:r>
              <a:rPr kumimoji="1" lang="zh-CN" altLang="en-US"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t>和</a:t>
            </a:r>
            <a:r>
              <a:rPr kumimoji="1" lang="en-US" altLang="zh-CN"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t>p,p</a:t>
            </a:r>
            <a:r>
              <a:rPr kumimoji="1" lang="en-US" altLang="zh-CN"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a:t>
            </a:r>
            <a:r>
              <a:rPr kumimoji="1" lang="en-US" altLang="zh-CN"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t>min</a:t>
            </a:r>
            <a:r>
              <a:rPr kumimoji="1" lang="zh-CN" altLang="en-US"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t>｛</a:t>
            </a:r>
            <a:r>
              <a:rPr kumimoji="1" lang="en-US" altLang="zh-CN"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t>m,n</a:t>
            </a:r>
            <a:r>
              <a:rPr kumimoji="1" lang="zh-CN" altLang="en-US"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t>｝有</a:t>
            </a:r>
          </a:p>
        </p:txBody>
      </p:sp>
      <p:graphicFrame>
        <p:nvGraphicFramePr>
          <p:cNvPr id="8198" name="Object 6">
            <a:extLst>
              <a:ext uri="{FF2B5EF4-FFF2-40B4-BE49-F238E27FC236}">
                <a16:creationId xmlns:a16="http://schemas.microsoft.com/office/drawing/2014/main" id="{6A5AEFED-3E4A-4A38-A406-61A9E2494DDF}"/>
              </a:ext>
            </a:extLst>
          </p:cNvPr>
          <p:cNvGraphicFramePr>
            <a:graphicFrameLocks noChangeAspect="1"/>
          </p:cNvGraphicFramePr>
          <p:nvPr/>
        </p:nvGraphicFramePr>
        <p:xfrm>
          <a:off x="2971800" y="1295400"/>
          <a:ext cx="4441825" cy="1066800"/>
        </p:xfrm>
        <a:graphic>
          <a:graphicData uri="http://schemas.openxmlformats.org/presentationml/2006/ole">
            <mc:AlternateContent xmlns:mc="http://schemas.openxmlformats.org/markup-compatibility/2006">
              <mc:Choice xmlns:v="urn:schemas-microsoft-com:vml" Requires="v">
                <p:oleObj name="Equation" r:id="rId2" imgW="1536823" imgH="444588" progId="Equation.3">
                  <p:embed/>
                </p:oleObj>
              </mc:Choice>
              <mc:Fallback>
                <p:oleObj name="Equation" r:id="rId2" imgW="1536823" imgH="444588" progId="Equation.3">
                  <p:embed/>
                  <p:pic>
                    <p:nvPicPr>
                      <p:cNvPr id="8198" name="Object 6">
                        <a:extLst>
                          <a:ext uri="{FF2B5EF4-FFF2-40B4-BE49-F238E27FC236}">
                            <a16:creationId xmlns:a16="http://schemas.microsoft.com/office/drawing/2014/main" id="{6A5AEFED-3E4A-4A38-A406-61A9E2494D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1800" y="1295400"/>
                        <a:ext cx="4441825"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99" name="Text Box 7">
            <a:extLst>
              <a:ext uri="{FF2B5EF4-FFF2-40B4-BE49-F238E27FC236}">
                <a16:creationId xmlns:a16="http://schemas.microsoft.com/office/drawing/2014/main" id="{96C36092-8B19-4356-A982-7E5E27255314}"/>
              </a:ext>
            </a:extLst>
          </p:cNvPr>
          <p:cNvSpPr txBox="1">
            <a:spLocks noChangeArrowheads="1"/>
          </p:cNvSpPr>
          <p:nvPr/>
        </p:nvSpPr>
        <p:spPr bwMode="auto">
          <a:xfrm>
            <a:off x="381000" y="2447925"/>
            <a:ext cx="2667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t>证明：由于</a:t>
            </a:r>
          </a:p>
        </p:txBody>
      </p:sp>
      <p:graphicFrame>
        <p:nvGraphicFramePr>
          <p:cNvPr id="8200" name="Object 8">
            <a:extLst>
              <a:ext uri="{FF2B5EF4-FFF2-40B4-BE49-F238E27FC236}">
                <a16:creationId xmlns:a16="http://schemas.microsoft.com/office/drawing/2014/main" id="{C8A6723D-DA67-405E-995B-C60541960FB0}"/>
              </a:ext>
            </a:extLst>
          </p:cNvPr>
          <p:cNvGraphicFramePr>
            <a:graphicFrameLocks noChangeAspect="1"/>
          </p:cNvGraphicFramePr>
          <p:nvPr/>
        </p:nvGraphicFramePr>
        <p:xfrm>
          <a:off x="2319338" y="2438400"/>
          <a:ext cx="2979737" cy="609600"/>
        </p:xfrm>
        <a:graphic>
          <a:graphicData uri="http://schemas.openxmlformats.org/presentationml/2006/ole">
            <mc:AlternateContent xmlns:mc="http://schemas.openxmlformats.org/markup-compatibility/2006">
              <mc:Choice xmlns:v="urn:schemas-microsoft-com:vml" Requires="v">
                <p:oleObj name="公式" r:id="rId4" imgW="1625600" imgH="209681" progId="Equation.3">
                  <p:embed/>
                </p:oleObj>
              </mc:Choice>
              <mc:Fallback>
                <p:oleObj name="公式" r:id="rId4" imgW="1625600" imgH="209681" progId="Equation.3">
                  <p:embed/>
                  <p:pic>
                    <p:nvPicPr>
                      <p:cNvPr id="8200" name="Object 8">
                        <a:extLst>
                          <a:ext uri="{FF2B5EF4-FFF2-40B4-BE49-F238E27FC236}">
                            <a16:creationId xmlns:a16="http://schemas.microsoft.com/office/drawing/2014/main" id="{C8A6723D-DA67-405E-995B-C60541960FB0}"/>
                          </a:ext>
                        </a:extLst>
                      </p:cNvPr>
                      <p:cNvPicPr>
                        <a:picLocks noChangeAspect="1" noChangeArrowheads="1"/>
                      </p:cNvPicPr>
                      <p:nvPr/>
                    </p:nvPicPr>
                    <p:blipFill>
                      <a:blip r:embed="rId5">
                        <a:lum bright="-62000" contrast="-64000"/>
                        <a:grayscl/>
                        <a:biLevel thresh="50000"/>
                        <a:extLst>
                          <a:ext uri="{28A0092B-C50C-407E-A947-70E740481C1C}">
                            <a14:useLocalDpi xmlns:a14="http://schemas.microsoft.com/office/drawing/2010/main" val="0"/>
                          </a:ext>
                        </a:extLst>
                      </a:blip>
                      <a:srcRect/>
                      <a:stretch>
                        <a:fillRect/>
                      </a:stretch>
                    </p:blipFill>
                    <p:spPr bwMode="auto">
                      <a:xfrm>
                        <a:off x="2319338" y="2438400"/>
                        <a:ext cx="2979737"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01" name="Text Box 9">
            <a:extLst>
              <a:ext uri="{FF2B5EF4-FFF2-40B4-BE49-F238E27FC236}">
                <a16:creationId xmlns:a16="http://schemas.microsoft.com/office/drawing/2014/main" id="{AA113D16-63C7-4EC8-8CF9-94F5F36492B6}"/>
              </a:ext>
            </a:extLst>
          </p:cNvPr>
          <p:cNvSpPr txBox="1">
            <a:spLocks noChangeArrowheads="1"/>
          </p:cNvSpPr>
          <p:nvPr/>
        </p:nvSpPr>
        <p:spPr bwMode="auto">
          <a:xfrm>
            <a:off x="5334000" y="2590800"/>
            <a:ext cx="3048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t>又由式</a:t>
            </a:r>
            <a:r>
              <a:rPr kumimoji="1" lang="en-US" altLang="zh-CN"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t>(1.13)</a:t>
            </a:r>
            <a:r>
              <a:rPr kumimoji="1" lang="zh-CN" altLang="en-US"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t>知</a:t>
            </a:r>
          </a:p>
        </p:txBody>
      </p:sp>
      <p:graphicFrame>
        <p:nvGraphicFramePr>
          <p:cNvPr id="8202" name="Object 10">
            <a:extLst>
              <a:ext uri="{FF2B5EF4-FFF2-40B4-BE49-F238E27FC236}">
                <a16:creationId xmlns:a16="http://schemas.microsoft.com/office/drawing/2014/main" id="{5C118E8F-50D2-48A2-9C4B-586505AF9077}"/>
              </a:ext>
            </a:extLst>
          </p:cNvPr>
          <p:cNvGraphicFramePr>
            <a:graphicFrameLocks noChangeAspect="1"/>
          </p:cNvGraphicFramePr>
          <p:nvPr/>
        </p:nvGraphicFramePr>
        <p:xfrm>
          <a:off x="2743200" y="3124200"/>
          <a:ext cx="3429000" cy="2362200"/>
        </p:xfrm>
        <a:graphic>
          <a:graphicData uri="http://schemas.openxmlformats.org/presentationml/2006/ole">
            <mc:AlternateContent xmlns:mc="http://schemas.openxmlformats.org/markup-compatibility/2006">
              <mc:Choice xmlns:v="urn:schemas-microsoft-com:vml" Requires="v">
                <p:oleObj name="Equation" r:id="rId6" imgW="1562100" imgH="1422400" progId="Equation.3">
                  <p:embed/>
                </p:oleObj>
              </mc:Choice>
              <mc:Fallback>
                <p:oleObj name="Equation" r:id="rId6" imgW="1562100" imgH="1422400" progId="Equation.3">
                  <p:embed/>
                  <p:pic>
                    <p:nvPicPr>
                      <p:cNvPr id="8202" name="Object 10">
                        <a:extLst>
                          <a:ext uri="{FF2B5EF4-FFF2-40B4-BE49-F238E27FC236}">
                            <a16:creationId xmlns:a16="http://schemas.microsoft.com/office/drawing/2014/main" id="{5C118E8F-50D2-48A2-9C4B-586505AF9077}"/>
                          </a:ext>
                        </a:extLst>
                      </p:cNvPr>
                      <p:cNvPicPr>
                        <a:picLocks noChangeAspect="1" noChangeArrowheads="1"/>
                      </p:cNvPicPr>
                      <p:nvPr/>
                    </p:nvPicPr>
                    <p:blipFill>
                      <a:blip r:embed="rId7">
                        <a:grayscl/>
                        <a:biLevel thresh="50000"/>
                        <a:extLst>
                          <a:ext uri="{28A0092B-C50C-407E-A947-70E740481C1C}">
                            <a14:useLocalDpi xmlns:a14="http://schemas.microsoft.com/office/drawing/2010/main" val="0"/>
                          </a:ext>
                        </a:extLst>
                      </a:blip>
                      <a:srcRect/>
                      <a:stretch>
                        <a:fillRect/>
                      </a:stretch>
                    </p:blipFill>
                    <p:spPr bwMode="auto">
                      <a:xfrm>
                        <a:off x="2743200" y="3124200"/>
                        <a:ext cx="3429000" cy="2362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03" name="Text Box 11">
            <a:extLst>
              <a:ext uri="{FF2B5EF4-FFF2-40B4-BE49-F238E27FC236}">
                <a16:creationId xmlns:a16="http://schemas.microsoft.com/office/drawing/2014/main" id="{8273ECB0-62EF-4E8B-A739-EC45B6E57EFA}"/>
              </a:ext>
            </a:extLst>
          </p:cNvPr>
          <p:cNvSpPr txBox="1">
            <a:spLocks noChangeArrowheads="1"/>
          </p:cNvSpPr>
          <p:nvPr/>
        </p:nvSpPr>
        <p:spPr bwMode="auto">
          <a:xfrm>
            <a:off x="0" y="5943600"/>
            <a:ext cx="2667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t></a:t>
            </a:r>
            <a:r>
              <a:rPr kumimoji="1" lang="en-US" altLang="zh-CN" sz="2800" b="1" i="0" u="none" strike="noStrike" kern="1200" cap="none" spc="0" normalizeH="0" baseline="0" noProof="0">
                <a:ln>
                  <a:noFill/>
                </a:ln>
                <a:solidFill>
                  <a:srgbClr val="FF0000"/>
                </a:solidFill>
                <a:effectLst/>
                <a:uLnTx/>
                <a:uFillTx/>
                <a:latin typeface="宋体" panose="02010600030101010101" pitchFamily="2" charset="-122"/>
                <a:ea typeface="宋体" panose="02010600030101010101" pitchFamily="2" charset="-122"/>
                <a:cs typeface="Courier New" panose="02070309020205020404" pitchFamily="49" charset="0"/>
              </a:rPr>
              <a:t></a:t>
            </a:r>
            <a:r>
              <a:rPr kumimoji="1" lang="zh-CN" altLang="en-US"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t>因此有</a:t>
            </a:r>
          </a:p>
        </p:txBody>
      </p:sp>
      <p:graphicFrame>
        <p:nvGraphicFramePr>
          <p:cNvPr id="8204" name="Object 12">
            <a:extLst>
              <a:ext uri="{FF2B5EF4-FFF2-40B4-BE49-F238E27FC236}">
                <a16:creationId xmlns:a16="http://schemas.microsoft.com/office/drawing/2014/main" id="{3B887F82-06BE-4115-8C49-338CECBDB3BA}"/>
              </a:ext>
            </a:extLst>
          </p:cNvPr>
          <p:cNvGraphicFramePr>
            <a:graphicFrameLocks noChangeAspect="1"/>
          </p:cNvGraphicFramePr>
          <p:nvPr/>
        </p:nvGraphicFramePr>
        <p:xfrm>
          <a:off x="2374900" y="5648325"/>
          <a:ext cx="4864100" cy="1209675"/>
        </p:xfrm>
        <a:graphic>
          <a:graphicData uri="http://schemas.openxmlformats.org/presentationml/2006/ole">
            <mc:AlternateContent xmlns:mc="http://schemas.openxmlformats.org/markup-compatibility/2006">
              <mc:Choice xmlns:v="urn:schemas-microsoft-com:vml" Requires="v">
                <p:oleObj name="Equation" r:id="rId8" imgW="2298700" imgH="457200" progId="Equation.3">
                  <p:embed/>
                </p:oleObj>
              </mc:Choice>
              <mc:Fallback>
                <p:oleObj name="Equation" r:id="rId8" imgW="2298700" imgH="457200" progId="Equation.3">
                  <p:embed/>
                  <p:pic>
                    <p:nvPicPr>
                      <p:cNvPr id="8204" name="Object 12">
                        <a:extLst>
                          <a:ext uri="{FF2B5EF4-FFF2-40B4-BE49-F238E27FC236}">
                            <a16:creationId xmlns:a16="http://schemas.microsoft.com/office/drawing/2014/main" id="{3B887F82-06BE-4115-8C49-338CECBDB3B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74900" y="5648325"/>
                        <a:ext cx="4864100" cy="1209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 name="矩形 12">
            <a:extLst>
              <a:ext uri="{FF2B5EF4-FFF2-40B4-BE49-F238E27FC236}">
                <a16:creationId xmlns:a16="http://schemas.microsoft.com/office/drawing/2014/main" id="{1A35F283-7E86-4FE6-A6FE-BA7529BAE5C4}"/>
              </a:ext>
            </a:extLst>
          </p:cNvPr>
          <p:cNvSpPr/>
          <p:nvPr/>
        </p:nvSpPr>
        <p:spPr>
          <a:xfrm>
            <a:off x="228600" y="457200"/>
            <a:ext cx="2377574" cy="830997"/>
          </a:xfrm>
          <a:prstGeom prst="rect">
            <a:avLst/>
          </a:prstGeom>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4800" b="1" i="0" u="none" strike="noStrike" kern="1200" cap="none" spc="50" normalizeH="0" baseline="0" noProof="0" dirty="0">
                <a:ln w="11430"/>
                <a:gradFill>
                  <a:gsLst>
                    <a:gs pos="25000">
                      <a:srgbClr val="438086">
                        <a:satMod val="155000"/>
                      </a:srgbClr>
                    </a:gs>
                    <a:gs pos="100000">
                      <a:srgbClr val="438086">
                        <a:shade val="45000"/>
                        <a:satMod val="165000"/>
                      </a:srgbClr>
                    </a:gs>
                  </a:gsLst>
                  <a:lin ang="5400000"/>
                </a:gradFill>
                <a:effectLst/>
                <a:uLnTx/>
                <a:uFillTx/>
                <a:latin typeface="宋体" pitchFamily="2" charset="-122"/>
                <a:ea typeface="宋体" panose="02010600030101010101" pitchFamily="2" charset="-122"/>
                <a:cs typeface="+mn-cs"/>
              </a:rPr>
              <a:t>恒等式</a:t>
            </a:r>
            <a:r>
              <a:rPr kumimoji="1" lang="en-US" altLang="zh-CN" sz="4800" b="1" i="0" u="none" strike="noStrike" kern="1200" cap="none" spc="50" normalizeH="0" baseline="0" noProof="0" dirty="0">
                <a:ln w="11430"/>
                <a:gradFill>
                  <a:gsLst>
                    <a:gs pos="25000">
                      <a:srgbClr val="438086">
                        <a:satMod val="155000"/>
                      </a:srgbClr>
                    </a:gs>
                    <a:gs pos="100000">
                      <a:srgbClr val="438086">
                        <a:shade val="45000"/>
                        <a:satMod val="165000"/>
                      </a:srgbClr>
                    </a:gs>
                  </a:gsLst>
                  <a:lin ang="5400000"/>
                </a:gradFill>
                <a:effectLst/>
                <a:uLnTx/>
                <a:uFillTx/>
                <a:latin typeface="宋体" pitchFamily="2" charset="-122"/>
                <a:ea typeface="宋体" panose="02010600030101010101" pitchFamily="2" charset="-122"/>
                <a:cs typeface="+mn-cs"/>
              </a:rPr>
              <a:t>7</a:t>
            </a:r>
            <a:endParaRPr kumimoji="1" lang="zh-CN" altLang="en-US" sz="4800" b="1" i="0" u="none" strike="noStrike" kern="1200" cap="none" spc="50" normalizeH="0" baseline="0" noProof="0" dirty="0">
              <a:ln w="11430"/>
              <a:gradFill>
                <a:gsLst>
                  <a:gs pos="25000">
                    <a:srgbClr val="438086">
                      <a:satMod val="155000"/>
                    </a:srgbClr>
                  </a:gs>
                  <a:gs pos="100000">
                    <a:srgbClr val="438086">
                      <a:shade val="45000"/>
                      <a:satMod val="165000"/>
                    </a:srgbClr>
                  </a:gs>
                </a:gsLst>
                <a:lin ang="5400000"/>
              </a:gra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197"/>
                                        </p:tgtEl>
                                        <p:attrNameLst>
                                          <p:attrName>style.visibility</p:attrName>
                                        </p:attrNameLst>
                                      </p:cBhvr>
                                      <p:to>
                                        <p:strVal val="visible"/>
                                      </p:to>
                                    </p:set>
                                    <p:animEffect transition="in" filter="dissolve">
                                      <p:cBhvr>
                                        <p:cTn id="7" dur="500"/>
                                        <p:tgtEl>
                                          <p:spTgt spid="8197"/>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8198"/>
                                        </p:tgtEl>
                                        <p:attrNameLst>
                                          <p:attrName>style.visibility</p:attrName>
                                        </p:attrNameLst>
                                      </p:cBhvr>
                                      <p:to>
                                        <p:strVal val="visible"/>
                                      </p:to>
                                    </p:set>
                                    <p:animEffect transition="in" filter="dissolve">
                                      <p:cBhvr>
                                        <p:cTn id="11" dur="500"/>
                                        <p:tgtEl>
                                          <p:spTgt spid="819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8199"/>
                                        </p:tgtEl>
                                        <p:attrNameLst>
                                          <p:attrName>style.visibility</p:attrName>
                                        </p:attrNameLst>
                                      </p:cBhvr>
                                      <p:to>
                                        <p:strVal val="visible"/>
                                      </p:to>
                                    </p:set>
                                    <p:animEffect transition="in" filter="dissolve">
                                      <p:cBhvr>
                                        <p:cTn id="16" dur="500"/>
                                        <p:tgtEl>
                                          <p:spTgt spid="8199"/>
                                        </p:tgtEl>
                                      </p:cBhvr>
                                    </p:animEffect>
                                  </p:childTnLst>
                                </p:cTn>
                              </p:par>
                            </p:childTnLst>
                          </p:cTn>
                        </p:par>
                        <p:par>
                          <p:cTn id="17" fill="hold" nodeType="afterGroup">
                            <p:stCondLst>
                              <p:cond delay="500"/>
                            </p:stCondLst>
                            <p:childTnLst>
                              <p:par>
                                <p:cTn id="18" presetID="9" presetClass="entr" presetSubtype="0" fill="hold" nodeType="afterEffect">
                                  <p:stCondLst>
                                    <p:cond delay="0"/>
                                  </p:stCondLst>
                                  <p:childTnLst>
                                    <p:set>
                                      <p:cBhvr>
                                        <p:cTn id="19" dur="1" fill="hold">
                                          <p:stCondLst>
                                            <p:cond delay="0"/>
                                          </p:stCondLst>
                                        </p:cTn>
                                        <p:tgtEl>
                                          <p:spTgt spid="8200"/>
                                        </p:tgtEl>
                                        <p:attrNameLst>
                                          <p:attrName>style.visibility</p:attrName>
                                        </p:attrNameLst>
                                      </p:cBhvr>
                                      <p:to>
                                        <p:strVal val="visible"/>
                                      </p:to>
                                    </p:set>
                                    <p:animEffect transition="in" filter="dissolve">
                                      <p:cBhvr>
                                        <p:cTn id="20" dur="500"/>
                                        <p:tgtEl>
                                          <p:spTgt spid="8200"/>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8201"/>
                                        </p:tgtEl>
                                        <p:attrNameLst>
                                          <p:attrName>style.visibility</p:attrName>
                                        </p:attrNameLst>
                                      </p:cBhvr>
                                      <p:to>
                                        <p:strVal val="visible"/>
                                      </p:to>
                                    </p:set>
                                    <p:animEffect transition="in" filter="dissolve">
                                      <p:cBhvr>
                                        <p:cTn id="25" dur="500"/>
                                        <p:tgtEl>
                                          <p:spTgt spid="8201"/>
                                        </p:tgtEl>
                                      </p:cBhvr>
                                    </p:animEffect>
                                  </p:childTnLst>
                                </p:cTn>
                              </p:par>
                            </p:childTnLst>
                          </p:cTn>
                        </p:par>
                        <p:par>
                          <p:cTn id="26" fill="hold" nodeType="afterGroup">
                            <p:stCondLst>
                              <p:cond delay="500"/>
                            </p:stCondLst>
                            <p:childTnLst>
                              <p:par>
                                <p:cTn id="27" presetID="9" presetClass="entr" presetSubtype="0" fill="hold" nodeType="afterEffect">
                                  <p:stCondLst>
                                    <p:cond delay="0"/>
                                  </p:stCondLst>
                                  <p:childTnLst>
                                    <p:set>
                                      <p:cBhvr>
                                        <p:cTn id="28" dur="1" fill="hold">
                                          <p:stCondLst>
                                            <p:cond delay="0"/>
                                          </p:stCondLst>
                                        </p:cTn>
                                        <p:tgtEl>
                                          <p:spTgt spid="8202"/>
                                        </p:tgtEl>
                                        <p:attrNameLst>
                                          <p:attrName>style.visibility</p:attrName>
                                        </p:attrNameLst>
                                      </p:cBhvr>
                                      <p:to>
                                        <p:strVal val="visible"/>
                                      </p:to>
                                    </p:set>
                                    <p:animEffect transition="in" filter="dissolve">
                                      <p:cBhvr>
                                        <p:cTn id="29" dur="500"/>
                                        <p:tgtEl>
                                          <p:spTgt spid="8202"/>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8203"/>
                                        </p:tgtEl>
                                        <p:attrNameLst>
                                          <p:attrName>style.visibility</p:attrName>
                                        </p:attrNameLst>
                                      </p:cBhvr>
                                      <p:to>
                                        <p:strVal val="visible"/>
                                      </p:to>
                                    </p:set>
                                    <p:animEffect transition="in" filter="dissolve">
                                      <p:cBhvr>
                                        <p:cTn id="34" dur="500"/>
                                        <p:tgtEl>
                                          <p:spTgt spid="8203"/>
                                        </p:tgtEl>
                                      </p:cBhvr>
                                    </p:animEffect>
                                  </p:childTnLst>
                                </p:cTn>
                              </p:par>
                            </p:childTnLst>
                          </p:cTn>
                        </p:par>
                        <p:par>
                          <p:cTn id="35" fill="hold" nodeType="afterGroup">
                            <p:stCondLst>
                              <p:cond delay="500"/>
                            </p:stCondLst>
                            <p:childTnLst>
                              <p:par>
                                <p:cTn id="36" presetID="9" presetClass="entr" presetSubtype="0" fill="hold" nodeType="afterEffect">
                                  <p:stCondLst>
                                    <p:cond delay="0"/>
                                  </p:stCondLst>
                                  <p:childTnLst>
                                    <p:set>
                                      <p:cBhvr>
                                        <p:cTn id="37" dur="1" fill="hold">
                                          <p:stCondLst>
                                            <p:cond delay="0"/>
                                          </p:stCondLst>
                                        </p:cTn>
                                        <p:tgtEl>
                                          <p:spTgt spid="8204"/>
                                        </p:tgtEl>
                                        <p:attrNameLst>
                                          <p:attrName>style.visibility</p:attrName>
                                        </p:attrNameLst>
                                      </p:cBhvr>
                                      <p:to>
                                        <p:strVal val="visible"/>
                                      </p:to>
                                    </p:set>
                                    <p:animEffect transition="in" filter="dissolve">
                                      <p:cBhvr>
                                        <p:cTn id="38" dur="500"/>
                                        <p:tgtEl>
                                          <p:spTgt spid="82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7" grpId="0" autoUpdateAnimBg="0"/>
      <p:bldP spid="8199" grpId="0" autoUpdateAnimBg="0"/>
      <p:bldP spid="8201" grpId="0" autoUpdateAnimBg="0"/>
      <p:bldP spid="8203" grpId="0" autoUpdateAnimBg="0"/>
    </p:bldLst>
  </p:timing>
</p:sld>
</file>

<file path=ppt/slides/slide8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3" name="Text Box 5">
            <a:extLst>
              <a:ext uri="{FF2B5EF4-FFF2-40B4-BE49-F238E27FC236}">
                <a16:creationId xmlns:a16="http://schemas.microsoft.com/office/drawing/2014/main" id="{FDAE8739-F890-4BAB-B263-B4CD54FFF21E}"/>
              </a:ext>
            </a:extLst>
          </p:cNvPr>
          <p:cNvSpPr>
            <a:spLocks noGrp="1"/>
          </p:cNvSpPr>
          <p:nvPr>
            <p:ph idx="1"/>
          </p:nvPr>
        </p:nvSpPr>
        <p:spPr>
          <a:xfrm>
            <a:off x="1371600" y="2057400"/>
            <a:ext cx="7772400" cy="4114800"/>
          </a:xfrm>
        </p:spPr>
        <p:txBody>
          <a:bodyPr/>
          <a:lstStyle/>
          <a:p>
            <a:pPr eaLnBrk="1" hangingPunct="1">
              <a:spcBef>
                <a:spcPct val="50000"/>
              </a:spcBef>
              <a:buFontTx/>
              <a:buNone/>
            </a:pPr>
            <a:r>
              <a:rPr lang="zh-CN" altLang="en-US" b="1"/>
              <a:t>比较等式两边的系数得恒等式</a:t>
            </a:r>
            <a:r>
              <a:rPr lang="en-US" altLang="zh-CN" b="1"/>
              <a:t>7</a:t>
            </a:r>
          </a:p>
        </p:txBody>
      </p:sp>
      <p:sp>
        <p:nvSpPr>
          <p:cNvPr id="12291" name="Rectangle 6">
            <a:extLst>
              <a:ext uri="{FF2B5EF4-FFF2-40B4-BE49-F238E27FC236}">
                <a16:creationId xmlns:a16="http://schemas.microsoft.com/office/drawing/2014/main" id="{1FB1032A-7480-4967-9E56-CB75806604D2}"/>
              </a:ext>
            </a:extLst>
          </p:cNvPr>
          <p:cNvSpPr>
            <a:spLocks noChangeArrowheads="1"/>
          </p:cNvSpPr>
          <p:nvPr/>
        </p:nvSpPr>
        <p:spPr bwMode="auto">
          <a:xfrm>
            <a:off x="838200" y="3124200"/>
            <a:ext cx="729615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2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t>恒等式</a:t>
            </a:r>
            <a:r>
              <a:rPr kumimoji="1" lang="en-US" altLang="zh-CN" sz="32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t>7</a:t>
            </a:r>
            <a:r>
              <a:rPr kumimoji="1" lang="zh-CN" altLang="en-US" sz="32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t>还可以用组合分析的方法论证</a:t>
            </a:r>
            <a:r>
              <a:rPr kumimoji="1" lang="zh-CN" altLang="en-US"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t>：</a:t>
            </a:r>
            <a:br>
              <a:rPr kumimoji="1" lang="zh-CN" altLang="en-US"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br>
            <a:endParaRPr kumimoji="1" lang="zh-CN" altLang="en-US"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25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3" grpId="0"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5" name="Text Box 5">
            <a:extLst>
              <a:ext uri="{FF2B5EF4-FFF2-40B4-BE49-F238E27FC236}">
                <a16:creationId xmlns:a16="http://schemas.microsoft.com/office/drawing/2014/main" id="{1009520C-CFC3-4F72-9275-2AF06DCE5D5C}"/>
              </a:ext>
            </a:extLst>
          </p:cNvPr>
          <p:cNvSpPr txBox="1">
            <a:spLocks noChangeArrowheads="1"/>
          </p:cNvSpPr>
          <p:nvPr/>
        </p:nvSpPr>
        <p:spPr bwMode="auto">
          <a:xfrm>
            <a:off x="304800" y="457200"/>
            <a:ext cx="7162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32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t>恒等式</a:t>
            </a:r>
            <a:r>
              <a:rPr kumimoji="1" lang="en-US" altLang="zh-CN" sz="32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t>7</a:t>
            </a:r>
            <a:r>
              <a:rPr kumimoji="1" lang="zh-CN" altLang="en-US" sz="32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t>也称</a:t>
            </a:r>
            <a:r>
              <a:rPr kumimoji="1" lang="en-US" altLang="zh-CN" sz="32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t>Vandermonde</a:t>
            </a:r>
            <a:r>
              <a:rPr kumimoji="1" lang="zh-CN" altLang="en-US" sz="32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t>恒等式。</a:t>
            </a:r>
          </a:p>
        </p:txBody>
      </p:sp>
      <p:sp>
        <p:nvSpPr>
          <p:cNvPr id="10246" name="Text Box 6">
            <a:extLst>
              <a:ext uri="{FF2B5EF4-FFF2-40B4-BE49-F238E27FC236}">
                <a16:creationId xmlns:a16="http://schemas.microsoft.com/office/drawing/2014/main" id="{F250D57C-7263-40D6-9A37-5A5F64F3891D}"/>
              </a:ext>
            </a:extLst>
          </p:cNvPr>
          <p:cNvSpPr txBox="1">
            <a:spLocks noChangeArrowheads="1"/>
          </p:cNvSpPr>
          <p:nvPr/>
        </p:nvSpPr>
        <p:spPr bwMode="auto">
          <a:xfrm>
            <a:off x="152400" y="1371600"/>
            <a:ext cx="8991600"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32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t>用类似的方法证明，有</a:t>
            </a:r>
            <a:r>
              <a:rPr kumimoji="1" lang="zh-CN" altLang="en-US" sz="3200" b="1" i="0" u="none" strike="noStrike" kern="1200" cap="none" spc="0" normalizeH="0" baseline="0" noProof="0">
                <a:ln>
                  <a:noFill/>
                </a:ln>
                <a:solidFill>
                  <a:srgbClr val="FF0000"/>
                </a:solidFill>
                <a:effectLst/>
                <a:uLnTx/>
                <a:uFillTx/>
                <a:latin typeface="宋体" panose="02010600030101010101" pitchFamily="2" charset="-122"/>
                <a:ea typeface="宋体" panose="02010600030101010101" pitchFamily="2" charset="-122"/>
                <a:cs typeface="Courier New" panose="02070309020205020404" pitchFamily="49" charset="0"/>
              </a:rPr>
              <a:t>恒等式</a:t>
            </a:r>
            <a:r>
              <a:rPr kumimoji="1" lang="en-US" altLang="zh-CN" sz="3200" b="1" i="0" u="none" strike="noStrike" kern="1200" cap="none" spc="0" normalizeH="0" baseline="0" noProof="0">
                <a:ln>
                  <a:noFill/>
                </a:ln>
                <a:solidFill>
                  <a:srgbClr val="FF0000"/>
                </a:solidFill>
                <a:effectLst/>
                <a:uLnTx/>
                <a:uFillTx/>
                <a:latin typeface="宋体" panose="02010600030101010101" pitchFamily="2" charset="-122"/>
                <a:ea typeface="宋体" panose="02010600030101010101" pitchFamily="2" charset="-122"/>
                <a:cs typeface="Courier New" panose="02070309020205020404" pitchFamily="49" charset="0"/>
              </a:rPr>
              <a:t>8</a:t>
            </a:r>
            <a:r>
              <a:rPr kumimoji="1" lang="zh-CN" altLang="en-US" sz="32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t>对于正整数</a:t>
            </a:r>
            <a:r>
              <a:rPr kumimoji="1" lang="en-US" altLang="zh-CN" sz="32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t>m,n,</a:t>
            </a:r>
            <a:r>
              <a:rPr kumimoji="1" lang="zh-CN" altLang="en-US" sz="32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有                      </a:t>
            </a:r>
            <a:r>
              <a:rPr kumimoji="1" lang="en-US" altLang="zh-CN" sz="32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t></a:t>
            </a:r>
          </a:p>
        </p:txBody>
      </p:sp>
      <p:sp>
        <p:nvSpPr>
          <p:cNvPr id="10248" name="Text Box 8">
            <a:extLst>
              <a:ext uri="{FF2B5EF4-FFF2-40B4-BE49-F238E27FC236}">
                <a16:creationId xmlns:a16="http://schemas.microsoft.com/office/drawing/2014/main" id="{D4E1BDC6-88B9-4EE9-9252-1A4588E9A493}"/>
              </a:ext>
            </a:extLst>
          </p:cNvPr>
          <p:cNvSpPr txBox="1">
            <a:spLocks noChangeArrowheads="1"/>
          </p:cNvSpPr>
          <p:nvPr/>
        </p:nvSpPr>
        <p:spPr bwMode="auto">
          <a:xfrm>
            <a:off x="381000" y="3276600"/>
            <a:ext cx="74676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t>事实上，这个恒等式是式</a:t>
            </a:r>
            <a:r>
              <a:rPr kumimoji="1" lang="en-US" altLang="zh-CN"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t>(1.29)</a:t>
            </a:r>
            <a:r>
              <a:rPr kumimoji="1" lang="zh-CN" altLang="en-US"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t>的推论，只需在式</a:t>
            </a:r>
            <a:r>
              <a:rPr kumimoji="1" lang="en-US" altLang="zh-CN"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t>(1.29)</a:t>
            </a:r>
            <a:r>
              <a:rPr kumimoji="1" lang="zh-CN" altLang="en-US"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t>中，令</a:t>
            </a:r>
            <a:r>
              <a:rPr kumimoji="1" lang="en-US" altLang="zh-CN"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t>p=m</a:t>
            </a:r>
            <a:r>
              <a:rPr kumimoji="1" lang="zh-CN" altLang="en-US"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t>即得式</a:t>
            </a:r>
            <a:r>
              <a:rPr kumimoji="1" lang="en-US" altLang="zh-CN"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t>(1.30)</a:t>
            </a:r>
            <a:r>
              <a:rPr kumimoji="1" lang="zh-CN" altLang="en-US"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t>。</a:t>
            </a:r>
          </a:p>
        </p:txBody>
      </p:sp>
      <p:sp>
        <p:nvSpPr>
          <p:cNvPr id="10249" name="Text Box 9">
            <a:extLst>
              <a:ext uri="{FF2B5EF4-FFF2-40B4-BE49-F238E27FC236}">
                <a16:creationId xmlns:a16="http://schemas.microsoft.com/office/drawing/2014/main" id="{F9039ADE-83F2-43D1-91B9-D45A00777343}"/>
              </a:ext>
            </a:extLst>
          </p:cNvPr>
          <p:cNvSpPr txBox="1">
            <a:spLocks noChangeArrowheads="1"/>
          </p:cNvSpPr>
          <p:nvPr/>
        </p:nvSpPr>
        <p:spPr bwMode="auto">
          <a:xfrm>
            <a:off x="304800" y="4343400"/>
            <a:ext cx="86868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t>又在式</a:t>
            </a:r>
            <a:r>
              <a:rPr kumimoji="1" lang="en-US" altLang="zh-CN"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t>(1.30)</a:t>
            </a:r>
            <a:r>
              <a:rPr kumimoji="1" lang="zh-CN" altLang="en-US"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t>中，令</a:t>
            </a:r>
            <a:r>
              <a:rPr kumimoji="1" lang="en-US" altLang="zh-CN"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t>m=n</a:t>
            </a:r>
            <a:r>
              <a:rPr kumimoji="1" lang="zh-CN" altLang="en-US"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t>，又有</a:t>
            </a:r>
            <a:r>
              <a:rPr kumimoji="1" lang="zh-CN" altLang="en-US" sz="2800" b="1" i="0" u="none" strike="noStrike" kern="1200" cap="none" spc="0" normalizeH="0" baseline="0" noProof="0">
                <a:ln>
                  <a:noFill/>
                </a:ln>
                <a:solidFill>
                  <a:srgbClr val="FF0000"/>
                </a:solidFill>
                <a:effectLst/>
                <a:uLnTx/>
                <a:uFillTx/>
                <a:latin typeface="宋体" panose="02010600030101010101" pitchFamily="2" charset="-122"/>
                <a:ea typeface="宋体" panose="02010600030101010101" pitchFamily="2" charset="-122"/>
                <a:cs typeface="Courier New" panose="02070309020205020404" pitchFamily="49" charset="0"/>
              </a:rPr>
              <a:t>恒等式</a:t>
            </a:r>
            <a:r>
              <a:rPr kumimoji="1" lang="en-US" altLang="zh-CN" sz="2800" b="1" i="0" u="none" strike="noStrike" kern="1200" cap="none" spc="0" normalizeH="0" baseline="0" noProof="0">
                <a:ln>
                  <a:noFill/>
                </a:ln>
                <a:solidFill>
                  <a:srgbClr val="FF0000"/>
                </a:solidFill>
                <a:effectLst/>
                <a:uLnTx/>
                <a:uFillTx/>
                <a:latin typeface="宋体" panose="02010600030101010101" pitchFamily="2" charset="-122"/>
                <a:ea typeface="宋体" panose="02010600030101010101" pitchFamily="2" charset="-122"/>
                <a:cs typeface="Courier New" panose="02070309020205020404" pitchFamily="49" charset="0"/>
              </a:rPr>
              <a:t>9</a:t>
            </a:r>
            <a:r>
              <a:rPr kumimoji="1" lang="zh-CN" altLang="en-US"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t>对于任何正整数</a:t>
            </a:r>
            <a:r>
              <a:rPr kumimoji="1" lang="en-US" altLang="zh-CN"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t>n,</a:t>
            </a:r>
            <a:r>
              <a:rPr kumimoji="1" lang="zh-CN" altLang="en-US"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t>有</a:t>
            </a:r>
          </a:p>
        </p:txBody>
      </p:sp>
      <p:graphicFrame>
        <p:nvGraphicFramePr>
          <p:cNvPr id="10250" name="Object 10">
            <a:extLst>
              <a:ext uri="{FF2B5EF4-FFF2-40B4-BE49-F238E27FC236}">
                <a16:creationId xmlns:a16="http://schemas.microsoft.com/office/drawing/2014/main" id="{1A0B5C5E-CB07-44EC-A8B7-64A343713FE3}"/>
              </a:ext>
            </a:extLst>
          </p:cNvPr>
          <p:cNvGraphicFramePr>
            <a:graphicFrameLocks noChangeAspect="1"/>
          </p:cNvGraphicFramePr>
          <p:nvPr/>
        </p:nvGraphicFramePr>
        <p:xfrm>
          <a:off x="2514600" y="5029200"/>
          <a:ext cx="3519488" cy="1311275"/>
        </p:xfrm>
        <a:graphic>
          <a:graphicData uri="http://schemas.openxmlformats.org/presentationml/2006/ole">
            <mc:AlternateContent xmlns:mc="http://schemas.openxmlformats.org/markup-compatibility/2006">
              <mc:Choice xmlns:v="urn:schemas-microsoft-com:vml" Requires="v">
                <p:oleObj name="Equation" r:id="rId2" imgW="1022313" imgH="476119" progId="Equation.3">
                  <p:embed/>
                </p:oleObj>
              </mc:Choice>
              <mc:Fallback>
                <p:oleObj name="Equation" r:id="rId2" imgW="1022313" imgH="476119" progId="Equation.3">
                  <p:embed/>
                  <p:pic>
                    <p:nvPicPr>
                      <p:cNvPr id="10250" name="Object 10">
                        <a:extLst>
                          <a:ext uri="{FF2B5EF4-FFF2-40B4-BE49-F238E27FC236}">
                            <a16:creationId xmlns:a16="http://schemas.microsoft.com/office/drawing/2014/main" id="{1A0B5C5E-CB07-44EC-A8B7-64A343713F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5029200"/>
                        <a:ext cx="3519488" cy="1311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19" name="Object 13">
            <a:extLst>
              <a:ext uri="{FF2B5EF4-FFF2-40B4-BE49-F238E27FC236}">
                <a16:creationId xmlns:a16="http://schemas.microsoft.com/office/drawing/2014/main" id="{92B837DA-434A-4A59-A3DD-38B3C9EE7083}"/>
              </a:ext>
            </a:extLst>
          </p:cNvPr>
          <p:cNvGraphicFramePr>
            <a:graphicFrameLocks noChangeAspect="1"/>
          </p:cNvGraphicFramePr>
          <p:nvPr/>
        </p:nvGraphicFramePr>
        <p:xfrm>
          <a:off x="2133600" y="2057400"/>
          <a:ext cx="3810000" cy="1066800"/>
        </p:xfrm>
        <a:graphic>
          <a:graphicData uri="http://schemas.openxmlformats.org/presentationml/2006/ole">
            <mc:AlternateContent xmlns:mc="http://schemas.openxmlformats.org/markup-compatibility/2006">
              <mc:Choice xmlns:v="urn:schemas-microsoft-com:vml" Requires="v">
                <p:oleObj name="Equation" r:id="rId4" imgW="1346200" imgH="457200" progId="Equation.3">
                  <p:embed/>
                </p:oleObj>
              </mc:Choice>
              <mc:Fallback>
                <p:oleObj name="Equation" r:id="rId4" imgW="1346200" imgH="457200" progId="Equation.3">
                  <p:embed/>
                  <p:pic>
                    <p:nvPicPr>
                      <p:cNvPr id="13319" name="Object 13">
                        <a:extLst>
                          <a:ext uri="{FF2B5EF4-FFF2-40B4-BE49-F238E27FC236}">
                            <a16:creationId xmlns:a16="http://schemas.microsoft.com/office/drawing/2014/main" id="{92B837DA-434A-4A59-A3DD-38B3C9EE7083}"/>
                          </a:ext>
                        </a:extLst>
                      </p:cNvPr>
                      <p:cNvPicPr>
                        <a:picLocks noChangeAspect="1" noChangeArrowheads="1"/>
                      </p:cNvPicPr>
                      <p:nvPr/>
                    </p:nvPicPr>
                    <p:blipFill>
                      <a:blip r:embed="rId5">
                        <a:lum bright="-26000" contrast="-74000"/>
                        <a:grayscl/>
                        <a:extLst>
                          <a:ext uri="{28A0092B-C50C-407E-A947-70E740481C1C}">
                            <a14:useLocalDpi xmlns:a14="http://schemas.microsoft.com/office/drawing/2010/main" val="0"/>
                          </a:ext>
                        </a:extLst>
                      </a:blip>
                      <a:srcRect/>
                      <a:stretch>
                        <a:fillRect/>
                      </a:stretch>
                    </p:blipFill>
                    <p:spPr bwMode="auto">
                      <a:xfrm>
                        <a:off x="2133600" y="2057400"/>
                        <a:ext cx="38100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320" name="矩形 9">
            <a:extLst>
              <a:ext uri="{FF2B5EF4-FFF2-40B4-BE49-F238E27FC236}">
                <a16:creationId xmlns:a16="http://schemas.microsoft.com/office/drawing/2014/main" id="{25D0A8FF-D57F-4CBA-89C0-C6455E9B2D20}"/>
              </a:ext>
            </a:extLst>
          </p:cNvPr>
          <p:cNvSpPr>
            <a:spLocks noChangeArrowheads="1"/>
          </p:cNvSpPr>
          <p:nvPr/>
        </p:nvSpPr>
        <p:spPr bwMode="auto">
          <a:xfrm>
            <a:off x="7315200" y="2286000"/>
            <a:ext cx="14160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Courier New" panose="02070309020205020404" pitchFamily="49" charset="0"/>
              </a:rPr>
              <a:t>(1.30)</a:t>
            </a:r>
            <a:endParaRPr kumimoji="1" lang="zh-CN" altLang="en-US" sz="32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24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024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10248"/>
                                        </p:tgtEl>
                                        <p:attrNameLst>
                                          <p:attrName>style.visibility</p:attrName>
                                        </p:attrNameLst>
                                      </p:cBhvr>
                                      <p:to>
                                        <p:strVal val="visible"/>
                                      </p:to>
                                    </p:set>
                                    <p:animEffect transition="in" filter="dissolve">
                                      <p:cBhvr>
                                        <p:cTn id="15" dur="500"/>
                                        <p:tgtEl>
                                          <p:spTgt spid="10248"/>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10249"/>
                                        </p:tgtEl>
                                        <p:attrNameLst>
                                          <p:attrName>style.visibility</p:attrName>
                                        </p:attrNameLst>
                                      </p:cBhvr>
                                      <p:to>
                                        <p:strVal val="visible"/>
                                      </p:to>
                                    </p:set>
                                    <p:animEffect transition="in" filter="dissolve">
                                      <p:cBhvr>
                                        <p:cTn id="20" dur="500"/>
                                        <p:tgtEl>
                                          <p:spTgt spid="10249"/>
                                        </p:tgtEl>
                                      </p:cBhvr>
                                    </p:animEffect>
                                  </p:childTnLst>
                                </p:cTn>
                              </p:par>
                            </p:childTnLst>
                          </p:cTn>
                        </p:par>
                        <p:par>
                          <p:cTn id="21" fill="hold" nodeType="afterGroup">
                            <p:stCondLst>
                              <p:cond delay="500"/>
                            </p:stCondLst>
                            <p:childTnLst>
                              <p:par>
                                <p:cTn id="22" presetID="9" presetClass="entr" presetSubtype="0" fill="hold" nodeType="afterEffect">
                                  <p:stCondLst>
                                    <p:cond delay="0"/>
                                  </p:stCondLst>
                                  <p:childTnLst>
                                    <p:set>
                                      <p:cBhvr>
                                        <p:cTn id="23" dur="1" fill="hold">
                                          <p:stCondLst>
                                            <p:cond delay="0"/>
                                          </p:stCondLst>
                                        </p:cTn>
                                        <p:tgtEl>
                                          <p:spTgt spid="10250"/>
                                        </p:tgtEl>
                                        <p:attrNameLst>
                                          <p:attrName>style.visibility</p:attrName>
                                        </p:attrNameLst>
                                      </p:cBhvr>
                                      <p:to>
                                        <p:strVal val="visible"/>
                                      </p:to>
                                    </p:set>
                                    <p:animEffect transition="in" filter="dissolve">
                                      <p:cBhvr>
                                        <p:cTn id="24" dur="500"/>
                                        <p:tgtEl>
                                          <p:spTgt spid="102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5" grpId="0" autoUpdateAnimBg="0"/>
      <p:bldP spid="10246" grpId="0" autoUpdateAnimBg="0"/>
      <p:bldP spid="10248" grpId="0" autoUpdateAnimBg="0"/>
      <p:bldP spid="10249" grpId="0" autoUpdateAnimBg="0"/>
    </p:bldLst>
  </p:timing>
</p:sld>
</file>

<file path=ppt/slides/slide8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595BDB66-A104-4BA4-ABF4-B888F82ADF59}"/>
              </a:ext>
            </a:extLst>
          </p:cNvPr>
          <p:cNvSpPr>
            <a:spLocks noGrp="1" noChangeArrowheads="1"/>
          </p:cNvSpPr>
          <p:nvPr>
            <p:ph type="title"/>
          </p:nvPr>
        </p:nvSpPr>
        <p:spPr>
          <a:xfrm>
            <a:off x="685800" y="381000"/>
            <a:ext cx="7696200" cy="2514600"/>
          </a:xfrm>
        </p:spPr>
        <p:txBody>
          <a:bodyPr>
            <a:noAutofit/>
          </a:bodyPr>
          <a:lstStyle/>
          <a:p>
            <a:pPr eaLnBrk="1" fontAlgn="auto" hangingPunct="1">
              <a:spcAft>
                <a:spcPts val="0"/>
              </a:spcAft>
              <a:defRPr/>
            </a:pPr>
            <a:r>
              <a:rPr lang="en-US" altLang="zh-CN" sz="3200" b="1" dirty="0">
                <a:solidFill>
                  <a:srgbClr val="FF0066"/>
                </a:solidFill>
                <a:latin typeface="+mn-ea"/>
                <a:ea typeface="+mn-ea"/>
                <a:cs typeface="Courier New" pitchFamily="49" charset="0"/>
              </a:rPr>
              <a:t>         </a:t>
            </a:r>
            <a:r>
              <a:rPr lang="zh-CN" altLang="en-US" sz="3200" b="1" dirty="0">
                <a:solidFill>
                  <a:schemeClr val="tx1"/>
                </a:solidFill>
                <a:latin typeface="+mn-ea"/>
                <a:ea typeface="+mn-ea"/>
                <a:cs typeface="Courier New" pitchFamily="49" charset="0"/>
              </a:rPr>
              <a:t>对于非负整数</a:t>
            </a:r>
            <a:r>
              <a:rPr lang="en-US" altLang="zh-CN" sz="3200" b="1" dirty="0" err="1">
                <a:solidFill>
                  <a:schemeClr val="tx1"/>
                </a:solidFill>
                <a:latin typeface="+mn-ea"/>
                <a:ea typeface="+mn-ea"/>
                <a:cs typeface="Courier New" pitchFamily="49" charset="0"/>
              </a:rPr>
              <a:t>p,q,n</a:t>
            </a:r>
            <a:r>
              <a:rPr lang="zh-CN" altLang="en-US" sz="3200" b="1" dirty="0">
                <a:solidFill>
                  <a:schemeClr val="tx1"/>
                </a:solidFill>
                <a:latin typeface="+mn-ea"/>
                <a:ea typeface="+mn-ea"/>
                <a:cs typeface="Courier New" pitchFamily="49" charset="0"/>
              </a:rPr>
              <a:t>有</a:t>
            </a:r>
            <a:br>
              <a:rPr lang="zh-CN" altLang="en-US" sz="3200" b="1" dirty="0">
                <a:solidFill>
                  <a:schemeClr val="tx1"/>
                </a:solidFill>
                <a:latin typeface="+mn-ea"/>
                <a:ea typeface="+mn-ea"/>
                <a:cs typeface="Courier New" pitchFamily="49" charset="0"/>
              </a:rPr>
            </a:br>
            <a:r>
              <a:rPr lang="zh-CN" altLang="en-US" sz="3200" b="1" dirty="0">
                <a:solidFill>
                  <a:schemeClr val="tx1"/>
                </a:solidFill>
                <a:latin typeface="+mn-ea"/>
                <a:ea typeface="+mn-ea"/>
                <a:cs typeface="Courier New" pitchFamily="49" charset="0"/>
              </a:rPr>
              <a:t>                          </a:t>
            </a:r>
            <a:br>
              <a:rPr lang="zh-CN" altLang="en-US" sz="3200" b="1" dirty="0">
                <a:solidFill>
                  <a:schemeClr val="tx1"/>
                </a:solidFill>
                <a:latin typeface="+mn-ea"/>
                <a:ea typeface="+mn-ea"/>
                <a:cs typeface="Courier New" pitchFamily="49" charset="0"/>
              </a:rPr>
            </a:br>
            <a:r>
              <a:rPr lang="zh-CN" altLang="en-US" sz="3200" b="1" dirty="0">
                <a:solidFill>
                  <a:schemeClr val="tx1"/>
                </a:solidFill>
                <a:latin typeface="+mn-ea"/>
                <a:ea typeface="+mn-ea"/>
                <a:cs typeface="Courier New" pitchFamily="49" charset="0"/>
              </a:rPr>
              <a:t>                         </a:t>
            </a:r>
            <a:br>
              <a:rPr lang="zh-CN" altLang="en-US" sz="3200" b="1" dirty="0">
                <a:solidFill>
                  <a:schemeClr val="tx1"/>
                </a:solidFill>
                <a:latin typeface="+mn-ea"/>
                <a:ea typeface="+mn-ea"/>
                <a:cs typeface="Courier New" pitchFamily="49" charset="0"/>
              </a:rPr>
            </a:br>
            <a:endParaRPr lang="en-US" altLang="zh-CN" sz="3200" b="1" dirty="0">
              <a:solidFill>
                <a:schemeClr val="tx1"/>
              </a:solidFill>
              <a:latin typeface="+mn-ea"/>
              <a:ea typeface="+mn-ea"/>
              <a:cs typeface="Courier New" pitchFamily="49" charset="0"/>
            </a:endParaRPr>
          </a:p>
        </p:txBody>
      </p:sp>
      <p:graphicFrame>
        <p:nvGraphicFramePr>
          <p:cNvPr id="12292" name="Object 4">
            <a:extLst>
              <a:ext uri="{FF2B5EF4-FFF2-40B4-BE49-F238E27FC236}">
                <a16:creationId xmlns:a16="http://schemas.microsoft.com/office/drawing/2014/main" id="{039F495A-973C-4A77-BE10-9C4DE93AE47D}"/>
              </a:ext>
            </a:extLst>
          </p:cNvPr>
          <p:cNvGraphicFramePr>
            <a:graphicFrameLocks noChangeAspect="1"/>
          </p:cNvGraphicFramePr>
          <p:nvPr/>
        </p:nvGraphicFramePr>
        <p:xfrm>
          <a:off x="228600" y="1371600"/>
          <a:ext cx="7467600" cy="1128713"/>
        </p:xfrm>
        <a:graphic>
          <a:graphicData uri="http://schemas.openxmlformats.org/presentationml/2006/ole">
            <mc:AlternateContent xmlns:mc="http://schemas.openxmlformats.org/markup-compatibility/2006">
              <mc:Choice xmlns:v="urn:schemas-microsoft-com:vml" Requires="v">
                <p:oleObj name="Equation" r:id="rId2" imgW="2724064" imgH="444588" progId="Equation.3">
                  <p:embed/>
                </p:oleObj>
              </mc:Choice>
              <mc:Fallback>
                <p:oleObj name="Equation" r:id="rId2" imgW="2724064" imgH="444588" progId="Equation.3">
                  <p:embed/>
                  <p:pic>
                    <p:nvPicPr>
                      <p:cNvPr id="12292" name="Object 4">
                        <a:extLst>
                          <a:ext uri="{FF2B5EF4-FFF2-40B4-BE49-F238E27FC236}">
                            <a16:creationId xmlns:a16="http://schemas.microsoft.com/office/drawing/2014/main" id="{039F495A-973C-4A77-BE10-9C4DE93AE4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371600"/>
                        <a:ext cx="7467600" cy="1128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294" name="Text Box 6">
            <a:extLst>
              <a:ext uri="{FF2B5EF4-FFF2-40B4-BE49-F238E27FC236}">
                <a16:creationId xmlns:a16="http://schemas.microsoft.com/office/drawing/2014/main" id="{2533F70B-88E5-4E21-8DC0-BEA13D101132}"/>
              </a:ext>
            </a:extLst>
          </p:cNvPr>
          <p:cNvSpPr txBox="1">
            <a:spLocks noChangeArrowheads="1"/>
          </p:cNvSpPr>
          <p:nvPr/>
        </p:nvSpPr>
        <p:spPr bwMode="auto">
          <a:xfrm>
            <a:off x="2590800" y="3124200"/>
            <a:ext cx="4876800" cy="579438"/>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3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对于非负整数</a:t>
            </a:r>
            <a:r>
              <a:rPr kumimoji="1" lang="en-US" altLang="zh-CN" sz="3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n</a:t>
            </a:r>
            <a:r>
              <a:rPr kumimoji="1" lang="zh-CN" altLang="en-US" sz="3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和</a:t>
            </a:r>
            <a:r>
              <a:rPr kumimoji="1" lang="en-US" altLang="zh-CN" sz="3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k</a:t>
            </a:r>
            <a:r>
              <a:rPr kumimoji="1" lang="zh-CN" altLang="en-US" sz="3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，有</a:t>
            </a:r>
          </a:p>
        </p:txBody>
      </p:sp>
      <p:graphicFrame>
        <p:nvGraphicFramePr>
          <p:cNvPr id="12295" name="Object 7">
            <a:extLst>
              <a:ext uri="{FF2B5EF4-FFF2-40B4-BE49-F238E27FC236}">
                <a16:creationId xmlns:a16="http://schemas.microsoft.com/office/drawing/2014/main" id="{DA7F0118-31D7-45F4-8A05-6F5CEFC85591}"/>
              </a:ext>
            </a:extLst>
          </p:cNvPr>
          <p:cNvGraphicFramePr>
            <a:graphicFrameLocks noChangeAspect="1"/>
          </p:cNvGraphicFramePr>
          <p:nvPr/>
        </p:nvGraphicFramePr>
        <p:xfrm>
          <a:off x="2730500" y="3965575"/>
          <a:ext cx="3670300" cy="1292225"/>
        </p:xfrm>
        <a:graphic>
          <a:graphicData uri="http://schemas.openxmlformats.org/presentationml/2006/ole">
            <mc:AlternateContent xmlns:mc="http://schemas.openxmlformats.org/markup-compatibility/2006">
              <mc:Choice xmlns:v="urn:schemas-microsoft-com:vml" Requires="v">
                <p:oleObj name="Equation" r:id="rId4" imgW="1079525" imgH="444588" progId="Equation.3">
                  <p:embed/>
                </p:oleObj>
              </mc:Choice>
              <mc:Fallback>
                <p:oleObj name="Equation" r:id="rId4" imgW="1079525" imgH="444588" progId="Equation.3">
                  <p:embed/>
                  <p:pic>
                    <p:nvPicPr>
                      <p:cNvPr id="12295" name="Object 7">
                        <a:extLst>
                          <a:ext uri="{FF2B5EF4-FFF2-40B4-BE49-F238E27FC236}">
                            <a16:creationId xmlns:a16="http://schemas.microsoft.com/office/drawing/2014/main" id="{DA7F0118-31D7-45F4-8A05-6F5CEFC8559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30500" y="3965575"/>
                        <a:ext cx="3670300" cy="1292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299" name="Text Box 11">
            <a:extLst>
              <a:ext uri="{FF2B5EF4-FFF2-40B4-BE49-F238E27FC236}">
                <a16:creationId xmlns:a16="http://schemas.microsoft.com/office/drawing/2014/main" id="{3289D3C8-C839-4F8B-A9C0-91476AF3ECC4}"/>
              </a:ext>
            </a:extLst>
          </p:cNvPr>
          <p:cNvSpPr txBox="1">
            <a:spLocks noChangeArrowheads="1"/>
          </p:cNvSpPr>
          <p:nvPr/>
        </p:nvSpPr>
        <p:spPr bwMode="auto">
          <a:xfrm>
            <a:off x="1447800" y="5435600"/>
            <a:ext cx="4876800" cy="584200"/>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3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可使用数学归纳法证明</a:t>
            </a:r>
          </a:p>
        </p:txBody>
      </p:sp>
      <p:sp>
        <p:nvSpPr>
          <p:cNvPr id="12" name="矩形 11">
            <a:extLst>
              <a:ext uri="{FF2B5EF4-FFF2-40B4-BE49-F238E27FC236}">
                <a16:creationId xmlns:a16="http://schemas.microsoft.com/office/drawing/2014/main" id="{C76D6157-06AF-4B03-A057-978B71A223D8}"/>
              </a:ext>
            </a:extLst>
          </p:cNvPr>
          <p:cNvSpPr/>
          <p:nvPr/>
        </p:nvSpPr>
        <p:spPr>
          <a:xfrm>
            <a:off x="0" y="228600"/>
            <a:ext cx="2694969" cy="830997"/>
          </a:xfrm>
          <a:prstGeom prst="rect">
            <a:avLst/>
          </a:prstGeom>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4800" b="1" i="0" u="none" strike="noStrike" kern="1200" cap="none" spc="50" normalizeH="0" baseline="0" noProof="0" dirty="0">
                <a:ln w="11430"/>
                <a:gradFill>
                  <a:gsLst>
                    <a:gs pos="25000">
                      <a:srgbClr val="438086">
                        <a:satMod val="155000"/>
                      </a:srgbClr>
                    </a:gs>
                    <a:gs pos="100000">
                      <a:srgbClr val="438086">
                        <a:shade val="45000"/>
                        <a:satMod val="165000"/>
                      </a:srgbClr>
                    </a:gs>
                  </a:gsLst>
                  <a:lin ang="5400000"/>
                </a:gradFill>
                <a:effectLst/>
                <a:uLnTx/>
                <a:uFillTx/>
                <a:latin typeface="宋体" pitchFamily="2" charset="-122"/>
                <a:ea typeface="宋体" panose="02010600030101010101" pitchFamily="2" charset="-122"/>
                <a:cs typeface="+mn-cs"/>
              </a:rPr>
              <a:t>恒等式</a:t>
            </a:r>
            <a:r>
              <a:rPr kumimoji="1" lang="en-US" altLang="zh-CN" sz="4800" b="1" i="0" u="none" strike="noStrike" kern="1200" cap="none" spc="50" normalizeH="0" baseline="0" noProof="0" dirty="0">
                <a:ln w="11430"/>
                <a:gradFill>
                  <a:gsLst>
                    <a:gs pos="25000">
                      <a:srgbClr val="438086">
                        <a:satMod val="155000"/>
                      </a:srgbClr>
                    </a:gs>
                    <a:gs pos="100000">
                      <a:srgbClr val="438086">
                        <a:shade val="45000"/>
                        <a:satMod val="165000"/>
                      </a:srgbClr>
                    </a:gs>
                  </a:gsLst>
                  <a:lin ang="5400000"/>
                </a:gradFill>
                <a:effectLst/>
                <a:uLnTx/>
                <a:uFillTx/>
                <a:latin typeface="宋体" pitchFamily="2" charset="-122"/>
                <a:ea typeface="宋体" panose="02010600030101010101" pitchFamily="2" charset="-122"/>
                <a:cs typeface="+mn-cs"/>
              </a:rPr>
              <a:t>11</a:t>
            </a:r>
            <a:endParaRPr kumimoji="1" lang="zh-CN" altLang="en-US" sz="4800" b="1" i="0" u="none" strike="noStrike" kern="1200" cap="none" spc="50" normalizeH="0" baseline="0" noProof="0" dirty="0">
              <a:ln w="11430"/>
              <a:gradFill>
                <a:gsLst>
                  <a:gs pos="25000">
                    <a:srgbClr val="438086">
                      <a:satMod val="155000"/>
                    </a:srgbClr>
                  </a:gs>
                  <a:gs pos="100000">
                    <a:srgbClr val="438086">
                      <a:shade val="45000"/>
                      <a:satMod val="165000"/>
                    </a:srgbClr>
                  </a:gs>
                </a:gsLst>
                <a:lin ang="5400000"/>
              </a:gradFill>
              <a:effectLst/>
              <a:uLnTx/>
              <a:uFillTx/>
              <a:latin typeface="Times New Roman" panose="02020603050405020304" pitchFamily="18" charset="0"/>
              <a:ea typeface="宋体" panose="02010600030101010101" pitchFamily="2" charset="-122"/>
              <a:cs typeface="+mn-cs"/>
            </a:endParaRPr>
          </a:p>
        </p:txBody>
      </p:sp>
      <p:sp>
        <p:nvSpPr>
          <p:cNvPr id="13" name="矩形 12">
            <a:extLst>
              <a:ext uri="{FF2B5EF4-FFF2-40B4-BE49-F238E27FC236}">
                <a16:creationId xmlns:a16="http://schemas.microsoft.com/office/drawing/2014/main" id="{50D48C51-07F4-4BEA-B8A0-3478FFCFF32F}"/>
              </a:ext>
            </a:extLst>
          </p:cNvPr>
          <p:cNvSpPr/>
          <p:nvPr/>
        </p:nvSpPr>
        <p:spPr>
          <a:xfrm>
            <a:off x="0" y="2819400"/>
            <a:ext cx="2694969" cy="830997"/>
          </a:xfrm>
          <a:prstGeom prst="rect">
            <a:avLst/>
          </a:prstGeom>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4800" b="1" i="0" u="none" strike="noStrike" kern="1200" cap="none" spc="50" normalizeH="0" baseline="0" noProof="0" dirty="0">
                <a:ln w="11430"/>
                <a:gradFill>
                  <a:gsLst>
                    <a:gs pos="25000">
                      <a:srgbClr val="438086">
                        <a:satMod val="155000"/>
                      </a:srgbClr>
                    </a:gs>
                    <a:gs pos="100000">
                      <a:srgbClr val="438086">
                        <a:shade val="45000"/>
                        <a:satMod val="165000"/>
                      </a:srgbClr>
                    </a:gs>
                  </a:gsLst>
                  <a:lin ang="5400000"/>
                </a:gradFill>
                <a:effectLst/>
                <a:uLnTx/>
                <a:uFillTx/>
                <a:latin typeface="宋体" pitchFamily="2" charset="-122"/>
                <a:ea typeface="宋体" panose="02010600030101010101" pitchFamily="2" charset="-122"/>
                <a:cs typeface="+mn-cs"/>
              </a:rPr>
              <a:t>恒等式</a:t>
            </a:r>
            <a:r>
              <a:rPr kumimoji="1" lang="en-US" altLang="zh-CN" sz="4800" b="1" i="0" u="none" strike="noStrike" kern="1200" cap="none" spc="50" normalizeH="0" baseline="0" noProof="0" dirty="0">
                <a:ln w="11430"/>
                <a:gradFill>
                  <a:gsLst>
                    <a:gs pos="25000">
                      <a:srgbClr val="438086">
                        <a:satMod val="155000"/>
                      </a:srgbClr>
                    </a:gs>
                    <a:gs pos="100000">
                      <a:srgbClr val="438086">
                        <a:shade val="45000"/>
                        <a:satMod val="165000"/>
                      </a:srgbClr>
                    </a:gs>
                  </a:gsLst>
                  <a:lin ang="5400000"/>
                </a:gradFill>
                <a:effectLst/>
                <a:uLnTx/>
                <a:uFillTx/>
                <a:latin typeface="宋体" pitchFamily="2" charset="-122"/>
                <a:ea typeface="宋体" panose="02010600030101010101" pitchFamily="2" charset="-122"/>
                <a:cs typeface="+mn-cs"/>
              </a:rPr>
              <a:t>12</a:t>
            </a:r>
            <a:endParaRPr kumimoji="1" lang="zh-CN" altLang="en-US" sz="4800" b="1" i="0" u="none" strike="noStrike" kern="1200" cap="none" spc="50" normalizeH="0" baseline="0" noProof="0" dirty="0">
              <a:ln w="11430"/>
              <a:gradFill>
                <a:gsLst>
                  <a:gs pos="25000">
                    <a:srgbClr val="438086">
                      <a:satMod val="155000"/>
                    </a:srgbClr>
                  </a:gs>
                  <a:gs pos="100000">
                    <a:srgbClr val="438086">
                      <a:shade val="45000"/>
                      <a:satMod val="165000"/>
                    </a:srgbClr>
                  </a:gs>
                </a:gsLst>
                <a:lin ang="5400000"/>
              </a:gradFill>
              <a:effectLst/>
              <a:uLnTx/>
              <a:uFillTx/>
              <a:latin typeface="Times New Roman" panose="02020603050405020304" pitchFamily="18" charset="0"/>
              <a:ea typeface="宋体" panose="02010600030101010101" pitchFamily="2" charset="-122"/>
              <a:cs typeface="+mn-cs"/>
            </a:endParaRPr>
          </a:p>
        </p:txBody>
      </p:sp>
      <p:sp>
        <p:nvSpPr>
          <p:cNvPr id="14" name="矩形 13">
            <a:extLst>
              <a:ext uri="{FF2B5EF4-FFF2-40B4-BE49-F238E27FC236}">
                <a16:creationId xmlns:a16="http://schemas.microsoft.com/office/drawing/2014/main" id="{525B891F-1825-4AAC-ACF1-CE91112A1CA3}"/>
              </a:ext>
            </a:extLst>
          </p:cNvPr>
          <p:cNvSpPr/>
          <p:nvPr/>
        </p:nvSpPr>
        <p:spPr>
          <a:xfrm>
            <a:off x="7467600" y="1676400"/>
            <a:ext cx="1676400" cy="1077913"/>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Courier New" pitchFamily="49" charset="0"/>
              </a:rPr>
              <a:t> </a:t>
            </a:r>
            <a:r>
              <a:rPr kumimoji="1" lang="en-US" altLang="zh-CN" sz="3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Courier New" pitchFamily="49" charset="0"/>
              </a:rPr>
              <a:t>(1.32)</a:t>
            </a:r>
            <a:br>
              <a:rPr kumimoji="1" lang="en-US" altLang="zh-CN" sz="3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Courier New" pitchFamily="49" charset="0"/>
              </a:rPr>
            </a:br>
            <a:endParaRPr kumimoji="1" lang="zh-CN" altLang="en-US" sz="32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290"/>
                                        </p:tgtEl>
                                        <p:attrNameLst>
                                          <p:attrName>style.visibility</p:attrName>
                                        </p:attrNameLst>
                                      </p:cBhvr>
                                      <p:to>
                                        <p:strVal val="visible"/>
                                      </p:to>
                                    </p:set>
                                  </p:childTnLst>
                                </p:cTn>
                              </p:par>
                            </p:childTnLst>
                          </p:cTn>
                        </p:par>
                        <p:par>
                          <p:cTn id="7" fill="hold" nodeType="afterGroup">
                            <p:stCondLst>
                              <p:cond delay="500"/>
                            </p:stCondLst>
                            <p:childTnLst>
                              <p:par>
                                <p:cTn id="8" presetID="9" presetClass="entr" presetSubtype="0" fill="hold" nodeType="afterEffect">
                                  <p:stCondLst>
                                    <p:cond delay="0"/>
                                  </p:stCondLst>
                                  <p:childTnLst>
                                    <p:set>
                                      <p:cBhvr>
                                        <p:cTn id="9" dur="1" fill="hold">
                                          <p:stCondLst>
                                            <p:cond delay="0"/>
                                          </p:stCondLst>
                                        </p:cTn>
                                        <p:tgtEl>
                                          <p:spTgt spid="12292"/>
                                        </p:tgtEl>
                                        <p:attrNameLst>
                                          <p:attrName>style.visibility</p:attrName>
                                        </p:attrNameLst>
                                      </p:cBhvr>
                                      <p:to>
                                        <p:strVal val="visible"/>
                                      </p:to>
                                    </p:set>
                                    <p:animEffect transition="in" filter="dissolve">
                                      <p:cBhvr>
                                        <p:cTn id="10" dur="500"/>
                                        <p:tgtEl>
                                          <p:spTgt spid="12292"/>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12294"/>
                                        </p:tgtEl>
                                        <p:attrNameLst>
                                          <p:attrName>style.visibility</p:attrName>
                                        </p:attrNameLst>
                                      </p:cBhvr>
                                      <p:to>
                                        <p:strVal val="visible"/>
                                      </p:to>
                                    </p:set>
                                    <p:animEffect transition="in" filter="dissolve">
                                      <p:cBhvr>
                                        <p:cTn id="15" dur="500"/>
                                        <p:tgtEl>
                                          <p:spTgt spid="12294"/>
                                        </p:tgtEl>
                                      </p:cBhvr>
                                    </p:animEffect>
                                  </p:childTnLst>
                                </p:cTn>
                              </p:par>
                            </p:childTnLst>
                          </p:cTn>
                        </p:par>
                        <p:par>
                          <p:cTn id="16" fill="hold" nodeType="afterGroup">
                            <p:stCondLst>
                              <p:cond delay="500"/>
                            </p:stCondLst>
                            <p:childTnLst>
                              <p:par>
                                <p:cTn id="17" presetID="9" presetClass="entr" presetSubtype="0" fill="hold" nodeType="afterEffect">
                                  <p:stCondLst>
                                    <p:cond delay="0"/>
                                  </p:stCondLst>
                                  <p:childTnLst>
                                    <p:set>
                                      <p:cBhvr>
                                        <p:cTn id="18" dur="1" fill="hold">
                                          <p:stCondLst>
                                            <p:cond delay="0"/>
                                          </p:stCondLst>
                                        </p:cTn>
                                        <p:tgtEl>
                                          <p:spTgt spid="12295"/>
                                        </p:tgtEl>
                                        <p:attrNameLst>
                                          <p:attrName>style.visibility</p:attrName>
                                        </p:attrNameLst>
                                      </p:cBhvr>
                                      <p:to>
                                        <p:strVal val="visible"/>
                                      </p:to>
                                    </p:set>
                                    <p:animEffect transition="in" filter="dissolve">
                                      <p:cBhvr>
                                        <p:cTn id="19" dur="500"/>
                                        <p:tgtEl>
                                          <p:spTgt spid="12295"/>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12299"/>
                                        </p:tgtEl>
                                        <p:attrNameLst>
                                          <p:attrName>style.visibility</p:attrName>
                                        </p:attrNameLst>
                                      </p:cBhvr>
                                      <p:to>
                                        <p:strVal val="visible"/>
                                      </p:to>
                                    </p:set>
                                    <p:animEffect transition="in" filter="dissolve">
                                      <p:cBhvr>
                                        <p:cTn id="24" dur="500"/>
                                        <p:tgtEl>
                                          <p:spTgt spid="122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autoUpdateAnimBg="0"/>
      <p:bldP spid="12294" grpId="0" autoUpdateAnimBg="0"/>
      <p:bldP spid="12299" grpId="0" autoUpdateAnimBg="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8BCA3100-C113-4EB7-9E6C-316C99612FF9}"/>
              </a:ext>
            </a:extLst>
          </p:cNvPr>
          <p:cNvSpPr>
            <a:spLocks noChangeArrowheads="1"/>
          </p:cNvSpPr>
          <p:nvPr/>
        </p:nvSpPr>
        <p:spPr bwMode="auto">
          <a:xfrm>
            <a:off x="0" y="762000"/>
            <a:ext cx="8763000" cy="2062163"/>
          </a:xfrm>
          <a:prstGeom prst="rect">
            <a:avLst/>
          </a:prstGeom>
          <a:noFill/>
          <a:ln w="9525">
            <a:noFill/>
            <a:miter lim="800000"/>
            <a:headEnd/>
            <a:tailEnd/>
          </a:ln>
          <a:effectLst/>
        </p:spPr>
        <p:txBody>
          <a:bodyPr>
            <a:spAutoFit/>
          </a:body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FF0066"/>
                </a:solidFill>
                <a:effectLst/>
                <a:uLnTx/>
                <a:uFillTx/>
                <a:latin typeface="宋体" panose="02010600030101010101" pitchFamily="2" charset="-122"/>
                <a:ea typeface="宋体" panose="02010600030101010101" pitchFamily="2" charset="-122"/>
                <a:cs typeface="+mn-cs"/>
              </a:rPr>
              <a:t>           </a:t>
            </a:r>
            <a:r>
              <a:rPr kumimoji="1" lang="zh-CN" altLang="en-US" sz="3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对于所有实数</a:t>
            </a:r>
            <a:r>
              <a:rPr kumimoji="1" lang="en-US" altLang="zh-CN" sz="3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α</a:t>
            </a:r>
            <a:r>
              <a:rPr kumimoji="1" lang="zh-CN" altLang="en-US" sz="3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和非负整数</a:t>
            </a:r>
            <a:r>
              <a:rPr kumimoji="1" lang="en-US" altLang="zh-CN" sz="3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k</a:t>
            </a:r>
            <a:r>
              <a:rPr kumimoji="1" lang="zh-CN" altLang="en-US" sz="3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，有   </a:t>
            </a:r>
          </a:p>
          <a:p>
            <a:pPr marL="0" marR="0" lvl="0" indent="0" algn="just" defTabSz="914400" rtl="0" eaLnBrk="0" fontAlgn="base" latinLnBrk="0" hangingPunct="0">
              <a:lnSpc>
                <a:spcPct val="100000"/>
              </a:lnSpc>
              <a:spcBef>
                <a:spcPct val="0"/>
              </a:spcBef>
              <a:spcAft>
                <a:spcPct val="0"/>
              </a:spcAft>
              <a:buClrTx/>
              <a:buSzTx/>
              <a:buFontTx/>
              <a:buNone/>
              <a:tabLst/>
              <a:defRPr/>
            </a:pPr>
            <a:endParaRPr kumimoji="1" lang="zh-CN" altLang="en-US" sz="3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1" lang="zh-CN" altLang="en-US" sz="3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endParaRPr kumimoji="1" lang="en-US" altLang="zh-CN" sz="3200" b="1" i="0" u="none" strike="noStrike" kern="1200" cap="none" spc="0" normalizeH="0" baseline="0" noProof="0" dirty="0">
              <a:ln>
                <a:noFill/>
              </a:ln>
              <a:solidFill>
                <a:srgbClr val="008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altLang="zh-CN" sz="3200" b="1" i="0" u="none" strike="noStrike" kern="1200" cap="none" spc="0" normalizeH="0" baseline="0" noProof="0" dirty="0">
              <a:ln>
                <a:noFill/>
              </a:ln>
              <a:solidFill>
                <a:srgbClr val="008000"/>
              </a:solidFill>
              <a:effectLst/>
              <a:uLnTx/>
              <a:uFillTx/>
              <a:latin typeface="宋体" panose="02010600030101010101" pitchFamily="2" charset="-122"/>
              <a:ea typeface="宋体" panose="02010600030101010101" pitchFamily="2" charset="-122"/>
              <a:cs typeface="+mn-cs"/>
            </a:endParaRPr>
          </a:p>
        </p:txBody>
      </p:sp>
      <p:sp>
        <p:nvSpPr>
          <p:cNvPr id="13315" name="Rectangle 3">
            <a:extLst>
              <a:ext uri="{FF2B5EF4-FFF2-40B4-BE49-F238E27FC236}">
                <a16:creationId xmlns:a16="http://schemas.microsoft.com/office/drawing/2014/main" id="{D7EE7BA3-6C0E-4A1B-B0A3-607AD44F4BB1}"/>
              </a:ext>
            </a:extLst>
          </p:cNvPr>
          <p:cNvSpPr>
            <a:spLocks noChangeArrowheads="1"/>
          </p:cNvSpPr>
          <p:nvPr/>
        </p:nvSpPr>
        <p:spPr bwMode="auto">
          <a:xfrm>
            <a:off x="152400" y="3048000"/>
            <a:ext cx="8763000" cy="354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zh-CN" altLang="en-US" sz="3200" b="0" i="0" u="none" strike="noStrike" kern="1200" cap="none" spc="0" normalizeH="0" baseline="0" noProof="0">
                <a:ln>
                  <a:noFill/>
                </a:ln>
                <a:solidFill>
                  <a:srgbClr val="0000CC"/>
                </a:solidFill>
                <a:effectLst/>
                <a:uLnTx/>
                <a:uFillTx/>
                <a:latin typeface="宋体" panose="02010600030101010101" pitchFamily="2" charset="-122"/>
                <a:ea typeface="宋体" panose="02010600030101010101" pitchFamily="2" charset="-122"/>
                <a:cs typeface="+mn-cs"/>
              </a:rPr>
              <a:t>证明：</a:t>
            </a:r>
            <a:r>
              <a:rPr kumimoji="1" lang="zh-CN" altLang="en-US"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首先注意，这个恒等式与前面的恒等式有一个很不同的地方，这就是     和     是广义的二项式系数。由于对实数</a:t>
            </a:r>
            <a:r>
              <a:rPr kumimoji="1" lang="en-US" altLang="zh-CN"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α</a:t>
            </a:r>
            <a:r>
              <a:rPr kumimoji="1" lang="zh-CN" altLang="en-US"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，在</a:t>
            </a:r>
            <a:r>
              <a:rPr kumimoji="1" lang="en-US" altLang="zh-CN"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§1.4</a:t>
            </a:r>
            <a:r>
              <a:rPr kumimoji="1" lang="zh-CN" altLang="en-US"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节已经定义了广义二项式系数的意义，因此</a:t>
            </a:r>
            <a:r>
              <a:rPr kumimoji="1" lang="en-US" altLang="zh-CN"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Pascal</a:t>
            </a:r>
            <a:r>
              <a:rPr kumimoji="1" lang="zh-CN" altLang="en-US"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公式对于</a:t>
            </a:r>
            <a:r>
              <a:rPr kumimoji="1" lang="en-US" altLang="zh-CN"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α</a:t>
            </a:r>
            <a:r>
              <a:rPr kumimoji="1" lang="zh-CN" altLang="en-US"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是实数和整数</a:t>
            </a:r>
            <a:r>
              <a:rPr kumimoji="1" lang="en-US" altLang="zh-CN"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k</a:t>
            </a:r>
            <a:r>
              <a:rPr kumimoji="1" lang="zh-CN" altLang="en-US"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也是成立的。于是反复使用</a:t>
            </a:r>
            <a:r>
              <a:rPr kumimoji="1" lang="en-US" altLang="zh-CN"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Pascal</a:t>
            </a:r>
            <a:r>
              <a:rPr kumimoji="1" lang="zh-CN" altLang="en-US"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公式就可以得到</a:t>
            </a:r>
            <a:r>
              <a:rPr kumimoji="1" lang="en-US" altLang="zh-CN" sz="3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(1.34)</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altLang="zh-CN" sz="32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graphicFrame>
        <p:nvGraphicFramePr>
          <p:cNvPr id="13317" name="Object 5">
            <a:extLst>
              <a:ext uri="{FF2B5EF4-FFF2-40B4-BE49-F238E27FC236}">
                <a16:creationId xmlns:a16="http://schemas.microsoft.com/office/drawing/2014/main" id="{9B99EEB7-2309-44DC-8D94-FE81E8C130DA}"/>
              </a:ext>
            </a:extLst>
          </p:cNvPr>
          <p:cNvGraphicFramePr>
            <a:graphicFrameLocks noChangeAspect="1"/>
          </p:cNvGraphicFramePr>
          <p:nvPr/>
        </p:nvGraphicFramePr>
        <p:xfrm>
          <a:off x="2743200" y="1676400"/>
          <a:ext cx="3498850" cy="1014413"/>
        </p:xfrm>
        <a:graphic>
          <a:graphicData uri="http://schemas.openxmlformats.org/presentationml/2006/ole">
            <mc:AlternateContent xmlns:mc="http://schemas.openxmlformats.org/markup-compatibility/2006">
              <mc:Choice xmlns:v="urn:schemas-microsoft-com:vml" Requires="v">
                <p:oleObj name="Equation" r:id="rId2" imgW="1460673" imgH="444588" progId="Equation.3">
                  <p:embed/>
                </p:oleObj>
              </mc:Choice>
              <mc:Fallback>
                <p:oleObj name="Equation" r:id="rId2" imgW="1460673" imgH="444588" progId="Equation.3">
                  <p:embed/>
                  <p:pic>
                    <p:nvPicPr>
                      <p:cNvPr id="13317" name="Object 5">
                        <a:extLst>
                          <a:ext uri="{FF2B5EF4-FFF2-40B4-BE49-F238E27FC236}">
                            <a16:creationId xmlns:a16="http://schemas.microsoft.com/office/drawing/2014/main" id="{9B99EEB7-2309-44DC-8D94-FE81E8C130DA}"/>
                          </a:ext>
                        </a:extLst>
                      </p:cNvPr>
                      <p:cNvPicPr>
                        <a:picLocks noChangeAspect="1" noChangeArrowheads="1"/>
                      </p:cNvPicPr>
                      <p:nvPr/>
                    </p:nvPicPr>
                    <p:blipFill>
                      <a:blip r:embed="rId3">
                        <a:lum contrast="20000"/>
                        <a:grayscl/>
                        <a:biLevel thresh="50000"/>
                        <a:extLst>
                          <a:ext uri="{28A0092B-C50C-407E-A947-70E740481C1C}">
                            <a14:useLocalDpi xmlns:a14="http://schemas.microsoft.com/office/drawing/2010/main" val="0"/>
                          </a:ext>
                        </a:extLst>
                      </a:blip>
                      <a:srcRect/>
                      <a:stretch>
                        <a:fillRect/>
                      </a:stretch>
                    </p:blipFill>
                    <p:spPr bwMode="auto">
                      <a:xfrm>
                        <a:off x="2743200" y="1676400"/>
                        <a:ext cx="3498850" cy="1014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19" name="Object 7">
            <a:extLst>
              <a:ext uri="{FF2B5EF4-FFF2-40B4-BE49-F238E27FC236}">
                <a16:creationId xmlns:a16="http://schemas.microsoft.com/office/drawing/2014/main" id="{12F35C54-3EB1-4EA3-A67F-273868272531}"/>
              </a:ext>
            </a:extLst>
          </p:cNvPr>
          <p:cNvGraphicFramePr>
            <a:graphicFrameLocks noChangeAspect="1"/>
          </p:cNvGraphicFramePr>
          <p:nvPr/>
        </p:nvGraphicFramePr>
        <p:xfrm>
          <a:off x="6629400" y="3505200"/>
          <a:ext cx="917575" cy="685800"/>
        </p:xfrm>
        <a:graphic>
          <a:graphicData uri="http://schemas.openxmlformats.org/presentationml/2006/ole">
            <mc:AlternateContent xmlns:mc="http://schemas.openxmlformats.org/markup-compatibility/2006">
              <mc:Choice xmlns:v="urn:schemas-microsoft-com:vml" Requires="v">
                <p:oleObj name="公式" r:id="rId4" imgW="660499" imgH="444588" progId="Equation.3">
                  <p:embed/>
                </p:oleObj>
              </mc:Choice>
              <mc:Fallback>
                <p:oleObj name="公式" r:id="rId4" imgW="660499" imgH="444588" progId="Equation.3">
                  <p:embed/>
                  <p:pic>
                    <p:nvPicPr>
                      <p:cNvPr id="13319" name="Object 7">
                        <a:extLst>
                          <a:ext uri="{FF2B5EF4-FFF2-40B4-BE49-F238E27FC236}">
                            <a16:creationId xmlns:a16="http://schemas.microsoft.com/office/drawing/2014/main" id="{12F35C54-3EB1-4EA3-A67F-273868272531}"/>
                          </a:ext>
                        </a:extLst>
                      </p:cNvPr>
                      <p:cNvPicPr>
                        <a:picLocks noChangeAspect="1" noChangeArrowheads="1"/>
                      </p:cNvPicPr>
                      <p:nvPr/>
                    </p:nvPicPr>
                    <p:blipFill>
                      <a:blip r:embed="rId5">
                        <a:grayscl/>
                        <a:biLevel thresh="50000"/>
                        <a:extLst>
                          <a:ext uri="{28A0092B-C50C-407E-A947-70E740481C1C}">
                            <a14:useLocalDpi xmlns:a14="http://schemas.microsoft.com/office/drawing/2010/main" val="0"/>
                          </a:ext>
                        </a:extLst>
                      </a:blip>
                      <a:srcRect/>
                      <a:stretch>
                        <a:fillRect/>
                      </a:stretch>
                    </p:blipFill>
                    <p:spPr bwMode="auto">
                      <a:xfrm>
                        <a:off x="6629400" y="3505200"/>
                        <a:ext cx="917575"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6" name="Object 9">
            <a:extLst>
              <a:ext uri="{FF2B5EF4-FFF2-40B4-BE49-F238E27FC236}">
                <a16:creationId xmlns:a16="http://schemas.microsoft.com/office/drawing/2014/main" id="{AC4A62A9-1855-4C38-93D8-67DDA4D96122}"/>
              </a:ext>
            </a:extLst>
          </p:cNvPr>
          <p:cNvGraphicFramePr>
            <a:graphicFrameLocks noChangeAspect="1"/>
          </p:cNvGraphicFramePr>
          <p:nvPr/>
        </p:nvGraphicFramePr>
        <p:xfrm>
          <a:off x="5105400" y="3581400"/>
          <a:ext cx="1028700" cy="685800"/>
        </p:xfrm>
        <a:graphic>
          <a:graphicData uri="http://schemas.openxmlformats.org/presentationml/2006/ole">
            <mc:AlternateContent xmlns:mc="http://schemas.openxmlformats.org/markup-compatibility/2006">
              <mc:Choice xmlns:v="urn:schemas-microsoft-com:vml" Requires="v">
                <p:oleObj name="Equation" r:id="rId6" imgW="495085" imgH="457002" progId="Equation.3">
                  <p:embed/>
                </p:oleObj>
              </mc:Choice>
              <mc:Fallback>
                <p:oleObj name="Equation" r:id="rId6" imgW="495085" imgH="457002" progId="Equation.3">
                  <p:embed/>
                  <p:pic>
                    <p:nvPicPr>
                      <p:cNvPr id="15366" name="Object 9">
                        <a:extLst>
                          <a:ext uri="{FF2B5EF4-FFF2-40B4-BE49-F238E27FC236}">
                            <a16:creationId xmlns:a16="http://schemas.microsoft.com/office/drawing/2014/main" id="{AC4A62A9-1855-4C38-93D8-67DDA4D96122}"/>
                          </a:ext>
                        </a:extLst>
                      </p:cNvPr>
                      <p:cNvPicPr>
                        <a:picLocks noChangeAspect="1" noChangeArrowheads="1"/>
                      </p:cNvPicPr>
                      <p:nvPr/>
                    </p:nvPicPr>
                    <p:blipFill>
                      <a:blip r:embed="rId7">
                        <a:grayscl/>
                        <a:biLevel thresh="50000"/>
                        <a:extLst>
                          <a:ext uri="{28A0092B-C50C-407E-A947-70E740481C1C}">
                            <a14:useLocalDpi xmlns:a14="http://schemas.microsoft.com/office/drawing/2010/main" val="0"/>
                          </a:ext>
                        </a:extLst>
                      </a:blip>
                      <a:srcRect/>
                      <a:stretch>
                        <a:fillRect/>
                      </a:stretch>
                    </p:blipFill>
                    <p:spPr bwMode="auto">
                      <a:xfrm>
                        <a:off x="5105400" y="3581400"/>
                        <a:ext cx="10287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矩形 8">
            <a:extLst>
              <a:ext uri="{FF2B5EF4-FFF2-40B4-BE49-F238E27FC236}">
                <a16:creationId xmlns:a16="http://schemas.microsoft.com/office/drawing/2014/main" id="{08C257AA-C1D7-4000-A129-0A0EAE69036A}"/>
              </a:ext>
            </a:extLst>
          </p:cNvPr>
          <p:cNvSpPr/>
          <p:nvPr/>
        </p:nvSpPr>
        <p:spPr>
          <a:xfrm>
            <a:off x="0" y="609600"/>
            <a:ext cx="2694969" cy="830997"/>
          </a:xfrm>
          <a:prstGeom prst="rect">
            <a:avLst/>
          </a:prstGeom>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4800" b="1" i="0" u="none" strike="noStrike" kern="1200" cap="none" spc="50" normalizeH="0" baseline="0" noProof="0" dirty="0">
                <a:ln w="11430"/>
                <a:gradFill>
                  <a:gsLst>
                    <a:gs pos="25000">
                      <a:srgbClr val="438086">
                        <a:satMod val="155000"/>
                      </a:srgbClr>
                    </a:gs>
                    <a:gs pos="100000">
                      <a:srgbClr val="438086">
                        <a:shade val="45000"/>
                        <a:satMod val="165000"/>
                      </a:srgbClr>
                    </a:gs>
                  </a:gsLst>
                  <a:lin ang="5400000"/>
                </a:gradFill>
                <a:effectLst/>
                <a:uLnTx/>
                <a:uFillTx/>
                <a:latin typeface="宋体" pitchFamily="2" charset="-122"/>
                <a:ea typeface="宋体" panose="02010600030101010101" pitchFamily="2" charset="-122"/>
                <a:cs typeface="+mn-cs"/>
              </a:rPr>
              <a:t>恒等式</a:t>
            </a:r>
            <a:r>
              <a:rPr kumimoji="1" lang="en-US" altLang="zh-CN" sz="4800" b="1" i="0" u="none" strike="noStrike" kern="1200" cap="none" spc="50" normalizeH="0" baseline="0" noProof="0" dirty="0">
                <a:ln w="11430"/>
                <a:gradFill>
                  <a:gsLst>
                    <a:gs pos="25000">
                      <a:srgbClr val="438086">
                        <a:satMod val="155000"/>
                      </a:srgbClr>
                    </a:gs>
                    <a:gs pos="100000">
                      <a:srgbClr val="438086">
                        <a:shade val="45000"/>
                        <a:satMod val="165000"/>
                      </a:srgbClr>
                    </a:gs>
                  </a:gsLst>
                  <a:lin ang="5400000"/>
                </a:gradFill>
                <a:effectLst/>
                <a:uLnTx/>
                <a:uFillTx/>
                <a:latin typeface="宋体" pitchFamily="2" charset="-122"/>
                <a:ea typeface="宋体" panose="02010600030101010101" pitchFamily="2" charset="-122"/>
                <a:cs typeface="+mn-cs"/>
              </a:rPr>
              <a:t>13</a:t>
            </a:r>
            <a:endParaRPr kumimoji="1" lang="zh-CN" altLang="en-US" sz="4800" b="1" i="0" u="none" strike="noStrike" kern="1200" cap="none" spc="50" normalizeH="0" baseline="0" noProof="0" dirty="0">
              <a:ln w="11430"/>
              <a:gradFill>
                <a:gsLst>
                  <a:gs pos="25000">
                    <a:srgbClr val="438086">
                      <a:satMod val="155000"/>
                    </a:srgbClr>
                  </a:gs>
                  <a:gs pos="100000">
                    <a:srgbClr val="438086">
                      <a:shade val="45000"/>
                      <a:satMod val="165000"/>
                    </a:srgbClr>
                  </a:gs>
                </a:gsLst>
                <a:lin ang="5400000"/>
              </a:gradFill>
              <a:effectLst/>
              <a:uLnTx/>
              <a:uFillTx/>
              <a:latin typeface="Times New Roman" panose="02020603050405020304" pitchFamily="18" charset="0"/>
              <a:ea typeface="宋体" panose="02010600030101010101" pitchFamily="2" charset="-122"/>
              <a:cs typeface="+mn-cs"/>
            </a:endParaRPr>
          </a:p>
        </p:txBody>
      </p:sp>
      <p:sp>
        <p:nvSpPr>
          <p:cNvPr id="10" name="矩形 9">
            <a:extLst>
              <a:ext uri="{FF2B5EF4-FFF2-40B4-BE49-F238E27FC236}">
                <a16:creationId xmlns:a16="http://schemas.microsoft.com/office/drawing/2014/main" id="{6CCEEAC6-C34A-4F1C-B4BA-0F7F4F5372CE}"/>
              </a:ext>
            </a:extLst>
          </p:cNvPr>
          <p:cNvSpPr/>
          <p:nvPr/>
        </p:nvSpPr>
        <p:spPr>
          <a:xfrm>
            <a:off x="6858000" y="1905000"/>
            <a:ext cx="1425575" cy="58420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(1.34)</a:t>
            </a:r>
            <a:endParaRPr kumimoji="1" lang="zh-CN" altLang="en-US" sz="32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314"/>
                                        </p:tgtEl>
                                        <p:attrNameLst>
                                          <p:attrName>style.visibility</p:attrName>
                                        </p:attrNameLst>
                                      </p:cBhvr>
                                      <p:to>
                                        <p:strVal val="visible"/>
                                      </p:to>
                                    </p:set>
                                    <p:animEffect transition="in" filter="dissolve">
                                      <p:cBhvr>
                                        <p:cTn id="7" dur="500"/>
                                        <p:tgtEl>
                                          <p:spTgt spid="13314"/>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13317"/>
                                        </p:tgtEl>
                                        <p:attrNameLst>
                                          <p:attrName>style.visibility</p:attrName>
                                        </p:attrNameLst>
                                      </p:cBhvr>
                                      <p:to>
                                        <p:strVal val="visible"/>
                                      </p:to>
                                    </p:set>
                                    <p:animEffect transition="in" filter="dissolve">
                                      <p:cBhvr>
                                        <p:cTn id="11" dur="500"/>
                                        <p:tgtEl>
                                          <p:spTgt spid="1331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13315"/>
                                        </p:tgtEl>
                                        <p:attrNameLst>
                                          <p:attrName>style.visibility</p:attrName>
                                        </p:attrNameLst>
                                      </p:cBhvr>
                                      <p:to>
                                        <p:strVal val="visible"/>
                                      </p:to>
                                    </p:set>
                                    <p:animEffect transition="in" filter="dissolve">
                                      <p:cBhvr>
                                        <p:cTn id="16" dur="500"/>
                                        <p:tgtEl>
                                          <p:spTgt spid="13315"/>
                                        </p:tgtEl>
                                      </p:cBhvr>
                                    </p:animEffect>
                                  </p:childTnLst>
                                </p:cTn>
                              </p:par>
                            </p:childTnLst>
                          </p:cTn>
                        </p:par>
                        <p:par>
                          <p:cTn id="17" fill="hold" nodeType="afterGroup">
                            <p:stCondLst>
                              <p:cond delay="500"/>
                            </p:stCondLst>
                            <p:childTnLst>
                              <p:par>
                                <p:cTn id="18" presetID="9" presetClass="entr" presetSubtype="0" fill="hold" nodeType="afterEffect">
                                  <p:stCondLst>
                                    <p:cond delay="0"/>
                                  </p:stCondLst>
                                  <p:childTnLst>
                                    <p:set>
                                      <p:cBhvr>
                                        <p:cTn id="19" dur="1" fill="hold">
                                          <p:stCondLst>
                                            <p:cond delay="0"/>
                                          </p:stCondLst>
                                        </p:cTn>
                                        <p:tgtEl>
                                          <p:spTgt spid="13319"/>
                                        </p:tgtEl>
                                        <p:attrNameLst>
                                          <p:attrName>style.visibility</p:attrName>
                                        </p:attrNameLst>
                                      </p:cBhvr>
                                      <p:to>
                                        <p:strVal val="visible"/>
                                      </p:to>
                                    </p:set>
                                    <p:animEffect transition="in" filter="dissolve">
                                      <p:cBhvr>
                                        <p:cTn id="20" dur="500"/>
                                        <p:tgtEl>
                                          <p:spTgt spid="133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autoUpdateAnimBg="0"/>
      <p:bldP spid="13315" grpId="0" autoUpdateAnimBg="0"/>
    </p:bldLst>
  </p:timing>
</p:sld>
</file>

<file path=ppt/slides/slide8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BD2207DC-F137-42DF-9C2B-A961EC9C8BD9}"/>
              </a:ext>
            </a:extLst>
          </p:cNvPr>
          <p:cNvSpPr>
            <a:spLocks noGrp="1" noChangeArrowheads="1"/>
          </p:cNvSpPr>
          <p:nvPr>
            <p:ph type="title"/>
          </p:nvPr>
        </p:nvSpPr>
        <p:spPr>
          <a:xfrm>
            <a:off x="609600" y="762000"/>
            <a:ext cx="7848600" cy="2286000"/>
          </a:xfrm>
        </p:spPr>
        <p:txBody>
          <a:bodyPr>
            <a:normAutofit/>
          </a:bodyPr>
          <a:lstStyle/>
          <a:p>
            <a:pPr eaLnBrk="1" fontAlgn="auto" hangingPunct="1">
              <a:spcAft>
                <a:spcPts val="0"/>
              </a:spcAft>
              <a:defRPr/>
            </a:pPr>
            <a:r>
              <a:rPr lang="en-US" altLang="zh-CN" sz="3200" b="1" dirty="0">
                <a:latin typeface="宋体" pitchFamily="2" charset="-122"/>
              </a:rPr>
              <a:t>  </a:t>
            </a:r>
            <a:r>
              <a:rPr lang="zh-CN" altLang="en-US" sz="2800" b="1" dirty="0">
                <a:solidFill>
                  <a:schemeClr val="tx1"/>
                </a:solidFill>
                <a:latin typeface="+mn-ea"/>
                <a:ea typeface="+mn-ea"/>
              </a:rPr>
              <a:t>还有许多其他的有用恒等式，这可以在</a:t>
            </a:r>
            <a:r>
              <a:rPr lang="en-US" altLang="zh-CN" sz="2800" b="1" dirty="0" err="1">
                <a:solidFill>
                  <a:schemeClr val="tx1"/>
                </a:solidFill>
                <a:latin typeface="+mn-ea"/>
                <a:ea typeface="+mn-ea"/>
              </a:rPr>
              <a:t>H.W.Gonld</a:t>
            </a:r>
            <a:r>
              <a:rPr lang="zh-CN" altLang="en-US" sz="2800" b="1" dirty="0">
                <a:solidFill>
                  <a:schemeClr val="tx1"/>
                </a:solidFill>
                <a:latin typeface="+mn-ea"/>
                <a:ea typeface="+mn-ea"/>
              </a:rPr>
              <a:t>著的</a:t>
            </a:r>
            <a:r>
              <a:rPr lang="en-US" altLang="zh-CN" sz="2800" b="1" dirty="0">
                <a:solidFill>
                  <a:schemeClr val="tx1"/>
                </a:solidFill>
                <a:latin typeface="+mn-ea"/>
                <a:ea typeface="+mn-ea"/>
              </a:rPr>
              <a:t>《</a:t>
            </a:r>
            <a:r>
              <a:rPr lang="zh-CN" altLang="en-US" sz="2800" b="1" dirty="0">
                <a:solidFill>
                  <a:schemeClr val="tx1"/>
                </a:solidFill>
                <a:latin typeface="+mn-ea"/>
                <a:ea typeface="+mn-ea"/>
              </a:rPr>
              <a:t>组合恒等式</a:t>
            </a:r>
            <a:r>
              <a:rPr lang="en-US" altLang="zh-CN" sz="2800" b="1" dirty="0">
                <a:solidFill>
                  <a:schemeClr val="tx1"/>
                </a:solidFill>
                <a:latin typeface="+mn-ea"/>
                <a:ea typeface="+mn-ea"/>
              </a:rPr>
              <a:t>》</a:t>
            </a:r>
            <a:r>
              <a:rPr lang="zh-CN" altLang="en-US" sz="2800" b="1" dirty="0">
                <a:solidFill>
                  <a:schemeClr val="tx1"/>
                </a:solidFill>
                <a:latin typeface="+mn-ea"/>
                <a:ea typeface="+mn-ea"/>
              </a:rPr>
              <a:t>一书中找到。</a:t>
            </a:r>
            <a:br>
              <a:rPr lang="zh-CN" altLang="en-US" sz="2800" b="1" dirty="0">
                <a:solidFill>
                  <a:schemeClr val="tx1"/>
                </a:solidFill>
                <a:latin typeface="+mn-ea"/>
                <a:ea typeface="+mn-ea"/>
              </a:rPr>
            </a:br>
            <a:r>
              <a:rPr lang="zh-CN" altLang="en-US" sz="2800" b="1" dirty="0">
                <a:solidFill>
                  <a:schemeClr val="tx1"/>
                </a:solidFill>
                <a:latin typeface="+mn-ea"/>
                <a:ea typeface="+mn-ea"/>
              </a:rPr>
              <a:t>通过上面的一些恒等式的证明，我们可以发现，证明恒等式常用的方法有</a:t>
            </a:r>
            <a:endParaRPr lang="zh-CN" altLang="en-US" sz="3200" b="1" dirty="0">
              <a:solidFill>
                <a:srgbClr val="996600"/>
              </a:solidFill>
              <a:latin typeface="宋体" pitchFamily="2" charset="-122"/>
            </a:endParaRPr>
          </a:p>
        </p:txBody>
      </p:sp>
      <p:sp>
        <p:nvSpPr>
          <p:cNvPr id="14339" name="Rectangle 3">
            <a:extLst>
              <a:ext uri="{FF2B5EF4-FFF2-40B4-BE49-F238E27FC236}">
                <a16:creationId xmlns:a16="http://schemas.microsoft.com/office/drawing/2014/main" id="{CDC63B65-D97D-4DE2-BC47-3A094D8C336E}"/>
              </a:ext>
            </a:extLst>
          </p:cNvPr>
          <p:cNvSpPr>
            <a:spLocks noGrp="1"/>
          </p:cNvSpPr>
          <p:nvPr>
            <p:ph idx="1"/>
          </p:nvPr>
        </p:nvSpPr>
        <p:spPr>
          <a:xfrm>
            <a:off x="228600" y="3124200"/>
            <a:ext cx="8305800" cy="3276600"/>
          </a:xfrm>
        </p:spPr>
        <p:txBody>
          <a:bodyPr/>
          <a:lstStyle/>
          <a:p>
            <a:pPr eaLnBrk="1" hangingPunct="1">
              <a:buFont typeface="Georgia" panose="02040502050405020303" pitchFamily="18" charset="0"/>
              <a:buNone/>
            </a:pPr>
            <a:r>
              <a:rPr lang="en-US" altLang="zh-CN">
                <a:latin typeface="宋体" panose="02010600030101010101" pitchFamily="2" charset="-122"/>
              </a:rPr>
              <a:t></a:t>
            </a:r>
            <a:r>
              <a:rPr lang="en-US" altLang="zh-CN" b="1">
                <a:latin typeface="宋体" panose="02010600030101010101" pitchFamily="2" charset="-122"/>
              </a:rPr>
              <a:t>1</a:t>
            </a:r>
            <a:r>
              <a:rPr lang="zh-CN" altLang="en-US" b="1">
                <a:latin typeface="宋体" panose="02010600030101010101" pitchFamily="2" charset="-122"/>
              </a:rPr>
              <a:t>数学归纳法。</a:t>
            </a:r>
          </a:p>
          <a:p>
            <a:pPr eaLnBrk="1" hangingPunct="1">
              <a:buFont typeface="Georgia" panose="02040502050405020303" pitchFamily="18" charset="0"/>
              <a:buNone/>
            </a:pPr>
            <a:r>
              <a:rPr lang="zh-CN" altLang="en-US" b="1">
                <a:solidFill>
                  <a:srgbClr val="FF0000"/>
                </a:solidFill>
                <a:latin typeface="宋体" panose="02010600030101010101" pitchFamily="2" charset="-122"/>
              </a:rPr>
              <a:t></a:t>
            </a:r>
            <a:r>
              <a:rPr lang="en-US" altLang="zh-CN" b="1">
                <a:solidFill>
                  <a:srgbClr val="FF0000"/>
                </a:solidFill>
                <a:latin typeface="宋体" panose="02010600030101010101" pitchFamily="2" charset="-122"/>
              </a:rPr>
              <a:t>2</a:t>
            </a:r>
            <a:r>
              <a:rPr lang="zh-CN" altLang="en-US" b="1">
                <a:solidFill>
                  <a:srgbClr val="FF0000"/>
                </a:solidFill>
                <a:latin typeface="宋体" panose="02010600030101010101" pitchFamily="2" charset="-122"/>
              </a:rPr>
              <a:t>利用二项式系数公式，特别是</a:t>
            </a:r>
            <a:r>
              <a:rPr lang="en-US" altLang="zh-CN" b="1">
                <a:solidFill>
                  <a:srgbClr val="FF0000"/>
                </a:solidFill>
                <a:latin typeface="宋体" panose="02010600030101010101" pitchFamily="2" charset="-122"/>
              </a:rPr>
              <a:t>Pascal</a:t>
            </a:r>
            <a:r>
              <a:rPr lang="zh-CN" altLang="en-US" b="1">
                <a:solidFill>
                  <a:srgbClr val="FF0000"/>
                </a:solidFill>
                <a:latin typeface="宋体" panose="02010600030101010101" pitchFamily="2" charset="-122"/>
              </a:rPr>
              <a:t>公式。</a:t>
            </a:r>
          </a:p>
          <a:p>
            <a:pPr eaLnBrk="1" hangingPunct="1">
              <a:buFont typeface="Georgia" panose="02040502050405020303" pitchFamily="18" charset="0"/>
              <a:buNone/>
            </a:pPr>
            <a:r>
              <a:rPr lang="zh-CN" altLang="en-US" b="1">
                <a:latin typeface="宋体" panose="02010600030101010101" pitchFamily="2" charset="-122"/>
              </a:rPr>
              <a:t></a:t>
            </a:r>
            <a:r>
              <a:rPr lang="en-US" altLang="zh-CN" b="1">
                <a:latin typeface="宋体" panose="02010600030101010101" pitchFamily="2" charset="-122"/>
              </a:rPr>
              <a:t>3</a:t>
            </a:r>
            <a:r>
              <a:rPr lang="zh-CN" altLang="en-US" b="1">
                <a:latin typeface="宋体" panose="02010600030101010101" pitchFamily="2" charset="-122"/>
              </a:rPr>
              <a:t>比较级数展开式中的系数</a:t>
            </a:r>
            <a:r>
              <a:rPr lang="en-US" altLang="zh-CN" b="1">
                <a:latin typeface="宋体" panose="02010600030101010101" pitchFamily="2" charset="-122"/>
              </a:rPr>
              <a:t>(</a:t>
            </a:r>
            <a:r>
              <a:rPr lang="zh-CN" altLang="en-US" b="1">
                <a:latin typeface="宋体" panose="02010600030101010101" pitchFamily="2" charset="-122"/>
              </a:rPr>
              <a:t>包括二项式定理和以后要讲的母函数法</a:t>
            </a:r>
            <a:r>
              <a:rPr lang="en-US" altLang="zh-CN" b="1">
                <a:latin typeface="宋体" panose="02010600030101010101" pitchFamily="2" charset="-122"/>
              </a:rPr>
              <a:t>)</a:t>
            </a:r>
            <a:r>
              <a:rPr lang="zh-CN" altLang="en-US" b="1">
                <a:latin typeface="宋体" panose="02010600030101010101" pitchFamily="2" charset="-122"/>
              </a:rPr>
              <a:t>。</a:t>
            </a:r>
          </a:p>
          <a:p>
            <a:pPr eaLnBrk="1" hangingPunct="1">
              <a:buFont typeface="Georgia" panose="02040502050405020303" pitchFamily="18" charset="0"/>
              <a:buNone/>
            </a:pPr>
            <a:r>
              <a:rPr lang="zh-CN" altLang="en-US" b="1">
                <a:solidFill>
                  <a:srgbClr val="FF0000"/>
                </a:solidFill>
                <a:latin typeface="宋体" panose="02010600030101010101" pitchFamily="2" charset="-122"/>
              </a:rPr>
              <a:t></a:t>
            </a:r>
            <a:r>
              <a:rPr lang="en-US" altLang="zh-CN" b="1">
                <a:solidFill>
                  <a:srgbClr val="FF0000"/>
                </a:solidFill>
                <a:latin typeface="宋体" panose="02010600030101010101" pitchFamily="2" charset="-122"/>
              </a:rPr>
              <a:t>4</a:t>
            </a:r>
            <a:r>
              <a:rPr lang="zh-CN" altLang="en-US" b="1">
                <a:solidFill>
                  <a:srgbClr val="FF0000"/>
                </a:solidFill>
                <a:latin typeface="宋体" panose="02010600030101010101" pitchFamily="2" charset="-122"/>
              </a:rPr>
              <a:t>积分微分法。</a:t>
            </a:r>
          </a:p>
          <a:p>
            <a:pPr eaLnBrk="1" hangingPunct="1">
              <a:buFont typeface="Georgia" panose="02040502050405020303" pitchFamily="18" charset="0"/>
              <a:buNone/>
            </a:pPr>
            <a:r>
              <a:rPr lang="zh-CN" altLang="en-US" b="1">
                <a:latin typeface="宋体" panose="02010600030101010101" pitchFamily="2" charset="-122"/>
              </a:rPr>
              <a:t></a:t>
            </a:r>
            <a:r>
              <a:rPr lang="en-US" altLang="zh-CN" b="1">
                <a:latin typeface="宋体" panose="02010600030101010101" pitchFamily="2" charset="-122"/>
              </a:rPr>
              <a:t>5</a:t>
            </a:r>
            <a:r>
              <a:rPr lang="zh-CN" altLang="en-US" b="1">
                <a:latin typeface="宋体" panose="02010600030101010101" pitchFamily="2" charset="-122"/>
              </a:rPr>
              <a:t>组合分析法。</a:t>
            </a:r>
          </a:p>
          <a:p>
            <a:pPr eaLnBrk="1" hangingPunct="1">
              <a:buFont typeface="Georgia" panose="02040502050405020303" pitchFamily="18" charset="0"/>
              <a:buNone/>
            </a:pPr>
            <a:endParaRPr lang="en-US" altLang="zh-CN" b="1">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33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14339">
                                            <p:txEl>
                                              <p:pRg st="0" end="0"/>
                                            </p:txEl>
                                          </p:spTgt>
                                        </p:tgtEl>
                                        <p:attrNameLst>
                                          <p:attrName>style.visibility</p:attrName>
                                        </p:attrNameLst>
                                      </p:cBhvr>
                                      <p:to>
                                        <p:strVal val="visible"/>
                                      </p:to>
                                    </p:set>
                                    <p:animEffect transition="in" filter="blinds(horizontal)">
                                      <p:cBhvr>
                                        <p:cTn id="11" dur="500"/>
                                        <p:tgtEl>
                                          <p:spTgt spid="14339">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14339">
                                            <p:txEl>
                                              <p:pRg st="1" end="1"/>
                                            </p:txEl>
                                          </p:spTgt>
                                        </p:tgtEl>
                                        <p:attrNameLst>
                                          <p:attrName>style.visibility</p:attrName>
                                        </p:attrNameLst>
                                      </p:cBhvr>
                                      <p:to>
                                        <p:strVal val="visible"/>
                                      </p:to>
                                    </p:set>
                                    <p:animEffect transition="in" filter="blinds(horizontal)">
                                      <p:cBhvr>
                                        <p:cTn id="16" dur="500"/>
                                        <p:tgtEl>
                                          <p:spTgt spid="14339">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14339">
                                            <p:txEl>
                                              <p:pRg st="2" end="2"/>
                                            </p:txEl>
                                          </p:spTgt>
                                        </p:tgtEl>
                                        <p:attrNameLst>
                                          <p:attrName>style.visibility</p:attrName>
                                        </p:attrNameLst>
                                      </p:cBhvr>
                                      <p:to>
                                        <p:strVal val="visible"/>
                                      </p:to>
                                    </p:set>
                                    <p:animEffect transition="in" filter="blinds(horizontal)">
                                      <p:cBhvr>
                                        <p:cTn id="21" dur="500"/>
                                        <p:tgtEl>
                                          <p:spTgt spid="14339">
                                            <p:txEl>
                                              <p:pRg st="2" end="2"/>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14339">
                                            <p:txEl>
                                              <p:pRg st="3" end="3"/>
                                            </p:txEl>
                                          </p:spTgt>
                                        </p:tgtEl>
                                        <p:attrNameLst>
                                          <p:attrName>style.visibility</p:attrName>
                                        </p:attrNameLst>
                                      </p:cBhvr>
                                      <p:to>
                                        <p:strVal val="visible"/>
                                      </p:to>
                                    </p:set>
                                    <p:animEffect transition="in" filter="blinds(horizontal)">
                                      <p:cBhvr>
                                        <p:cTn id="26" dur="500"/>
                                        <p:tgtEl>
                                          <p:spTgt spid="14339">
                                            <p:txEl>
                                              <p:pRg st="3" end="3"/>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4339">
                                            <p:txEl>
                                              <p:pRg st="4" end="4"/>
                                            </p:txEl>
                                          </p:spTgt>
                                        </p:tgtEl>
                                        <p:attrNameLst>
                                          <p:attrName>style.visibility</p:attrName>
                                        </p:attrNameLst>
                                      </p:cBhvr>
                                      <p:to>
                                        <p:strVal val="visible"/>
                                      </p:to>
                                    </p:set>
                                    <p:animEffect transition="in" filter="blinds(horizontal)">
                                      <p:cBhvr>
                                        <p:cTn id="31" dur="500"/>
                                        <p:tgtEl>
                                          <p:spTgt spid="1433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autoUpdateAnimBg="0"/>
      <p:bldP spid="14339" grpId="0" build="p" autoUpdateAnimBg="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83699F55-6A30-4892-8B71-742AB9639DE9}"/>
              </a:ext>
            </a:extLst>
          </p:cNvPr>
          <p:cNvSpPr>
            <a:spLocks noChangeArrowheads="1"/>
          </p:cNvSpPr>
          <p:nvPr/>
        </p:nvSpPr>
        <p:spPr bwMode="auto">
          <a:xfrm>
            <a:off x="914400" y="1600200"/>
            <a:ext cx="7848600" cy="42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a:t>
            </a:r>
            <a:r>
              <a:rPr kumimoji="1" lang="zh-CN" altLang="en-US" sz="32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还有其他的一些常用方法，如</a:t>
            </a:r>
            <a:r>
              <a:rPr kumimoji="1" lang="zh-CN" altLang="en-US" sz="3200" b="1" i="0" u="none" strike="noStrike" kern="1200" cap="none" spc="0" normalizeH="0" baseline="0" noProof="0">
                <a:ln>
                  <a:noFill/>
                </a:ln>
                <a:solidFill>
                  <a:srgbClr val="FF0000"/>
                </a:solidFill>
                <a:effectLst/>
                <a:uLnTx/>
                <a:uFillTx/>
                <a:latin typeface="宋体" panose="02010600030101010101" pitchFamily="2" charset="-122"/>
                <a:ea typeface="宋体" panose="02010600030101010101" pitchFamily="2" charset="-122"/>
                <a:cs typeface="+mn-cs"/>
              </a:rPr>
              <a:t>有限差分法</a:t>
            </a:r>
            <a:r>
              <a:rPr kumimoji="1" lang="zh-CN" altLang="en-US" sz="3200" b="1" i="0" u="none" strike="noStrike" kern="1200" cap="none" spc="0" normalizeH="0" baseline="0" noProof="0">
                <a:ln>
                  <a:noFill/>
                </a:ln>
                <a:solidFill>
                  <a:srgbClr val="FF0066"/>
                </a:solidFill>
                <a:effectLst/>
                <a:uLnTx/>
                <a:uFillTx/>
                <a:latin typeface="宋体" panose="02010600030101010101" pitchFamily="2" charset="-122"/>
                <a:ea typeface="宋体" panose="02010600030101010101" pitchFamily="2" charset="-122"/>
                <a:cs typeface="+mn-cs"/>
              </a:rPr>
              <a:t>，</a:t>
            </a:r>
            <a:r>
              <a:rPr kumimoji="1" lang="zh-CN" altLang="en-US" sz="32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级数变换法，</a:t>
            </a:r>
            <a:r>
              <a:rPr kumimoji="1" lang="zh-CN" altLang="en-US" sz="3200" b="1" i="0" u="none" strike="noStrike" kern="1200" cap="none" spc="0" normalizeH="0" baseline="0" noProof="0">
                <a:ln>
                  <a:noFill/>
                </a:ln>
                <a:solidFill>
                  <a:srgbClr val="FF0000"/>
                </a:solidFill>
                <a:effectLst/>
                <a:uLnTx/>
                <a:uFillTx/>
                <a:latin typeface="宋体" panose="02010600030101010101" pitchFamily="2" charset="-122"/>
                <a:ea typeface="宋体" panose="02010600030101010101" pitchFamily="2" charset="-122"/>
                <a:cs typeface="+mn-cs"/>
              </a:rPr>
              <a:t>多项式的有限</a:t>
            </a:r>
            <a:r>
              <a:rPr kumimoji="1" lang="en-US" altLang="zh-CN" sz="3200" b="1" i="0" u="none" strike="noStrike" kern="1200" cap="none" spc="0" normalizeH="0" baseline="0" noProof="0">
                <a:ln>
                  <a:noFill/>
                </a:ln>
                <a:solidFill>
                  <a:srgbClr val="FF0000"/>
                </a:solidFill>
                <a:effectLst/>
                <a:uLnTx/>
                <a:uFillTx/>
                <a:latin typeface="宋体" panose="02010600030101010101" pitchFamily="2" charset="-122"/>
                <a:ea typeface="宋体" panose="02010600030101010101" pitchFamily="2" charset="-122"/>
                <a:cs typeface="+mn-cs"/>
              </a:rPr>
              <a:t>Taylor</a:t>
            </a:r>
            <a:r>
              <a:rPr kumimoji="1" lang="zh-CN" altLang="en-US" sz="3200" b="1" i="0" u="none" strike="noStrike" kern="1200" cap="none" spc="0" normalizeH="0" baseline="0" noProof="0">
                <a:ln>
                  <a:noFill/>
                </a:ln>
                <a:solidFill>
                  <a:srgbClr val="FF0000"/>
                </a:solidFill>
                <a:effectLst/>
                <a:uLnTx/>
                <a:uFillTx/>
                <a:latin typeface="宋体" panose="02010600030101010101" pitchFamily="2" charset="-122"/>
                <a:ea typeface="宋体" panose="02010600030101010101" pitchFamily="2" charset="-122"/>
                <a:cs typeface="+mn-cs"/>
              </a:rPr>
              <a:t>展开法</a:t>
            </a:r>
            <a:r>
              <a:rPr kumimoji="1" lang="zh-CN" altLang="en-US" sz="32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等。</a:t>
            </a:r>
          </a:p>
          <a:p>
            <a:pPr marL="0" marR="0" lvl="0" indent="0" algn="l" defTabSz="914400" rtl="0" eaLnBrk="1" fontAlgn="base" latinLnBrk="0" hangingPunct="1">
              <a:lnSpc>
                <a:spcPct val="150000"/>
              </a:lnSpc>
              <a:spcBef>
                <a:spcPct val="0"/>
              </a:spcBef>
              <a:spcAft>
                <a:spcPct val="0"/>
              </a:spcAft>
              <a:buClrTx/>
              <a:buSzTx/>
              <a:buFontTx/>
              <a:buNone/>
              <a:tabLst/>
              <a:defRPr/>
            </a:pPr>
            <a:r>
              <a:rPr kumimoji="1" lang="zh-CN" altLang="en-US" sz="32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这些方法本书未涉及，有兴趣的读者可参看</a:t>
            </a:r>
            <a:r>
              <a:rPr kumimoji="1" lang="en-US" altLang="zh-CN" sz="3200" b="1" i="0" u="none" strike="noStrike" kern="1200" cap="none" spc="0" normalizeH="0" baseline="0" noProof="0">
                <a:ln>
                  <a:noFill/>
                </a:ln>
                <a:solidFill>
                  <a:srgbClr val="FF0000"/>
                </a:solidFill>
                <a:effectLst/>
                <a:uLnTx/>
                <a:uFillTx/>
                <a:latin typeface="宋体" panose="02010600030101010101" pitchFamily="2" charset="-122"/>
                <a:ea typeface="宋体" panose="02010600030101010101" pitchFamily="2" charset="-122"/>
                <a:cs typeface="+mn-cs"/>
              </a:rPr>
              <a:t>HWGonld</a:t>
            </a:r>
            <a:r>
              <a:rPr kumimoji="1" lang="zh-CN" altLang="en-US" sz="32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所著的</a:t>
            </a:r>
            <a:r>
              <a:rPr kumimoji="1" lang="en-US" altLang="zh-CN" sz="3200" b="1" i="0" u="none" strike="noStrike" kern="1200" cap="none" spc="0" normalizeH="0" baseline="0" noProof="0">
                <a:ln>
                  <a:noFill/>
                </a:ln>
                <a:solidFill>
                  <a:srgbClr val="FF0000"/>
                </a:solidFill>
                <a:effectLst/>
                <a:uLnTx/>
                <a:uFillTx/>
                <a:latin typeface="宋体" panose="02010600030101010101" pitchFamily="2" charset="-122"/>
                <a:ea typeface="宋体" panose="02010600030101010101" pitchFamily="2" charset="-122"/>
                <a:cs typeface="+mn-cs"/>
              </a:rPr>
              <a:t>《</a:t>
            </a:r>
            <a:r>
              <a:rPr kumimoji="1" lang="zh-CN" altLang="en-US" sz="3200" b="1" i="0" u="none" strike="noStrike" kern="1200" cap="none" spc="0" normalizeH="0" baseline="0" noProof="0">
                <a:ln>
                  <a:noFill/>
                </a:ln>
                <a:solidFill>
                  <a:srgbClr val="FF0000"/>
                </a:solidFill>
                <a:effectLst/>
                <a:uLnTx/>
                <a:uFillTx/>
                <a:latin typeface="宋体" panose="02010600030101010101" pitchFamily="2" charset="-122"/>
                <a:ea typeface="宋体" panose="02010600030101010101" pitchFamily="2" charset="-122"/>
                <a:cs typeface="+mn-cs"/>
              </a:rPr>
              <a:t>组合恒等式</a:t>
            </a:r>
            <a:r>
              <a:rPr kumimoji="1" lang="en-US" altLang="zh-CN" sz="3200" b="1" i="0" u="none" strike="noStrike" kern="1200" cap="none" spc="0" normalizeH="0" baseline="0" noProof="0">
                <a:ln>
                  <a:noFill/>
                </a:ln>
                <a:solidFill>
                  <a:srgbClr val="FF0000"/>
                </a:solidFill>
                <a:effectLst/>
                <a:uLnTx/>
                <a:uFillTx/>
                <a:latin typeface="宋体" panose="02010600030101010101" pitchFamily="2" charset="-122"/>
                <a:ea typeface="宋体" panose="02010600030101010101" pitchFamily="2" charset="-122"/>
                <a:cs typeface="+mn-cs"/>
              </a:rPr>
              <a:t>》</a:t>
            </a:r>
            <a:r>
              <a:rPr kumimoji="1" lang="zh-CN" altLang="en-US" sz="32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一书。</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altLang="zh-CN" sz="3200" b="1" i="0"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4.jpeg"/></Relationships>
</file>

<file path=ppt/theme/_rels/theme4.xml.rels><?xml version="1.0" encoding="UTF-8" standalone="yes"?>
<Relationships xmlns="http://schemas.openxmlformats.org/package/2006/relationships"><Relationship Id="rId1" Type="http://schemas.openxmlformats.org/officeDocument/2006/relationships/image" Target="../media/image7.jpeg"/></Relationships>
</file>

<file path=ppt/theme/theme1.xml><?xml version="1.0" encoding="utf-8"?>
<a:theme xmlns:a="http://schemas.openxmlformats.org/drawingml/2006/main" name="流畅">
  <a:themeElements>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流畅">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流畅">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txDef>
      <a:spPr>
        <a:noFill/>
      </a:spPr>
      <a:bodyPr wrap="square" rtlCol="0">
        <a:spAutoFit/>
      </a:bodyPr>
      <a:lstStyle>
        <a:defPPr algn="l">
          <a:defRPr sz="3200" dirty="0" smtClean="0">
            <a:latin typeface="+mj-ea"/>
            <a:ea typeface="+mj-ea"/>
          </a:defRPr>
        </a:defPPr>
      </a:lstStyle>
    </a:txDef>
  </a:objectDefaults>
  <a:extraClrSchemeLst/>
</a:theme>
</file>

<file path=ppt/theme/theme2.xml><?xml version="1.0" encoding="utf-8"?>
<a:theme xmlns:a="http://schemas.openxmlformats.org/drawingml/2006/main" name="1_流畅">
  <a:themeElements>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流畅">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流畅">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3.xml><?xml version="1.0" encoding="utf-8"?>
<a:theme xmlns:a="http://schemas.openxmlformats.org/drawingml/2006/main" name="聚合">
  <a:themeElements>
    <a:clrScheme name="聚合">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聚合">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聚合">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4.xml><?xml version="1.0" encoding="utf-8"?>
<a:theme xmlns:a="http://schemas.openxmlformats.org/drawingml/2006/main" name="都市">
  <a:themeElements>
    <a:clrScheme name="都市">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都市">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都市">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5.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2.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3.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4.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5.xml><?xml version="1.0" encoding="utf-8"?>
<a:themeOverride xmlns:a="http://schemas.openxmlformats.org/drawingml/2006/main">
  <a:clrScheme name="聚合">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6.xml><?xml version="1.0" encoding="utf-8"?>
<a:themeOverride xmlns:a="http://schemas.openxmlformats.org/drawingml/2006/main">
  <a:clrScheme name="聚合">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7.xml><?xml version="1.0" encoding="utf-8"?>
<a:themeOverride xmlns:a="http://schemas.openxmlformats.org/drawingml/2006/main">
  <a:clrScheme name="聚合">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8.xml><?xml version="1.0" encoding="utf-8"?>
<a:themeOverride xmlns:a="http://schemas.openxmlformats.org/drawingml/2006/main">
  <a:clrScheme name="聚合">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docProps/app.xml><?xml version="1.0" encoding="utf-8"?>
<Properties xmlns="http://schemas.openxmlformats.org/officeDocument/2006/extended-properties" xmlns:vt="http://schemas.openxmlformats.org/officeDocument/2006/docPropsVTypes">
  <Template/>
  <TotalTime>1405</TotalTime>
  <Words>6656</Words>
  <Application>Microsoft Office PowerPoint</Application>
  <PresentationFormat>全屏显示(4:3)</PresentationFormat>
  <Paragraphs>556</Paragraphs>
  <Slides>85</Slides>
  <Notes>2</Notes>
  <HiddenSlides>0</HiddenSlides>
  <MMClips>0</MMClips>
  <ScaleCrop>false</ScaleCrop>
  <HeadingPairs>
    <vt:vector size="8" baseType="variant">
      <vt:variant>
        <vt:lpstr>已用的字体</vt:lpstr>
      </vt:variant>
      <vt:variant>
        <vt:i4>20</vt:i4>
      </vt:variant>
      <vt:variant>
        <vt:lpstr>主题</vt:lpstr>
      </vt:variant>
      <vt:variant>
        <vt:i4>4</vt:i4>
      </vt:variant>
      <vt:variant>
        <vt:lpstr>嵌入 OLE 服务器</vt:lpstr>
      </vt:variant>
      <vt:variant>
        <vt:i4>3</vt:i4>
      </vt:variant>
      <vt:variant>
        <vt:lpstr>幻灯片标题</vt:lpstr>
      </vt:variant>
      <vt:variant>
        <vt:i4>85</vt:i4>
      </vt:variant>
    </vt:vector>
  </HeadingPairs>
  <TitlesOfParts>
    <vt:vector size="112" baseType="lpstr">
      <vt:lpstr>黑体</vt:lpstr>
      <vt:lpstr>华文彩云</vt:lpstr>
      <vt:lpstr>华文仿宋</vt:lpstr>
      <vt:lpstr>华文行楷</vt:lpstr>
      <vt:lpstr>楷体</vt:lpstr>
      <vt:lpstr>隶书</vt:lpstr>
      <vt:lpstr>宋体</vt:lpstr>
      <vt:lpstr>Calibri</vt:lpstr>
      <vt:lpstr>Cambria Math</vt:lpstr>
      <vt:lpstr>Constantia</vt:lpstr>
      <vt:lpstr>Courier New</vt:lpstr>
      <vt:lpstr>Georgia</vt:lpstr>
      <vt:lpstr>Lucida Sans Unicode</vt:lpstr>
      <vt:lpstr>Tahoma</vt:lpstr>
      <vt:lpstr>Times New Roman</vt:lpstr>
      <vt:lpstr>Trebuchet MS</vt:lpstr>
      <vt:lpstr>Verdana</vt:lpstr>
      <vt:lpstr>Wingdings</vt:lpstr>
      <vt:lpstr>Wingdings 2</vt:lpstr>
      <vt:lpstr>Wingdings 3</vt:lpstr>
      <vt:lpstr>流畅</vt:lpstr>
      <vt:lpstr>1_流畅</vt:lpstr>
      <vt:lpstr>聚合</vt:lpstr>
      <vt:lpstr>都市</vt:lpstr>
      <vt:lpstr>公式</vt:lpstr>
      <vt:lpstr>Equation</vt:lpstr>
      <vt:lpstr>Chart</vt:lpstr>
      <vt:lpstr>组合数学</vt:lpstr>
      <vt:lpstr>教学安排与要求</vt:lpstr>
      <vt:lpstr>课程交流QQ群</vt:lpstr>
      <vt:lpstr>PowerPoint 演示文稿</vt:lpstr>
      <vt:lpstr>PowerPoint 演示文稿</vt:lpstr>
      <vt:lpstr>PowerPoint 演示文稿</vt:lpstr>
      <vt:lpstr>第一章   排 列  、组合与二项式定理 </vt:lpstr>
      <vt:lpstr>§1.1    加法规则和乘法规则</vt:lpstr>
      <vt:lpstr>加法规则 </vt:lpstr>
      <vt:lpstr>PowerPoint 演示文稿</vt:lpstr>
      <vt:lpstr>   例</vt:lpstr>
      <vt:lpstr>PowerPoint 演示文稿</vt:lpstr>
      <vt:lpstr>乘法规则 </vt:lpstr>
      <vt:lpstr>换言之，乘法规则可以叙述为： 若集合S是集合S1，S2，…，Sm的直积，则确定S中的事物个数 1.先求出各个集合Si中的事物个数 2.然后相乘 </vt:lpstr>
      <vt:lpstr>［例］ </vt:lpstr>
      <vt:lpstr>［例］ </vt:lpstr>
      <vt:lpstr>［例］ </vt:lpstr>
      <vt:lpstr>  在实际中，大量的计数问题分为两大类： </vt:lpstr>
      <vt:lpstr>PowerPoint 演示文稿</vt:lpstr>
      <vt:lpstr>PowerPoint 演示文稿</vt:lpstr>
      <vt:lpstr>线排列是把一些元素排成一条直线</vt:lpstr>
      <vt:lpstr>线排列</vt:lpstr>
      <vt:lpstr>PowerPoint 演示文稿</vt:lpstr>
      <vt:lpstr>PowerPoint 演示文稿</vt:lpstr>
      <vt:lpstr>一些元素排成一个圆圈的排列 </vt:lpstr>
      <vt:lpstr>PowerPoint 演示文稿</vt:lpstr>
      <vt:lpstr>有8人围圆桌就餐，问有多少种就座方式?如果有两人不愿坐在一起，又有多少种就座方式? </vt:lpstr>
      <vt:lpstr>PowerPoint 演示文稿</vt:lpstr>
      <vt:lpstr>4男4女围圆桌交替就座有多少种方式? </vt:lpstr>
      <vt:lpstr>重排列 </vt:lpstr>
      <vt:lpstr>PowerPoint 演示文稿</vt:lpstr>
      <vt:lpstr>重集B={∞·b1,∞·b2,…,∞·bn}的r排列的个数为         </vt:lpstr>
      <vt:lpstr>PowerPoint 演示文稿</vt:lpstr>
      <vt:lpstr>PowerPoint 演示文稿</vt:lpstr>
      <vt:lpstr>PowerPoint 演示文稿</vt:lpstr>
      <vt:lpstr>重集B={n1·b1,n2·b2,…,nk·bk}的全排列个数为n!/n1!·n2!…nk! </vt:lpstr>
      <vt:lpstr>重集B={n1·b1,n2·b2,…,nk·bk}的全排列个数为n!/n1!·n2!…nk! </vt:lpstr>
      <vt:lpstr>PowerPoint 演示文稿</vt:lpstr>
      <vt:lpstr>PowerPoint 演示文稿</vt:lpstr>
      <vt:lpstr>PowerPoint 演示文稿</vt:lpstr>
      <vt:lpstr>PowerPoint 演示文稿</vt:lpstr>
      <vt:lpstr>PowerPoint 演示文稿</vt:lpstr>
      <vt:lpstr>C(n,r)=C(n,n-r)       (1.8) </vt:lpstr>
      <vt:lpstr>(Pascal公式)  C(n,r)=C(n-1,r)+C(n-1,r-1)   (1.9)</vt:lpstr>
      <vt:lpstr>也可用组合分析的方法论证： </vt:lpstr>
      <vt:lpstr>利用式(1-9)和初始值C(n,0)=C(n,n)=1，对所有非负整数可计算出表1-1的三角形阵列，通常称这个三角阵列为杨辉三角形或Pascal三角形。</vt:lpstr>
      <vt:lpstr>数510510能被多少个不同的奇数整除? </vt:lpstr>
      <vt:lpstr>从1，2，…，1000中选出三个整数，有多少种选法使得所选的三个整数的和能被3整除?</vt:lpstr>
      <vt:lpstr>定义1.5 从重集B=｛k1·b1,k2·b2,…,kn·bn｝中选取r个元素不考虑次序组合起来，称为从B中取r个元素的重复组合 </vt:lpstr>
      <vt:lpstr>PowerPoint 演示文稿</vt:lpstr>
      <vt:lpstr>PowerPoint 演示文稿</vt:lpstr>
      <vt:lpstr>某餐厅有7种不同的菜，为了招待朋友，一个顾客需要买14个菜，问有多少种买法? </vt:lpstr>
      <vt:lpstr>PowerPoint 演示文稿</vt:lpstr>
      <vt:lpstr> 在由数0，1，…，9组成的r位整数所组成的集合中，如果将一个整数重新排列而得到另一个整数，则称这两个整数是等价的。那么 (1)有多少不等价的整数? (2)如果数字0和9最多只能出现一次，又有多少不等价的整数。 </vt:lpstr>
      <vt:lpstr>PowerPoint 演示文稿</vt:lpstr>
      <vt:lpstr>PowerPoint 演示文稿</vt:lpstr>
      <vt:lpstr>PowerPoint 演示文稿</vt:lpstr>
      <vt:lpstr>PowerPoint 演示文稿</vt:lpstr>
      <vt:lpstr>求方程x1+x2+…+xn=r的非负整数解的个数。其中,n,r为正整数。 </vt:lpstr>
      <vt:lpstr>PowerPoint 演示文稿</vt:lpstr>
      <vt:lpstr>PowerPoint 演示文稿</vt:lpstr>
      <vt:lpstr>       在这n个因子中，项       是从n个因子(x+y)中选取k个因子(x+y),k=0,1,…,n。在这k个(x+y)里都取x，而从余下的n-k个因子(x+y)中选取y作乘积得到。因此       的系数为上述选法的个数，即为   组合数。故有  </vt:lpstr>
      <vt:lpstr>组合数   由于出现在二项式的展开式中，而把它称作二项式系数。在计算机科学中，特别是算法分析的一些公式里，二项式系数经常出现，因此对它的一些性质和它所满足的许多恒等式都必须熟练掌握。 在§1.3节中，推论1，2，3就是二项式系数的一些重要性质。</vt:lpstr>
      <vt:lpstr> </vt:lpstr>
      <vt:lpstr>PowerPoint 演示文稿</vt:lpstr>
      <vt:lpstr>PowerPoint 演示文稿</vt:lpstr>
      <vt:lpstr>    为了区别二项式系数    ，称     为广义的二项式系数。 </vt:lpstr>
      <vt:lpstr>PowerPoint 演示文稿</vt:lpstr>
      <vt:lpstr> (1.17)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对于非负整数p,q,n有                                                      </vt:lpstr>
      <vt:lpstr>PowerPoint 演示文稿</vt:lpstr>
      <vt:lpstr>  还有许多其他的有用恒等式，这可以在H.W.Gonld著的《组合恒等式》一书中找到。 通过上面的一些恒等式的证明，我们可以发现，证明恒等式常用的方法有</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MingyuXiao</cp:lastModifiedBy>
  <cp:revision>211</cp:revision>
  <cp:lastPrinted>1601-01-01T00:00:00Z</cp:lastPrinted>
  <dcterms:created xsi:type="dcterms:W3CDTF">1601-01-01T00:00:00Z</dcterms:created>
  <dcterms:modified xsi:type="dcterms:W3CDTF">2025-11-06T08:12:47Z</dcterms:modified>
</cp:coreProperties>
</file>